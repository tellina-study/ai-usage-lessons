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Пример 1, без модели: шведская программа зовёт по возрасту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2673019" cy="2169160"/>
          </a:xfrm>
          <a:prstGeom prst="roundRect">
            <a:avLst>
              <a:gd name="adj" fmla="val 14051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НАХОДЯТ ПРИ ОБСЛЕДОВАНИИ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2846"/>
            <a:ext cx="2398699" cy="715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5,1 случая на 1000 обследованных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48419"/>
            <a:ext cx="2398699" cy="633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Шведская программа, 80 033 женщины, двойное чтение снимка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531" y="1335024"/>
            <a:ext cx="2673019" cy="2169160"/>
          </a:xfrm>
          <a:prstGeom prst="roundRect">
            <a:avLst>
              <a:gd name="adj" fmla="val 14051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7691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ПРОПУСКАЕТ МЕЖДУ ПРИГЛАШЕНИЯМИ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91" y="1932846"/>
            <a:ext cx="2398699" cy="800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1C7293"/>
                </a:solidFill>
                <a:latin typeface="Arial"/>
              </a:rPr>
              <a:t>1,76 случая на 1000 за два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691" y="2733293"/>
            <a:ext cx="2398699" cy="633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Находит симптом, не программа; контрольное плечо, 52 872 женщины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335024"/>
            <a:ext cx="2673019" cy="2169160"/>
          </a:xfrm>
          <a:prstGeom prst="roundRect">
            <a:avLst>
              <a:gd name="adj" fmla="val 14051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ЗРЯ ПОЗВАЛИ НА ДООБСЛЕДОВАНИЕ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303" y="1932846"/>
            <a:ext cx="2398699" cy="800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50" b="1" i="0">
                <a:solidFill>
                  <a:srgbClr val="21295C"/>
                </a:solidFill>
                <a:latin typeface="Arial"/>
              </a:rPr>
              <a:t>2,0 из ста обследованных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303" y="2733293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Повторный снимок, иногда биопсия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755" y="1335024"/>
            <a:ext cx="2673019" cy="2169160"/>
          </a:xfrm>
          <a:prstGeom prst="roundRect">
            <a:avLst>
              <a:gd name="adj" fmla="val 14051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2915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ДОЛЯ ПОЗДНЕЙ СТАДИИ У НАЙДЕННЫХ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2915" y="1932846"/>
            <a:ext cx="2398699" cy="78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57 из ста против 39 из ста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716319"/>
            <a:ext cx="2398699" cy="633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Без приглашения против программы; Мальмё 1976-1986, жребий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Пример работы системы человек–ИИ: 50 врачей читают описания случаев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80" y="2005998"/>
            <a:ext cx="10682935" cy="502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8620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1555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0742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46038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6875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92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Модель одна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8029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866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74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один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6697" y="2056290"/>
            <a:ext cx="50292" cy="1645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7533" y="2312322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76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поверх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6993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Медианный балл структурированного рассуждения, % от максимума балла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9601"/>
            <a:ext cx="1118585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Разница пары «человек поверх модели» (76) с «человек один» (74) - два балла шкалы, статистически незначима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Вывод раздела: инструмент один, исходы противоположные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получается у связки «человек + модель»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Второй взгляд на весь поток случаев - человек не способен прочесть его целиком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Напоминание о редком диагнозе, который легко упустить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 одном случае пара сильнее каждой стороны отдельно - устройство процедуры сохранено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Арбитраж подключается только при расхождении - не весь поток идёт через третьего читателя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1295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не получается у той же связки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Заметить, что распределение входящих случаев сместилось со временем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Удержать преимущество там, где человек объективно сильнее читающего один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Сохранить независимость двух мнений - второй читатель видит вывод первого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Назначить и зафиксировать, на какой ступени участия человека стоит процедура - этого не делает никто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Семь действий стадии скрининга — и три, на которых включается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Без модели: шаги 1-4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2536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Назначить порог вмешательства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2353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0953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3249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Позвать по списку: возраст, пол, прежний диагноз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13067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1667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3963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Снять исследование: сделать снимок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23781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52381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4677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двумя независимыми читателями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68594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Без модели: шаги 5-7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432018"/>
            <a:ext cx="3073298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2477738"/>
            <a:ext cx="2908706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Разрешить расхождение арбитражем третьего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39258" y="283878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67858" y="2432018"/>
            <a:ext cx="3073298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0154" y="2477738"/>
            <a:ext cx="2908706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исход: норма либо направление на дообследование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86876" y="283878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15476" y="2432018"/>
            <a:ext cx="3073298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7772" y="2477738"/>
            <a:ext cx="2908706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пришедших без приглашения по тяжести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65589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Где стоит модель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529013"/>
            <a:ext cx="3158642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3574733"/>
            <a:ext cx="2994050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двумя независимыми - свой разбор дальше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5186" y="3529013"/>
            <a:ext cx="3158642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7482" y="3574733"/>
            <a:ext cx="2994050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 - другой разбор дальше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30132" y="3529013"/>
            <a:ext cx="3158642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2428" y="3574733"/>
            <a:ext cx="2994050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без приглашения - третий разбор, другой вход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16280"/>
            <a:ext cx="11185855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Стадия без модели: семь действий по порядку; модель - на трёх из них, сопоставление входов, не продолжение конвейера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Москва, профилактический поток: сколько снимков не открывает человек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11185855" cy="3649745"/>
          </a:xfrm>
          <a:prstGeom prst="roundRect">
            <a:avLst>
              <a:gd name="adj" fmla="val 835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1539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9600" b="1" i="0">
                <a:solidFill>
                  <a:srgbClr val="21295C"/>
                </a:solidFill>
                <a:latin typeface="Arial"/>
              </a:rPr>
              <a:t>55 из 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4327" y="3367859"/>
            <a:ext cx="1463040" cy="6858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46167"/>
            <a:ext cx="10637215" cy="291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профилактических снимков грудной клетки в потоке одного города, не открытых ни одним врачом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29324"/>
            <a:ext cx="10637215" cy="259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315 491 снимок из 575 549 за пять месяцев 2024 года, один город (Москва)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80418"/>
            <a:ext cx="10637215" cy="43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Заключение модели уходит прямо в электронную медицинскую карту без участия человека - это отдельный, третий кусок смысла, не входит ни в величину, ни в базу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