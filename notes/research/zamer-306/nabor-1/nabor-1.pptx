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Пример 1, без модели: шведская программа зовёт по возрасту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2398699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НАШЛИ НА ОБСЛЕДОВАНИИ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25375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5,1 на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2374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Швеция, 80 033 женщины, двойное чтение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531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7691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ПРОПУСТИЛА ПРОГРАММА, НАШЁЛ СИМПТОМ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91" y="1932846"/>
            <a:ext cx="2398699" cy="81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1,76 на 1000 за два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691" y="2750268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контрольное плечо, 52 872 женщины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ПОЗВАЛИ ЗРЯ: ВТОРОЙ СНИМОК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303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2,0 из 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303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повторный снимок, иногда биопсия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755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2915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ЖДУТ ЖАЛОБУ: ПОЗДНЯЯ СТАДИЯ У НАЙДЕННЫХ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2915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57 → 39 из ста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Мальмё, 1976–1986, приглашение по жребию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Пример работы системы человек–ИИ: 50 врачей читают описания случаев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" y="2005998"/>
            <a:ext cx="10682935" cy="502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8620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1555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0742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8029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866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74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один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6697" y="2056290"/>
            <a:ext cx="50292" cy="1645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7533" y="2312322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76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поверх модели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6038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6875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92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Модель одна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6993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медианный балл структурированного рассуждения, % от максимума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9601"/>
            <a:ext cx="1118585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разница пары с одиноким человеком — 2 пункта, незначима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Вывод раздела: инструмент один, исходы противоположные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получается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второй взгляд на поток случаев целиком, который человек не способен прочесть весь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напоминание о редком диагнозе, который легко упустить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пара «человек + модель» измеренно сильнее каждой стороны — при сохранённом устройстве процедуры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арбитраж подключается только на случаях расхождения — не весь поток идёт через третьего читателя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1295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не получается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сохранить независимость двух мнений: второй читатель видит вывод первого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удержать преимущество там, где человек объективно сильнее читающего в одиночку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заметить, что распределение входящих случаев сместилось со временем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назначить и зафиксировать ступень участия человека в процедуре — этого не делает никто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Семь действий стадии скрининга — и три, на которых включается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07592" cy="639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Без модели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2536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Назначить порог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2353" y="162296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0953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3249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Позвать по списку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13067" y="162296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1667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3963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Снять снимок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23781" y="162296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52381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4677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двоим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30945"/>
            <a:ext cx="1307592" cy="639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...и дальше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194369"/>
            <a:ext cx="3073298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2240089"/>
            <a:ext cx="2908706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Арбитраж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39258" y="2482310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7858" y="2194369"/>
            <a:ext cx="3073298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0154" y="2240089"/>
            <a:ext cx="2908706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86876" y="2482310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15476" y="2194369"/>
            <a:ext cx="3073298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7772" y="2240089"/>
            <a:ext cx="2908706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90291"/>
            <a:ext cx="1307592" cy="639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Где включается модель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053715"/>
            <a:ext cx="3158642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3099435"/>
            <a:ext cx="2994050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двоим — шведская программа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5186" y="3053715"/>
            <a:ext cx="3158642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7482" y="3099435"/>
            <a:ext cx="2994050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 — глазное дно на приёме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30132" y="3053715"/>
            <a:ext cx="3158642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2428" y="3099435"/>
            <a:ext cx="2994050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 — чат-бот первой линии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803333"/>
            <a:ext cx="11185855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Семь действий стадии — и три шага, на которых включается модель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Москва, профилактический поток: сколько снимков не открывает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11185855" cy="3434729"/>
          </a:xfrm>
          <a:prstGeom prst="roundRect">
            <a:avLst>
              <a:gd name="adj" fmla="val 88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1539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9600" b="1" i="0">
                <a:solidFill>
                  <a:srgbClr val="21295C"/>
                </a:solidFill>
                <a:latin typeface="Arial"/>
              </a:rPr>
              <a:t>55 из 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3367859"/>
            <a:ext cx="1463040" cy="6858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46167"/>
            <a:ext cx="10637215" cy="291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профилактических снимков грудной клетки не открывает ни один врач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9324"/>
            <a:ext cx="10637215" cy="259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315 491 из 575 549 за пять месяцев 2024 года, Москва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80418"/>
            <a:ext cx="1063721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заключение модели уходит прямо в электронную карту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