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Корреляция с уровнем критического мышления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40165227925367314"/>
          <c:y val="0.31273516021929848"/>
          <c:w val="0.57040886065181873"/>
          <c:h val="0.634712338063434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15B-4550-89E6-0CB587655171}"/>
              </c:ext>
            </c:extLst>
          </c:dPt>
          <c:dPt>
            <c:idx val="1"/>
            <c:invertIfNegative val="0"/>
            <c:bubble3D val="0"/>
            <c:spPr>
              <a:solidFill>
                <a:srgbClr val="FF5D5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15B-4550-89E6-0CB587655171}"/>
              </c:ext>
            </c:extLst>
          </c:dPt>
          <c:dPt>
            <c:idx val="2"/>
            <c:invertIfNegative val="0"/>
            <c:bubble3D val="0"/>
            <c:spPr>
              <a:solidFill>
                <a:srgbClr val="FF5D5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5B-4550-89E6-0CB5876551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Уровень образования</c:v>
                </c:pt>
                <c:pt idx="1">
                  <c:v>Частота когнитивных выгрузок</c:v>
                </c:pt>
                <c:pt idx="2">
                  <c:v>Частота использования ИИ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0.34</c:v>
                </c:pt>
                <c:pt idx="1">
                  <c:v>-0.75</c:v>
                </c:pt>
                <c:pt idx="2">
                  <c:v>-0.68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5B-4550-89E6-0CB587655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9"/>
        <c:axId val="1149127368"/>
        <c:axId val="1149118008"/>
      </c:barChart>
      <c:catAx>
        <c:axId val="1149127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118008"/>
        <c:crosses val="autoZero"/>
        <c:auto val="1"/>
        <c:lblAlgn val="ctr"/>
        <c:lblOffset val="100"/>
        <c:noMultiLvlLbl val="0"/>
      </c:catAx>
      <c:valAx>
        <c:axId val="114911800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127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Доля</a:t>
            </a:r>
            <a:r>
              <a:rPr lang="ru-RU" baseline="0" dirty="0"/>
              <a:t> взаимодействий с наличием когнитивных искажений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Базовое значение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Синдром
 самозванца [5]</c:v>
                </c:pt>
                <c:pt idx="1">
                  <c:v>Ментальная лень [4]</c:v>
                </c:pt>
                <c:pt idx="2">
                  <c:v>Автоматизационное
 доверие [4]</c:v>
                </c:pt>
                <c:pt idx="3">
                  <c:v>Предвзятость [3]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0.45</c:v>
                </c:pt>
                <c:pt idx="2">
                  <c:v>0.25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93-4C68-9C2E-0DB68D5A8AC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Прирост с ИИ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Синдром
 самозванца [5]</c:v>
                </c:pt>
                <c:pt idx="1">
                  <c:v>Ментальная лень [4]</c:v>
                </c:pt>
                <c:pt idx="2">
                  <c:v>Автоматизационное
 доверие [4]</c:v>
                </c:pt>
                <c:pt idx="3">
                  <c:v>Предвзятость [3]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0.35</c:v>
                </c:pt>
                <c:pt idx="1">
                  <c:v>0.24</c:v>
                </c:pt>
                <c:pt idx="2">
                  <c:v>0.31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93-4C68-9C2E-0DB68D5A8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4702480"/>
        <c:axId val="1204706800"/>
      </c:barChart>
      <c:catAx>
        <c:axId val="1204702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04706800"/>
        <c:crosses val="autoZero"/>
        <c:auto val="1"/>
        <c:lblAlgn val="ctr"/>
        <c:lblOffset val="100"/>
        <c:noMultiLvlLbl val="0"/>
      </c:catAx>
      <c:valAx>
        <c:axId val="12047068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04702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Точность</a:t>
            </a:r>
            <a:r>
              <a:rPr lang="ru-RU" baseline="0" dirty="0"/>
              <a:t> идентификации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6935975526181621"/>
          <c:y val="0.29738660960202323"/>
          <c:w val="0.73055225083470854"/>
          <c:h val="0.634712338063434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D5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2B7-414D-B72C-368BEC4CD868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B7-414D-B72C-368BEC4CD8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После ИИ</c:v>
                </c:pt>
                <c:pt idx="1">
                  <c:v>С ИИ</c:v>
                </c:pt>
              </c:strCache>
            </c:strRef>
          </c:cat>
          <c:val>
            <c:numRef>
              <c:f>Лист1!$B$2:$B$3</c:f>
              <c:numCache>
                <c:formatCode>0%</c:formatCode>
                <c:ptCount val="2"/>
                <c:pt idx="0">
                  <c:v>-0.15</c:v>
                </c:pt>
                <c:pt idx="1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B7-414D-B72C-368BEC4CD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9"/>
        <c:axId val="1149127368"/>
        <c:axId val="1149118008"/>
      </c:barChart>
      <c:catAx>
        <c:axId val="1149127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118008"/>
        <c:crosses val="autoZero"/>
        <c:auto val="1"/>
        <c:lblAlgn val="ctr"/>
        <c:lblOffset val="100"/>
        <c:noMultiLvlLbl val="0"/>
      </c:catAx>
      <c:valAx>
        <c:axId val="114911800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127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Корреляция с уровнем критического мышления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40165227925367314"/>
          <c:y val="0.31273516021929848"/>
          <c:w val="0.57040886065181873"/>
          <c:h val="0.634712338063434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15-4756-BF96-147A5654EBDC}"/>
              </c:ext>
            </c:extLst>
          </c:dPt>
          <c:dPt>
            <c:idx val="1"/>
            <c:invertIfNegative val="0"/>
            <c:bubble3D val="0"/>
            <c:spPr>
              <a:solidFill>
                <a:srgbClr val="FF5D5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15-4756-BF96-147A5654EBDC}"/>
              </c:ext>
            </c:extLst>
          </c:dPt>
          <c:dPt>
            <c:idx val="2"/>
            <c:invertIfNegative val="0"/>
            <c:bubble3D val="0"/>
            <c:spPr>
              <a:solidFill>
                <a:srgbClr val="FF5D5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215-4756-BF96-147A5654EBD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Уровень образования</c:v>
                </c:pt>
                <c:pt idx="1">
                  <c:v>Частота когнитивных выгрузок</c:v>
                </c:pt>
                <c:pt idx="2">
                  <c:v>Частота использования
 ИИ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0.34</c:v>
                </c:pt>
                <c:pt idx="1">
                  <c:v>-0.75</c:v>
                </c:pt>
                <c:pt idx="2">
                  <c:v>-0.68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15-4756-BF96-147A5654EB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9"/>
        <c:axId val="1149127368"/>
        <c:axId val="1149118008"/>
      </c:barChart>
      <c:catAx>
        <c:axId val="1149127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118008"/>
        <c:crosses val="autoZero"/>
        <c:auto val="1"/>
        <c:lblAlgn val="ctr"/>
        <c:lblOffset val="100"/>
        <c:noMultiLvlLbl val="0"/>
      </c:catAx>
      <c:valAx>
        <c:axId val="114911800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9127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F2038-7DEF-4F56-A839-52AEECA2E5D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6BDDA0-CD77-4AD2-866D-862D622B5457}">
      <dgm:prSet phldrT="[Текст]" phldr="0"/>
      <dgm:spPr/>
      <dgm:t>
        <a:bodyPr/>
        <a:lstStyle/>
        <a:p>
          <a:r>
            <a:rPr lang="ru-RU" dirty="0"/>
            <a:t>Вопросы</a:t>
          </a:r>
        </a:p>
      </dgm:t>
    </dgm:pt>
    <dgm:pt modelId="{23F35DFD-9C3B-4492-86EC-BD006ABB70C5}" type="parTrans" cxnId="{C961846F-6640-4FDB-B704-43F85E04AE81}">
      <dgm:prSet/>
      <dgm:spPr/>
      <dgm:t>
        <a:bodyPr/>
        <a:lstStyle/>
        <a:p>
          <a:endParaRPr lang="ru-RU"/>
        </a:p>
      </dgm:t>
    </dgm:pt>
    <dgm:pt modelId="{7CB69093-935D-4FC7-8DE2-D4C6416069BA}" type="sibTrans" cxnId="{C961846F-6640-4FDB-B704-43F85E04AE81}">
      <dgm:prSet/>
      <dgm:spPr/>
      <dgm:t>
        <a:bodyPr/>
        <a:lstStyle/>
        <a:p>
          <a:endParaRPr lang="ru-RU"/>
        </a:p>
      </dgm:t>
    </dgm:pt>
    <dgm:pt modelId="{442760A4-2A23-4848-ADB9-F2D513B4A392}">
      <dgm:prSet phldrT="[Текст]" custT="1"/>
      <dgm:spPr/>
      <dgm:t>
        <a:bodyPr/>
        <a:lstStyle/>
        <a:p>
          <a:pPr>
            <a:buNone/>
          </a:pPr>
          <a:r>
            <a:rPr lang="ru-RU" sz="1800" b="0" dirty="0">
              <a:solidFill>
                <a:srgbClr val="000000"/>
              </a:solidFill>
              <a:effectLst/>
              <a:latin typeface="+mn-lt"/>
            </a:rPr>
            <a:t>Какие систематические механизмы когнитивных искажений действуют при взаимодействии человек-ИИ?</a:t>
          </a:r>
          <a:endParaRPr lang="ru-RU" sz="1800" dirty="0">
            <a:latin typeface="+mn-lt"/>
          </a:endParaRPr>
        </a:p>
      </dgm:t>
    </dgm:pt>
    <dgm:pt modelId="{E126DEC1-1CD2-46FF-86EE-D42BBAEAD42A}" type="parTrans" cxnId="{90A7652C-D53F-4CFA-90E2-93E9C8D52E99}">
      <dgm:prSet/>
      <dgm:spPr/>
      <dgm:t>
        <a:bodyPr/>
        <a:lstStyle/>
        <a:p>
          <a:endParaRPr lang="ru-RU"/>
        </a:p>
      </dgm:t>
    </dgm:pt>
    <dgm:pt modelId="{C30B7BA0-C178-443C-85B6-C8CBD34064C1}" type="sibTrans" cxnId="{90A7652C-D53F-4CFA-90E2-93E9C8D52E99}">
      <dgm:prSet/>
      <dgm:spPr/>
      <dgm:t>
        <a:bodyPr/>
        <a:lstStyle/>
        <a:p>
          <a:endParaRPr lang="ru-RU"/>
        </a:p>
      </dgm:t>
    </dgm:pt>
    <dgm:pt modelId="{CB8B7B11-50BA-4FF7-BE4E-AEAB800A47DC}">
      <dgm:prSet phldrT="[Текст]" custT="1"/>
      <dgm:spPr/>
      <dgm:t>
        <a:bodyPr/>
        <a:lstStyle/>
        <a:p>
          <a:pPr>
            <a:buNone/>
          </a:pPr>
          <a:r>
            <a:rPr lang="ru-RU" sz="1800" b="0" dirty="0">
              <a:solidFill>
                <a:srgbClr val="000000"/>
              </a:solidFill>
              <a:effectLst/>
              <a:latin typeface="+mn-lt"/>
            </a:rPr>
            <a:t>Возможны ли практики на основе поведенческой психологии для снижения искажени</a:t>
          </a:r>
          <a:r>
            <a:rPr lang="ru-RU" sz="1800" dirty="0">
              <a:solidFill>
                <a:srgbClr val="000000"/>
              </a:solidFill>
              <a:latin typeface="+mn-lt"/>
            </a:rPr>
            <a:t>й</a:t>
          </a:r>
          <a:r>
            <a:rPr lang="ru-RU" sz="1800" b="0" dirty="0">
              <a:solidFill>
                <a:srgbClr val="000000"/>
              </a:solidFill>
              <a:effectLst/>
              <a:latin typeface="+mn-lt"/>
            </a:rPr>
            <a:t>?</a:t>
          </a:r>
          <a:endParaRPr lang="ru-RU" sz="1800" dirty="0">
            <a:latin typeface="+mn-lt"/>
          </a:endParaRPr>
        </a:p>
      </dgm:t>
    </dgm:pt>
    <dgm:pt modelId="{00458149-0B25-42DD-AF6D-EC8F4AD4426C}" type="parTrans" cxnId="{3FCE9BFE-CFD1-45B4-AB51-000075092036}">
      <dgm:prSet/>
      <dgm:spPr/>
      <dgm:t>
        <a:bodyPr/>
        <a:lstStyle/>
        <a:p>
          <a:endParaRPr lang="ru-RU"/>
        </a:p>
      </dgm:t>
    </dgm:pt>
    <dgm:pt modelId="{F6FBDB85-7762-4E34-A90F-19C1AA254F82}" type="sibTrans" cxnId="{3FCE9BFE-CFD1-45B4-AB51-000075092036}">
      <dgm:prSet/>
      <dgm:spPr/>
      <dgm:t>
        <a:bodyPr/>
        <a:lstStyle/>
        <a:p>
          <a:endParaRPr lang="ru-RU"/>
        </a:p>
      </dgm:t>
    </dgm:pt>
    <dgm:pt modelId="{A4A31798-01BB-474C-A7CF-34144F34D20D}">
      <dgm:prSet phldrT="[Текст]" phldr="0"/>
      <dgm:spPr/>
      <dgm:t>
        <a:bodyPr/>
        <a:lstStyle/>
        <a:p>
          <a:r>
            <a:rPr lang="ru-RU" dirty="0"/>
            <a:t>Гипотезы</a:t>
          </a:r>
        </a:p>
      </dgm:t>
    </dgm:pt>
    <dgm:pt modelId="{06F1B6F2-76B1-43BF-A9E9-322EA53E1B02}" type="parTrans" cxnId="{647A7B86-FEC1-4961-94AB-7CE3621D469B}">
      <dgm:prSet/>
      <dgm:spPr/>
      <dgm:t>
        <a:bodyPr/>
        <a:lstStyle/>
        <a:p>
          <a:endParaRPr lang="ru-RU"/>
        </a:p>
      </dgm:t>
    </dgm:pt>
    <dgm:pt modelId="{4F8FF913-20BD-427D-ADD8-D0E308AC8465}" type="sibTrans" cxnId="{647A7B86-FEC1-4961-94AB-7CE3621D469B}">
      <dgm:prSet/>
      <dgm:spPr/>
      <dgm:t>
        <a:bodyPr/>
        <a:lstStyle/>
        <a:p>
          <a:endParaRPr lang="ru-RU"/>
        </a:p>
      </dgm:t>
    </dgm:pt>
    <dgm:pt modelId="{2BF1B4F9-C1C9-40EE-BC9A-63315125C552}">
      <dgm:prSet phldrT="[Текст]" custT="1"/>
      <dgm:spPr/>
      <dgm:t>
        <a:bodyPr/>
        <a:lstStyle/>
        <a:p>
          <a:pPr>
            <a:buNone/>
          </a:pPr>
          <a:r>
            <a:rPr lang="ru-RU" sz="1800" b="0" dirty="0">
              <a:solidFill>
                <a:srgbClr val="000000"/>
              </a:solidFill>
              <a:effectLst/>
              <a:latin typeface="+mn-lt"/>
            </a:rPr>
            <a:t>Существуют три взаимодействующих механизма: усиление предубеждений, якорение и наследование предвзятости</a:t>
          </a:r>
          <a:endParaRPr lang="ru-RU" sz="1800" dirty="0">
            <a:latin typeface="+mn-lt"/>
          </a:endParaRPr>
        </a:p>
      </dgm:t>
    </dgm:pt>
    <dgm:pt modelId="{CDFF13F1-A14F-4A51-8E2E-DA7611BF019A}" type="parTrans" cxnId="{16F6DCDC-A23C-4540-963A-139C66716B19}">
      <dgm:prSet/>
      <dgm:spPr/>
      <dgm:t>
        <a:bodyPr/>
        <a:lstStyle/>
        <a:p>
          <a:endParaRPr lang="ru-RU"/>
        </a:p>
      </dgm:t>
    </dgm:pt>
    <dgm:pt modelId="{FE41AFC5-0081-489A-9C7D-AA8D51B9092E}" type="sibTrans" cxnId="{16F6DCDC-A23C-4540-963A-139C66716B19}">
      <dgm:prSet/>
      <dgm:spPr/>
      <dgm:t>
        <a:bodyPr/>
        <a:lstStyle/>
        <a:p>
          <a:endParaRPr lang="ru-RU"/>
        </a:p>
      </dgm:t>
    </dgm:pt>
    <dgm:pt modelId="{93A0C6F5-DDE6-4766-A5C1-BADA6FEF558B}">
      <dgm:prSet phldrT="[Текст]" custT="1"/>
      <dgm:spPr/>
      <dgm:t>
        <a:bodyPr/>
        <a:lstStyle/>
        <a:p>
          <a:pPr>
            <a:buNone/>
          </a:pPr>
          <a:r>
            <a:rPr lang="ru-RU" sz="1800" b="0" dirty="0">
              <a:solidFill>
                <a:srgbClr val="000000"/>
              </a:solidFill>
              <a:effectLst/>
              <a:latin typeface="+mn-lt"/>
            </a:rPr>
            <a:t>Практики саморегуляции на основе поведенческой психологии измеримо снижают искажения</a:t>
          </a:r>
          <a:endParaRPr lang="ru-RU" sz="1800" dirty="0">
            <a:latin typeface="+mn-lt"/>
          </a:endParaRPr>
        </a:p>
      </dgm:t>
    </dgm:pt>
    <dgm:pt modelId="{B90D7777-A5B4-4ACF-AEFA-3693886A5FE3}" type="parTrans" cxnId="{3F48449C-FF53-45AF-9E8F-087496CC988B}">
      <dgm:prSet/>
      <dgm:spPr/>
      <dgm:t>
        <a:bodyPr/>
        <a:lstStyle/>
        <a:p>
          <a:endParaRPr lang="ru-RU"/>
        </a:p>
      </dgm:t>
    </dgm:pt>
    <dgm:pt modelId="{3D9EB6F8-A98E-4FAF-B6C0-6234BE2C5BFC}" type="sibTrans" cxnId="{3F48449C-FF53-45AF-9E8F-087496CC988B}">
      <dgm:prSet/>
      <dgm:spPr/>
      <dgm:t>
        <a:bodyPr/>
        <a:lstStyle/>
        <a:p>
          <a:endParaRPr lang="ru-RU"/>
        </a:p>
      </dgm:t>
    </dgm:pt>
    <dgm:pt modelId="{47588DE3-4C1F-484F-A7AE-85A702EE8805}">
      <dgm:prSet phldrT="[Текст]" phldr="0"/>
      <dgm:spPr/>
      <dgm:t>
        <a:bodyPr/>
        <a:lstStyle/>
        <a:p>
          <a:r>
            <a:rPr lang="ru-RU" dirty="0"/>
            <a:t>Методология</a:t>
          </a:r>
        </a:p>
      </dgm:t>
    </dgm:pt>
    <dgm:pt modelId="{82FB3EFC-20C5-48E2-BA52-28D5179A01C1}" type="parTrans" cxnId="{8FE729B1-E372-4BBA-B089-E3148F37DD08}">
      <dgm:prSet/>
      <dgm:spPr/>
      <dgm:t>
        <a:bodyPr/>
        <a:lstStyle/>
        <a:p>
          <a:endParaRPr lang="ru-RU"/>
        </a:p>
      </dgm:t>
    </dgm:pt>
    <dgm:pt modelId="{B8E3D961-A494-450C-9F3B-33510EA486F1}" type="sibTrans" cxnId="{8FE729B1-E372-4BBA-B089-E3148F37DD08}">
      <dgm:prSet/>
      <dgm:spPr/>
      <dgm:t>
        <a:bodyPr/>
        <a:lstStyle/>
        <a:p>
          <a:endParaRPr lang="ru-RU"/>
        </a:p>
      </dgm:t>
    </dgm:pt>
    <dgm:pt modelId="{7BEA82A4-88AD-40B7-870F-48C15C7523B8}">
      <dgm:prSet phldrT="[Текст]" custT="1"/>
      <dgm:spPr/>
      <dgm:t>
        <a:bodyPr/>
        <a:lstStyle/>
        <a:p>
          <a:r>
            <a:rPr lang="ru-RU" sz="1800" dirty="0">
              <a:latin typeface="+mn-lt"/>
            </a:rPr>
            <a:t>Систематический синтез эмпирических исследований</a:t>
          </a:r>
        </a:p>
      </dgm:t>
    </dgm:pt>
    <dgm:pt modelId="{344D7E59-5F77-4067-9B73-8E8DEF4BFC6E}" type="parTrans" cxnId="{FF5E0181-4C00-44E5-BAAF-FBFC96624D41}">
      <dgm:prSet/>
      <dgm:spPr/>
      <dgm:t>
        <a:bodyPr/>
        <a:lstStyle/>
        <a:p>
          <a:endParaRPr lang="ru-RU"/>
        </a:p>
      </dgm:t>
    </dgm:pt>
    <dgm:pt modelId="{CDD8917E-B991-4802-930C-AD1122323A84}" type="sibTrans" cxnId="{FF5E0181-4C00-44E5-BAAF-FBFC96624D41}">
      <dgm:prSet/>
      <dgm:spPr/>
      <dgm:t>
        <a:bodyPr/>
        <a:lstStyle/>
        <a:p>
          <a:endParaRPr lang="ru-RU"/>
        </a:p>
      </dgm:t>
    </dgm:pt>
    <dgm:pt modelId="{71D943F2-B513-4B1D-833B-644EE7C73518}">
      <dgm:prSet phldrT="[Текст]" custT="1"/>
      <dgm:spPr/>
      <dgm:t>
        <a:bodyPr/>
        <a:lstStyle/>
        <a:p>
          <a:r>
            <a:rPr lang="ru-RU" sz="1200" dirty="0">
              <a:latin typeface="+mn-lt"/>
            </a:rPr>
            <a:t>5</a:t>
          </a:r>
          <a:r>
            <a:rPr lang="ru-RU" sz="1200" b="0" dirty="0">
              <a:solidFill>
                <a:srgbClr val="000000"/>
              </a:solidFill>
              <a:effectLst/>
              <a:latin typeface="+mn-lt"/>
            </a:rPr>
            <a:t> независимых исследований</a:t>
          </a:r>
          <a:br>
            <a:rPr lang="ru-RU" sz="1200" b="0" dirty="0">
              <a:solidFill>
                <a:srgbClr val="000000"/>
              </a:solidFill>
              <a:effectLst/>
              <a:latin typeface="+mn-lt"/>
            </a:rPr>
          </a:br>
          <a:r>
            <a:rPr lang="ru-RU" sz="1200" b="0" dirty="0">
              <a:solidFill>
                <a:srgbClr val="000000"/>
              </a:solidFill>
              <a:effectLst/>
              <a:latin typeface="+mn-lt"/>
            </a:rPr>
            <a:t>3 домена (медицина, менеджмент, образование)</a:t>
          </a:r>
          <a:br>
            <a:rPr lang="ru-RU" sz="1200" b="0" dirty="0">
              <a:solidFill>
                <a:srgbClr val="000000"/>
              </a:solidFill>
              <a:effectLst/>
              <a:latin typeface="+mn-lt"/>
            </a:rPr>
          </a:br>
          <a:r>
            <a:rPr lang="ru-RU" sz="1200" b="0" dirty="0">
              <a:solidFill>
                <a:srgbClr val="000000"/>
              </a:solidFill>
              <a:effectLst/>
              <a:latin typeface="+mn-lt"/>
            </a:rPr>
            <a:t>N&gt;2,000 совокупно</a:t>
          </a:r>
          <a:endParaRPr lang="ru-RU" sz="1200" dirty="0">
            <a:latin typeface="+mn-lt"/>
          </a:endParaRPr>
        </a:p>
      </dgm:t>
    </dgm:pt>
    <dgm:pt modelId="{CFDCD223-0E4E-4C3F-B196-461118B56D5A}" type="parTrans" cxnId="{4987D817-722E-4DD8-B661-0A35BDB78B98}">
      <dgm:prSet/>
      <dgm:spPr/>
      <dgm:t>
        <a:bodyPr/>
        <a:lstStyle/>
        <a:p>
          <a:endParaRPr lang="ru-RU"/>
        </a:p>
      </dgm:t>
    </dgm:pt>
    <dgm:pt modelId="{757B961D-93D6-441D-892A-1F003BC975AA}" type="sibTrans" cxnId="{4987D817-722E-4DD8-B661-0A35BDB78B98}">
      <dgm:prSet/>
      <dgm:spPr/>
      <dgm:t>
        <a:bodyPr/>
        <a:lstStyle/>
        <a:p>
          <a:endParaRPr lang="ru-RU"/>
        </a:p>
      </dgm:t>
    </dgm:pt>
    <dgm:pt modelId="{87D65674-3424-4107-9108-363768FA3079}" type="pres">
      <dgm:prSet presAssocID="{76BF2038-7DEF-4F56-A839-52AEECA2E5DF}" presName="vert0" presStyleCnt="0">
        <dgm:presLayoutVars>
          <dgm:dir/>
          <dgm:animOne val="branch"/>
          <dgm:animLvl val="lvl"/>
        </dgm:presLayoutVars>
      </dgm:prSet>
      <dgm:spPr/>
    </dgm:pt>
    <dgm:pt modelId="{D32F9779-4F3F-490A-B6D7-466F81CA8050}" type="pres">
      <dgm:prSet presAssocID="{CC6BDDA0-CD77-4AD2-866D-862D622B5457}" presName="thickLine" presStyleLbl="alignNode1" presStyleIdx="0" presStyleCnt="3"/>
      <dgm:spPr/>
    </dgm:pt>
    <dgm:pt modelId="{2028F8E6-C767-4791-B1B7-B72D580C1B87}" type="pres">
      <dgm:prSet presAssocID="{CC6BDDA0-CD77-4AD2-866D-862D622B5457}" presName="horz1" presStyleCnt="0"/>
      <dgm:spPr/>
    </dgm:pt>
    <dgm:pt modelId="{182BFE23-AD95-46B6-8A86-B6AF5C08CD81}" type="pres">
      <dgm:prSet presAssocID="{CC6BDDA0-CD77-4AD2-866D-862D622B5457}" presName="tx1" presStyleLbl="revTx" presStyleIdx="0" presStyleCnt="9"/>
      <dgm:spPr/>
    </dgm:pt>
    <dgm:pt modelId="{826DA37D-FADE-415C-9849-BD3850A3F5C3}" type="pres">
      <dgm:prSet presAssocID="{CC6BDDA0-CD77-4AD2-866D-862D622B5457}" presName="vert1" presStyleCnt="0"/>
      <dgm:spPr/>
    </dgm:pt>
    <dgm:pt modelId="{0BE6AF89-EFF5-4F5E-B37D-8AE9DBF683D9}" type="pres">
      <dgm:prSet presAssocID="{442760A4-2A23-4848-ADB9-F2D513B4A392}" presName="vertSpace2a" presStyleCnt="0"/>
      <dgm:spPr/>
    </dgm:pt>
    <dgm:pt modelId="{D7B0A1B6-72D5-4FED-9F04-BB77C6D59AC1}" type="pres">
      <dgm:prSet presAssocID="{442760A4-2A23-4848-ADB9-F2D513B4A392}" presName="horz2" presStyleCnt="0"/>
      <dgm:spPr/>
    </dgm:pt>
    <dgm:pt modelId="{8C3921B9-2308-404D-8628-674E2448C48A}" type="pres">
      <dgm:prSet presAssocID="{442760A4-2A23-4848-ADB9-F2D513B4A392}" presName="horzSpace2" presStyleCnt="0"/>
      <dgm:spPr/>
    </dgm:pt>
    <dgm:pt modelId="{D9101D8A-1DF5-468F-B2FE-8496CF2FFA70}" type="pres">
      <dgm:prSet presAssocID="{442760A4-2A23-4848-ADB9-F2D513B4A392}" presName="tx2" presStyleLbl="revTx" presStyleIdx="1" presStyleCnt="9" custLinFactNeighborY="-3128"/>
      <dgm:spPr/>
    </dgm:pt>
    <dgm:pt modelId="{A427526C-FF31-4E2B-86CC-41238B4B0C00}" type="pres">
      <dgm:prSet presAssocID="{442760A4-2A23-4848-ADB9-F2D513B4A392}" presName="vert2" presStyleCnt="0"/>
      <dgm:spPr/>
    </dgm:pt>
    <dgm:pt modelId="{9508BBA4-702D-4C30-9C4D-D690E1278721}" type="pres">
      <dgm:prSet presAssocID="{442760A4-2A23-4848-ADB9-F2D513B4A392}" presName="thinLine2b" presStyleLbl="callout" presStyleIdx="0" presStyleCnt="6"/>
      <dgm:spPr/>
    </dgm:pt>
    <dgm:pt modelId="{487F1F2F-1692-4EC4-8E8D-BEAB4C36112D}" type="pres">
      <dgm:prSet presAssocID="{442760A4-2A23-4848-ADB9-F2D513B4A392}" presName="vertSpace2b" presStyleCnt="0"/>
      <dgm:spPr/>
    </dgm:pt>
    <dgm:pt modelId="{014DAF05-63B5-4D3D-9B06-DC7FAB525A1F}" type="pres">
      <dgm:prSet presAssocID="{CB8B7B11-50BA-4FF7-BE4E-AEAB800A47DC}" presName="horz2" presStyleCnt="0"/>
      <dgm:spPr/>
    </dgm:pt>
    <dgm:pt modelId="{8BC2EBB0-1629-4456-A752-1FD865E29E7F}" type="pres">
      <dgm:prSet presAssocID="{CB8B7B11-50BA-4FF7-BE4E-AEAB800A47DC}" presName="horzSpace2" presStyleCnt="0"/>
      <dgm:spPr/>
    </dgm:pt>
    <dgm:pt modelId="{FAA3BD74-E629-472E-8AA5-92436DAFEAAC}" type="pres">
      <dgm:prSet presAssocID="{CB8B7B11-50BA-4FF7-BE4E-AEAB800A47DC}" presName="tx2" presStyleLbl="revTx" presStyleIdx="2" presStyleCnt="9" custLinFactNeighborY="-3128"/>
      <dgm:spPr/>
    </dgm:pt>
    <dgm:pt modelId="{0477C59D-CF2B-42D1-A627-00521AB160C3}" type="pres">
      <dgm:prSet presAssocID="{CB8B7B11-50BA-4FF7-BE4E-AEAB800A47DC}" presName="vert2" presStyleCnt="0"/>
      <dgm:spPr/>
    </dgm:pt>
    <dgm:pt modelId="{F563C1A0-3D7E-4C00-B828-71C0DDC2BE75}" type="pres">
      <dgm:prSet presAssocID="{CB8B7B11-50BA-4FF7-BE4E-AEAB800A47DC}" presName="thinLine2b" presStyleLbl="callout" presStyleIdx="1" presStyleCnt="6"/>
      <dgm:spPr>
        <a:ln>
          <a:noFill/>
        </a:ln>
      </dgm:spPr>
    </dgm:pt>
    <dgm:pt modelId="{181FA41F-AAF7-46C8-8BF3-3325566E3C79}" type="pres">
      <dgm:prSet presAssocID="{CB8B7B11-50BA-4FF7-BE4E-AEAB800A47DC}" presName="vertSpace2b" presStyleCnt="0"/>
      <dgm:spPr/>
    </dgm:pt>
    <dgm:pt modelId="{7E77493A-DE99-49DA-8CFC-10FD43CDB0E1}" type="pres">
      <dgm:prSet presAssocID="{A4A31798-01BB-474C-A7CF-34144F34D20D}" presName="thickLine" presStyleLbl="alignNode1" presStyleIdx="1" presStyleCnt="3"/>
      <dgm:spPr/>
    </dgm:pt>
    <dgm:pt modelId="{2F23BD46-EDED-40F6-8882-CD6862CB2534}" type="pres">
      <dgm:prSet presAssocID="{A4A31798-01BB-474C-A7CF-34144F34D20D}" presName="horz1" presStyleCnt="0"/>
      <dgm:spPr/>
    </dgm:pt>
    <dgm:pt modelId="{8734AFD0-7A1A-4DDA-9D62-47A7714797F9}" type="pres">
      <dgm:prSet presAssocID="{A4A31798-01BB-474C-A7CF-34144F34D20D}" presName="tx1" presStyleLbl="revTx" presStyleIdx="3" presStyleCnt="9"/>
      <dgm:spPr/>
    </dgm:pt>
    <dgm:pt modelId="{C09702CD-F651-452B-B2A7-AB131DFF208D}" type="pres">
      <dgm:prSet presAssocID="{A4A31798-01BB-474C-A7CF-34144F34D20D}" presName="vert1" presStyleCnt="0"/>
      <dgm:spPr/>
    </dgm:pt>
    <dgm:pt modelId="{BDEBFCB5-FFD0-4896-BFDF-ABD1BEB73B15}" type="pres">
      <dgm:prSet presAssocID="{2BF1B4F9-C1C9-40EE-BC9A-63315125C552}" presName="vertSpace2a" presStyleCnt="0"/>
      <dgm:spPr/>
    </dgm:pt>
    <dgm:pt modelId="{1C1C38F8-A6A1-4A06-B047-566347244CF0}" type="pres">
      <dgm:prSet presAssocID="{2BF1B4F9-C1C9-40EE-BC9A-63315125C552}" presName="horz2" presStyleCnt="0"/>
      <dgm:spPr/>
    </dgm:pt>
    <dgm:pt modelId="{75A014CC-2F83-4753-8976-DF0A0EAB6419}" type="pres">
      <dgm:prSet presAssocID="{2BF1B4F9-C1C9-40EE-BC9A-63315125C552}" presName="horzSpace2" presStyleCnt="0"/>
      <dgm:spPr/>
    </dgm:pt>
    <dgm:pt modelId="{5AEE0FC8-7720-4ABA-83A1-20E71CA7B3F8}" type="pres">
      <dgm:prSet presAssocID="{2BF1B4F9-C1C9-40EE-BC9A-63315125C552}" presName="tx2" presStyleLbl="revTx" presStyleIdx="4" presStyleCnt="9" custLinFactNeighborY="-3128"/>
      <dgm:spPr/>
    </dgm:pt>
    <dgm:pt modelId="{DEB8FD6C-0787-48E5-BE97-85764EAEF9D3}" type="pres">
      <dgm:prSet presAssocID="{2BF1B4F9-C1C9-40EE-BC9A-63315125C552}" presName="vert2" presStyleCnt="0"/>
      <dgm:spPr/>
    </dgm:pt>
    <dgm:pt modelId="{B11920DA-9C19-4EB8-BFD3-FCC936374217}" type="pres">
      <dgm:prSet presAssocID="{2BF1B4F9-C1C9-40EE-BC9A-63315125C552}" presName="thinLine2b" presStyleLbl="callout" presStyleIdx="2" presStyleCnt="6"/>
      <dgm:spPr/>
    </dgm:pt>
    <dgm:pt modelId="{853E3F54-2B76-4F16-8D56-B85DCFACD2AD}" type="pres">
      <dgm:prSet presAssocID="{2BF1B4F9-C1C9-40EE-BC9A-63315125C552}" presName="vertSpace2b" presStyleCnt="0"/>
      <dgm:spPr/>
    </dgm:pt>
    <dgm:pt modelId="{69654215-357F-4A69-94F0-BBFB95EF7551}" type="pres">
      <dgm:prSet presAssocID="{93A0C6F5-DDE6-4766-A5C1-BADA6FEF558B}" presName="horz2" presStyleCnt="0"/>
      <dgm:spPr/>
    </dgm:pt>
    <dgm:pt modelId="{CB4FE4CA-531C-4543-B871-A504C84AFC89}" type="pres">
      <dgm:prSet presAssocID="{93A0C6F5-DDE6-4766-A5C1-BADA6FEF558B}" presName="horzSpace2" presStyleCnt="0"/>
      <dgm:spPr/>
    </dgm:pt>
    <dgm:pt modelId="{04EC0974-C7B1-4AD2-B417-40EE8F3F3A65}" type="pres">
      <dgm:prSet presAssocID="{93A0C6F5-DDE6-4766-A5C1-BADA6FEF558B}" presName="tx2" presStyleLbl="revTx" presStyleIdx="5" presStyleCnt="9" custLinFactNeighborY="-3128"/>
      <dgm:spPr/>
    </dgm:pt>
    <dgm:pt modelId="{9E1A1C43-D374-4A43-BFFB-70FEA476E2AD}" type="pres">
      <dgm:prSet presAssocID="{93A0C6F5-DDE6-4766-A5C1-BADA6FEF558B}" presName="vert2" presStyleCnt="0"/>
      <dgm:spPr/>
    </dgm:pt>
    <dgm:pt modelId="{5534AD0C-FAD7-4444-AB39-028C7B46BA89}" type="pres">
      <dgm:prSet presAssocID="{93A0C6F5-DDE6-4766-A5C1-BADA6FEF558B}" presName="thinLine2b" presStyleLbl="callout" presStyleIdx="3" presStyleCnt="6" custFlipVert="1" custSzY="51538" custScaleX="99869"/>
      <dgm:spPr>
        <a:ln>
          <a:noFill/>
        </a:ln>
      </dgm:spPr>
    </dgm:pt>
    <dgm:pt modelId="{309CB92C-E220-4264-94CD-03FA308BD0DD}" type="pres">
      <dgm:prSet presAssocID="{93A0C6F5-DDE6-4766-A5C1-BADA6FEF558B}" presName="vertSpace2b" presStyleCnt="0"/>
      <dgm:spPr/>
    </dgm:pt>
    <dgm:pt modelId="{EB2E7281-E679-4C66-9031-6854B857821B}" type="pres">
      <dgm:prSet presAssocID="{47588DE3-4C1F-484F-A7AE-85A702EE8805}" presName="thickLine" presStyleLbl="alignNode1" presStyleIdx="2" presStyleCnt="3"/>
      <dgm:spPr/>
    </dgm:pt>
    <dgm:pt modelId="{71AEA696-3EE9-4488-BE47-3A3AAF22BA88}" type="pres">
      <dgm:prSet presAssocID="{47588DE3-4C1F-484F-A7AE-85A702EE8805}" presName="horz1" presStyleCnt="0"/>
      <dgm:spPr/>
    </dgm:pt>
    <dgm:pt modelId="{38E90E12-79D1-4389-BD2A-F35A9E0BDF31}" type="pres">
      <dgm:prSet presAssocID="{47588DE3-4C1F-484F-A7AE-85A702EE8805}" presName="tx1" presStyleLbl="revTx" presStyleIdx="6" presStyleCnt="9"/>
      <dgm:spPr/>
    </dgm:pt>
    <dgm:pt modelId="{0F0FDEB0-78B0-4CBB-A0DC-ED223DE049DA}" type="pres">
      <dgm:prSet presAssocID="{47588DE3-4C1F-484F-A7AE-85A702EE8805}" presName="vert1" presStyleCnt="0"/>
      <dgm:spPr/>
    </dgm:pt>
    <dgm:pt modelId="{ACB40410-2E1E-4315-A229-15588F2BBFCB}" type="pres">
      <dgm:prSet presAssocID="{7BEA82A4-88AD-40B7-870F-48C15C7523B8}" presName="vertSpace2a" presStyleCnt="0"/>
      <dgm:spPr/>
    </dgm:pt>
    <dgm:pt modelId="{B556F045-697C-4948-8923-D16D186466A4}" type="pres">
      <dgm:prSet presAssocID="{7BEA82A4-88AD-40B7-870F-48C15C7523B8}" presName="horz2" presStyleCnt="0"/>
      <dgm:spPr/>
    </dgm:pt>
    <dgm:pt modelId="{252521CC-852A-467C-A8AD-412E25894A3F}" type="pres">
      <dgm:prSet presAssocID="{7BEA82A4-88AD-40B7-870F-48C15C7523B8}" presName="horzSpace2" presStyleCnt="0"/>
      <dgm:spPr/>
    </dgm:pt>
    <dgm:pt modelId="{77E9AD36-5524-4279-B1F9-894008EA8C77}" type="pres">
      <dgm:prSet presAssocID="{7BEA82A4-88AD-40B7-870F-48C15C7523B8}" presName="tx2" presStyleLbl="revTx" presStyleIdx="7" presStyleCnt="9"/>
      <dgm:spPr/>
    </dgm:pt>
    <dgm:pt modelId="{B6971262-32B9-4FE5-8282-FB9B7092F828}" type="pres">
      <dgm:prSet presAssocID="{7BEA82A4-88AD-40B7-870F-48C15C7523B8}" presName="vert2" presStyleCnt="0"/>
      <dgm:spPr/>
    </dgm:pt>
    <dgm:pt modelId="{1C1B3510-488A-4FE8-BC6E-0CD6C3F61519}" type="pres">
      <dgm:prSet presAssocID="{7BEA82A4-88AD-40B7-870F-48C15C7523B8}" presName="thinLine2b" presStyleLbl="callout" presStyleIdx="4" presStyleCnt="6"/>
      <dgm:spPr/>
    </dgm:pt>
    <dgm:pt modelId="{E7881CAD-E895-4BAD-8FB4-CB8CC1520770}" type="pres">
      <dgm:prSet presAssocID="{7BEA82A4-88AD-40B7-870F-48C15C7523B8}" presName="vertSpace2b" presStyleCnt="0"/>
      <dgm:spPr/>
    </dgm:pt>
    <dgm:pt modelId="{47348334-4596-46E3-B04E-328881251BF9}" type="pres">
      <dgm:prSet presAssocID="{71D943F2-B513-4B1D-833B-644EE7C73518}" presName="horz2" presStyleCnt="0"/>
      <dgm:spPr/>
    </dgm:pt>
    <dgm:pt modelId="{47C04B24-F785-4589-B565-AB128A842E8A}" type="pres">
      <dgm:prSet presAssocID="{71D943F2-B513-4B1D-833B-644EE7C73518}" presName="horzSpace2" presStyleCnt="0"/>
      <dgm:spPr/>
    </dgm:pt>
    <dgm:pt modelId="{A284D6FB-C1CB-43F9-9D21-78C37C104B08}" type="pres">
      <dgm:prSet presAssocID="{71D943F2-B513-4B1D-833B-644EE7C73518}" presName="tx2" presStyleLbl="revTx" presStyleIdx="8" presStyleCnt="9"/>
      <dgm:spPr/>
    </dgm:pt>
    <dgm:pt modelId="{B0D9969F-0B20-4709-B81D-5846F880C2F8}" type="pres">
      <dgm:prSet presAssocID="{71D943F2-B513-4B1D-833B-644EE7C73518}" presName="vert2" presStyleCnt="0"/>
      <dgm:spPr/>
    </dgm:pt>
    <dgm:pt modelId="{6C8AEE3A-1C09-496B-800F-0AC34F54F01A}" type="pres">
      <dgm:prSet presAssocID="{71D943F2-B513-4B1D-833B-644EE7C73518}" presName="thinLine2b" presStyleLbl="callout" presStyleIdx="5" presStyleCnt="6"/>
      <dgm:spPr/>
    </dgm:pt>
    <dgm:pt modelId="{6C9B0316-5C0B-4A7A-908C-F5855B1F6FD0}" type="pres">
      <dgm:prSet presAssocID="{71D943F2-B513-4B1D-833B-644EE7C73518}" presName="vertSpace2b" presStyleCnt="0"/>
      <dgm:spPr/>
    </dgm:pt>
  </dgm:ptLst>
  <dgm:cxnLst>
    <dgm:cxn modelId="{2BD64010-BFD3-4FE6-A637-690511861A24}" type="presOf" srcId="{CC6BDDA0-CD77-4AD2-866D-862D622B5457}" destId="{182BFE23-AD95-46B6-8A86-B6AF5C08CD81}" srcOrd="0" destOrd="0" presId="urn:microsoft.com/office/officeart/2008/layout/LinedList"/>
    <dgm:cxn modelId="{7086EE14-7C71-4303-9544-03C31BC92DD4}" type="presOf" srcId="{2BF1B4F9-C1C9-40EE-BC9A-63315125C552}" destId="{5AEE0FC8-7720-4ABA-83A1-20E71CA7B3F8}" srcOrd="0" destOrd="0" presId="urn:microsoft.com/office/officeart/2008/layout/LinedList"/>
    <dgm:cxn modelId="{4987D817-722E-4DD8-B661-0A35BDB78B98}" srcId="{47588DE3-4C1F-484F-A7AE-85A702EE8805}" destId="{71D943F2-B513-4B1D-833B-644EE7C73518}" srcOrd="1" destOrd="0" parTransId="{CFDCD223-0E4E-4C3F-B196-461118B56D5A}" sibTransId="{757B961D-93D6-441D-892A-1F003BC975AA}"/>
    <dgm:cxn modelId="{30B2C62A-191B-41B3-BB8D-FB7F4ABEDE65}" type="presOf" srcId="{CB8B7B11-50BA-4FF7-BE4E-AEAB800A47DC}" destId="{FAA3BD74-E629-472E-8AA5-92436DAFEAAC}" srcOrd="0" destOrd="0" presId="urn:microsoft.com/office/officeart/2008/layout/LinedList"/>
    <dgm:cxn modelId="{90A7652C-D53F-4CFA-90E2-93E9C8D52E99}" srcId="{CC6BDDA0-CD77-4AD2-866D-862D622B5457}" destId="{442760A4-2A23-4848-ADB9-F2D513B4A392}" srcOrd="0" destOrd="0" parTransId="{E126DEC1-1CD2-46FF-86EE-D42BBAEAD42A}" sibTransId="{C30B7BA0-C178-443C-85B6-C8CBD34064C1}"/>
    <dgm:cxn modelId="{9D582730-1C56-46D1-A573-4CBB8BB89E6B}" type="presOf" srcId="{93A0C6F5-DDE6-4766-A5C1-BADA6FEF558B}" destId="{04EC0974-C7B1-4AD2-B417-40EE8F3F3A65}" srcOrd="0" destOrd="0" presId="urn:microsoft.com/office/officeart/2008/layout/LinedList"/>
    <dgm:cxn modelId="{21501C43-6265-4494-A2D8-866C2844E438}" type="presOf" srcId="{442760A4-2A23-4848-ADB9-F2D513B4A392}" destId="{D9101D8A-1DF5-468F-B2FE-8496CF2FFA70}" srcOrd="0" destOrd="0" presId="urn:microsoft.com/office/officeart/2008/layout/LinedList"/>
    <dgm:cxn modelId="{F27C8E67-082B-4BF0-9A4C-A66A433232E6}" type="presOf" srcId="{71D943F2-B513-4B1D-833B-644EE7C73518}" destId="{A284D6FB-C1CB-43F9-9D21-78C37C104B08}" srcOrd="0" destOrd="0" presId="urn:microsoft.com/office/officeart/2008/layout/LinedList"/>
    <dgm:cxn modelId="{C961846F-6640-4FDB-B704-43F85E04AE81}" srcId="{76BF2038-7DEF-4F56-A839-52AEECA2E5DF}" destId="{CC6BDDA0-CD77-4AD2-866D-862D622B5457}" srcOrd="0" destOrd="0" parTransId="{23F35DFD-9C3B-4492-86EC-BD006ABB70C5}" sibTransId="{7CB69093-935D-4FC7-8DE2-D4C6416069BA}"/>
    <dgm:cxn modelId="{FF5E0181-4C00-44E5-BAAF-FBFC96624D41}" srcId="{47588DE3-4C1F-484F-A7AE-85A702EE8805}" destId="{7BEA82A4-88AD-40B7-870F-48C15C7523B8}" srcOrd="0" destOrd="0" parTransId="{344D7E59-5F77-4067-9B73-8E8DEF4BFC6E}" sibTransId="{CDD8917E-B991-4802-930C-AD1122323A84}"/>
    <dgm:cxn modelId="{647A7B86-FEC1-4961-94AB-7CE3621D469B}" srcId="{76BF2038-7DEF-4F56-A839-52AEECA2E5DF}" destId="{A4A31798-01BB-474C-A7CF-34144F34D20D}" srcOrd="1" destOrd="0" parTransId="{06F1B6F2-76B1-43BF-A9E9-322EA53E1B02}" sibTransId="{4F8FF913-20BD-427D-ADD8-D0E308AC8465}"/>
    <dgm:cxn modelId="{BCA87892-799E-4BC7-A1BC-43E3241BED18}" type="presOf" srcId="{7BEA82A4-88AD-40B7-870F-48C15C7523B8}" destId="{77E9AD36-5524-4279-B1F9-894008EA8C77}" srcOrd="0" destOrd="0" presId="urn:microsoft.com/office/officeart/2008/layout/LinedList"/>
    <dgm:cxn modelId="{3F48449C-FF53-45AF-9E8F-087496CC988B}" srcId="{A4A31798-01BB-474C-A7CF-34144F34D20D}" destId="{93A0C6F5-DDE6-4766-A5C1-BADA6FEF558B}" srcOrd="1" destOrd="0" parTransId="{B90D7777-A5B4-4ACF-AEFA-3693886A5FE3}" sibTransId="{3D9EB6F8-A98E-4FAF-B6C0-6234BE2C5BFC}"/>
    <dgm:cxn modelId="{A4F433AD-F783-4725-AA01-4105819B3761}" type="presOf" srcId="{76BF2038-7DEF-4F56-A839-52AEECA2E5DF}" destId="{87D65674-3424-4107-9108-363768FA3079}" srcOrd="0" destOrd="0" presId="urn:microsoft.com/office/officeart/2008/layout/LinedList"/>
    <dgm:cxn modelId="{8FE729B1-E372-4BBA-B089-E3148F37DD08}" srcId="{76BF2038-7DEF-4F56-A839-52AEECA2E5DF}" destId="{47588DE3-4C1F-484F-A7AE-85A702EE8805}" srcOrd="2" destOrd="0" parTransId="{82FB3EFC-20C5-48E2-BA52-28D5179A01C1}" sibTransId="{B8E3D961-A494-450C-9F3B-33510EA486F1}"/>
    <dgm:cxn modelId="{E01300C7-4C0A-4DE3-94EE-6D771A78ADF1}" type="presOf" srcId="{47588DE3-4C1F-484F-A7AE-85A702EE8805}" destId="{38E90E12-79D1-4389-BD2A-F35A9E0BDF31}" srcOrd="0" destOrd="0" presId="urn:microsoft.com/office/officeart/2008/layout/LinedList"/>
    <dgm:cxn modelId="{16F6DCDC-A23C-4540-963A-139C66716B19}" srcId="{A4A31798-01BB-474C-A7CF-34144F34D20D}" destId="{2BF1B4F9-C1C9-40EE-BC9A-63315125C552}" srcOrd="0" destOrd="0" parTransId="{CDFF13F1-A14F-4A51-8E2E-DA7611BF019A}" sibTransId="{FE41AFC5-0081-489A-9C7D-AA8D51B9092E}"/>
    <dgm:cxn modelId="{94CEE3EB-9C53-4261-A82B-1791F8C0491E}" type="presOf" srcId="{A4A31798-01BB-474C-A7CF-34144F34D20D}" destId="{8734AFD0-7A1A-4DDA-9D62-47A7714797F9}" srcOrd="0" destOrd="0" presId="urn:microsoft.com/office/officeart/2008/layout/LinedList"/>
    <dgm:cxn modelId="{3FCE9BFE-CFD1-45B4-AB51-000075092036}" srcId="{CC6BDDA0-CD77-4AD2-866D-862D622B5457}" destId="{CB8B7B11-50BA-4FF7-BE4E-AEAB800A47DC}" srcOrd="1" destOrd="0" parTransId="{00458149-0B25-42DD-AF6D-EC8F4AD4426C}" sibTransId="{F6FBDB85-7762-4E34-A90F-19C1AA254F82}"/>
    <dgm:cxn modelId="{5149F2FA-906C-40A0-AECA-8FD71B23310A}" type="presParOf" srcId="{87D65674-3424-4107-9108-363768FA3079}" destId="{D32F9779-4F3F-490A-B6D7-466F81CA8050}" srcOrd="0" destOrd="0" presId="urn:microsoft.com/office/officeart/2008/layout/LinedList"/>
    <dgm:cxn modelId="{3F0A86C2-C7B2-4EEB-8915-176A7D81AC1B}" type="presParOf" srcId="{87D65674-3424-4107-9108-363768FA3079}" destId="{2028F8E6-C767-4791-B1B7-B72D580C1B87}" srcOrd="1" destOrd="0" presId="urn:microsoft.com/office/officeart/2008/layout/LinedList"/>
    <dgm:cxn modelId="{669F7256-9294-4729-BF0E-8E3B0BA87D95}" type="presParOf" srcId="{2028F8E6-C767-4791-B1B7-B72D580C1B87}" destId="{182BFE23-AD95-46B6-8A86-B6AF5C08CD81}" srcOrd="0" destOrd="0" presId="urn:microsoft.com/office/officeart/2008/layout/LinedList"/>
    <dgm:cxn modelId="{0F3AF535-8DEE-4F0C-9257-EE74369C1C60}" type="presParOf" srcId="{2028F8E6-C767-4791-B1B7-B72D580C1B87}" destId="{826DA37D-FADE-415C-9849-BD3850A3F5C3}" srcOrd="1" destOrd="0" presId="urn:microsoft.com/office/officeart/2008/layout/LinedList"/>
    <dgm:cxn modelId="{D729C0D4-5FB2-488B-9510-A8D9CCF90E34}" type="presParOf" srcId="{826DA37D-FADE-415C-9849-BD3850A3F5C3}" destId="{0BE6AF89-EFF5-4F5E-B37D-8AE9DBF683D9}" srcOrd="0" destOrd="0" presId="urn:microsoft.com/office/officeart/2008/layout/LinedList"/>
    <dgm:cxn modelId="{6F4DA3B4-BAB3-4E9D-B3DE-FB2D78582607}" type="presParOf" srcId="{826DA37D-FADE-415C-9849-BD3850A3F5C3}" destId="{D7B0A1B6-72D5-4FED-9F04-BB77C6D59AC1}" srcOrd="1" destOrd="0" presId="urn:microsoft.com/office/officeart/2008/layout/LinedList"/>
    <dgm:cxn modelId="{AACB4FD5-1FEA-4E73-A325-7D06C0ADD902}" type="presParOf" srcId="{D7B0A1B6-72D5-4FED-9F04-BB77C6D59AC1}" destId="{8C3921B9-2308-404D-8628-674E2448C48A}" srcOrd="0" destOrd="0" presId="urn:microsoft.com/office/officeart/2008/layout/LinedList"/>
    <dgm:cxn modelId="{BD39F9F8-ECBB-44E5-92B1-B7C449A682F4}" type="presParOf" srcId="{D7B0A1B6-72D5-4FED-9F04-BB77C6D59AC1}" destId="{D9101D8A-1DF5-468F-B2FE-8496CF2FFA70}" srcOrd="1" destOrd="0" presId="urn:microsoft.com/office/officeart/2008/layout/LinedList"/>
    <dgm:cxn modelId="{A3C3B11A-4843-4678-9347-B4302B375C4E}" type="presParOf" srcId="{D7B0A1B6-72D5-4FED-9F04-BB77C6D59AC1}" destId="{A427526C-FF31-4E2B-86CC-41238B4B0C00}" srcOrd="2" destOrd="0" presId="urn:microsoft.com/office/officeart/2008/layout/LinedList"/>
    <dgm:cxn modelId="{B3078A42-E442-4ADD-B7AA-BAD48BF2BDF2}" type="presParOf" srcId="{826DA37D-FADE-415C-9849-BD3850A3F5C3}" destId="{9508BBA4-702D-4C30-9C4D-D690E1278721}" srcOrd="2" destOrd="0" presId="urn:microsoft.com/office/officeart/2008/layout/LinedList"/>
    <dgm:cxn modelId="{E983457C-DFF2-4246-9B57-3907A8976DC6}" type="presParOf" srcId="{826DA37D-FADE-415C-9849-BD3850A3F5C3}" destId="{487F1F2F-1692-4EC4-8E8D-BEAB4C36112D}" srcOrd="3" destOrd="0" presId="urn:microsoft.com/office/officeart/2008/layout/LinedList"/>
    <dgm:cxn modelId="{8BB13EE2-30AA-457E-A6CF-4915C9DD4D8F}" type="presParOf" srcId="{826DA37D-FADE-415C-9849-BD3850A3F5C3}" destId="{014DAF05-63B5-4D3D-9B06-DC7FAB525A1F}" srcOrd="4" destOrd="0" presId="urn:microsoft.com/office/officeart/2008/layout/LinedList"/>
    <dgm:cxn modelId="{6CF95803-8535-4272-8810-3CE8387C8DC6}" type="presParOf" srcId="{014DAF05-63B5-4D3D-9B06-DC7FAB525A1F}" destId="{8BC2EBB0-1629-4456-A752-1FD865E29E7F}" srcOrd="0" destOrd="0" presId="urn:microsoft.com/office/officeart/2008/layout/LinedList"/>
    <dgm:cxn modelId="{28F1E03F-0246-4594-A243-9BF9965BCB73}" type="presParOf" srcId="{014DAF05-63B5-4D3D-9B06-DC7FAB525A1F}" destId="{FAA3BD74-E629-472E-8AA5-92436DAFEAAC}" srcOrd="1" destOrd="0" presId="urn:microsoft.com/office/officeart/2008/layout/LinedList"/>
    <dgm:cxn modelId="{A1198C5B-51C2-46B2-BD73-5A11B106D3BF}" type="presParOf" srcId="{014DAF05-63B5-4D3D-9B06-DC7FAB525A1F}" destId="{0477C59D-CF2B-42D1-A627-00521AB160C3}" srcOrd="2" destOrd="0" presId="urn:microsoft.com/office/officeart/2008/layout/LinedList"/>
    <dgm:cxn modelId="{AA18D8B7-FA2D-4752-AF6F-B38731C8374C}" type="presParOf" srcId="{826DA37D-FADE-415C-9849-BD3850A3F5C3}" destId="{F563C1A0-3D7E-4C00-B828-71C0DDC2BE75}" srcOrd="5" destOrd="0" presId="urn:microsoft.com/office/officeart/2008/layout/LinedList"/>
    <dgm:cxn modelId="{1887DFAB-E332-476A-8D79-F4379F60FA39}" type="presParOf" srcId="{826DA37D-FADE-415C-9849-BD3850A3F5C3}" destId="{181FA41F-AAF7-46C8-8BF3-3325566E3C79}" srcOrd="6" destOrd="0" presId="urn:microsoft.com/office/officeart/2008/layout/LinedList"/>
    <dgm:cxn modelId="{CBA4DAC9-0180-42ED-A5C1-DA7598E8E34B}" type="presParOf" srcId="{87D65674-3424-4107-9108-363768FA3079}" destId="{7E77493A-DE99-49DA-8CFC-10FD43CDB0E1}" srcOrd="2" destOrd="0" presId="urn:microsoft.com/office/officeart/2008/layout/LinedList"/>
    <dgm:cxn modelId="{D492F671-09A2-4468-8C25-88E1DF3D7BB2}" type="presParOf" srcId="{87D65674-3424-4107-9108-363768FA3079}" destId="{2F23BD46-EDED-40F6-8882-CD6862CB2534}" srcOrd="3" destOrd="0" presId="urn:microsoft.com/office/officeart/2008/layout/LinedList"/>
    <dgm:cxn modelId="{98188428-B84E-4680-97B7-A1FAC1CFDF94}" type="presParOf" srcId="{2F23BD46-EDED-40F6-8882-CD6862CB2534}" destId="{8734AFD0-7A1A-4DDA-9D62-47A7714797F9}" srcOrd="0" destOrd="0" presId="urn:microsoft.com/office/officeart/2008/layout/LinedList"/>
    <dgm:cxn modelId="{1B4BE94C-C739-431D-87AC-562C7F865D4D}" type="presParOf" srcId="{2F23BD46-EDED-40F6-8882-CD6862CB2534}" destId="{C09702CD-F651-452B-B2A7-AB131DFF208D}" srcOrd="1" destOrd="0" presId="urn:microsoft.com/office/officeart/2008/layout/LinedList"/>
    <dgm:cxn modelId="{68317E38-2FC8-447D-9297-E4F16B312702}" type="presParOf" srcId="{C09702CD-F651-452B-B2A7-AB131DFF208D}" destId="{BDEBFCB5-FFD0-4896-BFDF-ABD1BEB73B15}" srcOrd="0" destOrd="0" presId="urn:microsoft.com/office/officeart/2008/layout/LinedList"/>
    <dgm:cxn modelId="{688BFC36-99F9-4A5A-8BC4-BC1D395CFA49}" type="presParOf" srcId="{C09702CD-F651-452B-B2A7-AB131DFF208D}" destId="{1C1C38F8-A6A1-4A06-B047-566347244CF0}" srcOrd="1" destOrd="0" presId="urn:microsoft.com/office/officeart/2008/layout/LinedList"/>
    <dgm:cxn modelId="{3C37F458-E13C-4B30-BECC-D11FA973036D}" type="presParOf" srcId="{1C1C38F8-A6A1-4A06-B047-566347244CF0}" destId="{75A014CC-2F83-4753-8976-DF0A0EAB6419}" srcOrd="0" destOrd="0" presId="urn:microsoft.com/office/officeart/2008/layout/LinedList"/>
    <dgm:cxn modelId="{3A32C98D-7B59-4D28-B487-CCA16676B46E}" type="presParOf" srcId="{1C1C38F8-A6A1-4A06-B047-566347244CF0}" destId="{5AEE0FC8-7720-4ABA-83A1-20E71CA7B3F8}" srcOrd="1" destOrd="0" presId="urn:microsoft.com/office/officeart/2008/layout/LinedList"/>
    <dgm:cxn modelId="{6A463ADD-037F-47B1-9896-2C74EC49A15F}" type="presParOf" srcId="{1C1C38F8-A6A1-4A06-B047-566347244CF0}" destId="{DEB8FD6C-0787-48E5-BE97-85764EAEF9D3}" srcOrd="2" destOrd="0" presId="urn:microsoft.com/office/officeart/2008/layout/LinedList"/>
    <dgm:cxn modelId="{010F8F3C-802A-4D1D-96D1-BEC6BCD2BEB5}" type="presParOf" srcId="{C09702CD-F651-452B-B2A7-AB131DFF208D}" destId="{B11920DA-9C19-4EB8-BFD3-FCC936374217}" srcOrd="2" destOrd="0" presId="urn:microsoft.com/office/officeart/2008/layout/LinedList"/>
    <dgm:cxn modelId="{3F3C35F7-C2F4-4D8C-B979-DED7DE0774BB}" type="presParOf" srcId="{C09702CD-F651-452B-B2A7-AB131DFF208D}" destId="{853E3F54-2B76-4F16-8D56-B85DCFACD2AD}" srcOrd="3" destOrd="0" presId="urn:microsoft.com/office/officeart/2008/layout/LinedList"/>
    <dgm:cxn modelId="{10EDE2A9-62FF-4D7A-9C9F-118C627852E1}" type="presParOf" srcId="{C09702CD-F651-452B-B2A7-AB131DFF208D}" destId="{69654215-357F-4A69-94F0-BBFB95EF7551}" srcOrd="4" destOrd="0" presId="urn:microsoft.com/office/officeart/2008/layout/LinedList"/>
    <dgm:cxn modelId="{9D5DB6C7-A90A-44C1-A89F-50119BAFF2AA}" type="presParOf" srcId="{69654215-357F-4A69-94F0-BBFB95EF7551}" destId="{CB4FE4CA-531C-4543-B871-A504C84AFC89}" srcOrd="0" destOrd="0" presId="urn:microsoft.com/office/officeart/2008/layout/LinedList"/>
    <dgm:cxn modelId="{D03F92DA-E658-426F-91E9-95E540E77B2A}" type="presParOf" srcId="{69654215-357F-4A69-94F0-BBFB95EF7551}" destId="{04EC0974-C7B1-4AD2-B417-40EE8F3F3A65}" srcOrd="1" destOrd="0" presId="urn:microsoft.com/office/officeart/2008/layout/LinedList"/>
    <dgm:cxn modelId="{948A6A92-5034-45E7-ADD9-8BD54F7755BB}" type="presParOf" srcId="{69654215-357F-4A69-94F0-BBFB95EF7551}" destId="{9E1A1C43-D374-4A43-BFFB-70FEA476E2AD}" srcOrd="2" destOrd="0" presId="urn:microsoft.com/office/officeart/2008/layout/LinedList"/>
    <dgm:cxn modelId="{B689AF8C-F6A0-4738-812E-515F86E84E48}" type="presParOf" srcId="{C09702CD-F651-452B-B2A7-AB131DFF208D}" destId="{5534AD0C-FAD7-4444-AB39-028C7B46BA89}" srcOrd="5" destOrd="0" presId="urn:microsoft.com/office/officeart/2008/layout/LinedList"/>
    <dgm:cxn modelId="{4800F228-538F-4D2F-8610-2BD727D92E8F}" type="presParOf" srcId="{C09702CD-F651-452B-B2A7-AB131DFF208D}" destId="{309CB92C-E220-4264-94CD-03FA308BD0DD}" srcOrd="6" destOrd="0" presId="urn:microsoft.com/office/officeart/2008/layout/LinedList"/>
    <dgm:cxn modelId="{BA0811D0-5F26-4575-9ACD-BCB13A355A5C}" type="presParOf" srcId="{87D65674-3424-4107-9108-363768FA3079}" destId="{EB2E7281-E679-4C66-9031-6854B857821B}" srcOrd="4" destOrd="0" presId="urn:microsoft.com/office/officeart/2008/layout/LinedList"/>
    <dgm:cxn modelId="{71D94C46-1F6A-474F-88EC-0CE4EF76ED91}" type="presParOf" srcId="{87D65674-3424-4107-9108-363768FA3079}" destId="{71AEA696-3EE9-4488-BE47-3A3AAF22BA88}" srcOrd="5" destOrd="0" presId="urn:microsoft.com/office/officeart/2008/layout/LinedList"/>
    <dgm:cxn modelId="{542593A9-26A6-435D-AAC7-FAAE89ADFDE1}" type="presParOf" srcId="{71AEA696-3EE9-4488-BE47-3A3AAF22BA88}" destId="{38E90E12-79D1-4389-BD2A-F35A9E0BDF31}" srcOrd="0" destOrd="0" presId="urn:microsoft.com/office/officeart/2008/layout/LinedList"/>
    <dgm:cxn modelId="{7678D138-6A7E-42A0-B4BD-7137804A95B8}" type="presParOf" srcId="{71AEA696-3EE9-4488-BE47-3A3AAF22BA88}" destId="{0F0FDEB0-78B0-4CBB-A0DC-ED223DE049DA}" srcOrd="1" destOrd="0" presId="urn:microsoft.com/office/officeart/2008/layout/LinedList"/>
    <dgm:cxn modelId="{D185E465-3290-4B2A-907A-5386EB32E2BF}" type="presParOf" srcId="{0F0FDEB0-78B0-4CBB-A0DC-ED223DE049DA}" destId="{ACB40410-2E1E-4315-A229-15588F2BBFCB}" srcOrd="0" destOrd="0" presId="urn:microsoft.com/office/officeart/2008/layout/LinedList"/>
    <dgm:cxn modelId="{4415E8D8-3BF5-4C7A-8CB7-F81ECCFD7DEC}" type="presParOf" srcId="{0F0FDEB0-78B0-4CBB-A0DC-ED223DE049DA}" destId="{B556F045-697C-4948-8923-D16D186466A4}" srcOrd="1" destOrd="0" presId="urn:microsoft.com/office/officeart/2008/layout/LinedList"/>
    <dgm:cxn modelId="{84C8B87E-0115-4884-9CC8-9F4EBB98E5AF}" type="presParOf" srcId="{B556F045-697C-4948-8923-D16D186466A4}" destId="{252521CC-852A-467C-A8AD-412E25894A3F}" srcOrd="0" destOrd="0" presId="urn:microsoft.com/office/officeart/2008/layout/LinedList"/>
    <dgm:cxn modelId="{C741124E-6B82-450A-91BE-2C52DD9D8B21}" type="presParOf" srcId="{B556F045-697C-4948-8923-D16D186466A4}" destId="{77E9AD36-5524-4279-B1F9-894008EA8C77}" srcOrd="1" destOrd="0" presId="urn:microsoft.com/office/officeart/2008/layout/LinedList"/>
    <dgm:cxn modelId="{6E81FFA3-2BE7-454F-AA98-015577AA20F3}" type="presParOf" srcId="{B556F045-697C-4948-8923-D16D186466A4}" destId="{B6971262-32B9-4FE5-8282-FB9B7092F828}" srcOrd="2" destOrd="0" presId="urn:microsoft.com/office/officeart/2008/layout/LinedList"/>
    <dgm:cxn modelId="{C8815703-AA7B-462E-824D-761EB2FC7B1B}" type="presParOf" srcId="{0F0FDEB0-78B0-4CBB-A0DC-ED223DE049DA}" destId="{1C1B3510-488A-4FE8-BC6E-0CD6C3F61519}" srcOrd="2" destOrd="0" presId="urn:microsoft.com/office/officeart/2008/layout/LinedList"/>
    <dgm:cxn modelId="{14CA4302-495D-4548-ABBB-3CE873401730}" type="presParOf" srcId="{0F0FDEB0-78B0-4CBB-A0DC-ED223DE049DA}" destId="{E7881CAD-E895-4BAD-8FB4-CB8CC1520770}" srcOrd="3" destOrd="0" presId="urn:microsoft.com/office/officeart/2008/layout/LinedList"/>
    <dgm:cxn modelId="{94AC2DD0-FD74-4613-9E0A-7863368DA7DE}" type="presParOf" srcId="{0F0FDEB0-78B0-4CBB-A0DC-ED223DE049DA}" destId="{47348334-4596-46E3-B04E-328881251BF9}" srcOrd="4" destOrd="0" presId="urn:microsoft.com/office/officeart/2008/layout/LinedList"/>
    <dgm:cxn modelId="{670F6E9E-6A2B-4EF5-A0AF-FDE004D98E3C}" type="presParOf" srcId="{47348334-4596-46E3-B04E-328881251BF9}" destId="{47C04B24-F785-4589-B565-AB128A842E8A}" srcOrd="0" destOrd="0" presId="urn:microsoft.com/office/officeart/2008/layout/LinedList"/>
    <dgm:cxn modelId="{A5F9A347-62BD-41B4-AFD5-71278DA08D3D}" type="presParOf" srcId="{47348334-4596-46E3-B04E-328881251BF9}" destId="{A284D6FB-C1CB-43F9-9D21-78C37C104B08}" srcOrd="1" destOrd="0" presId="urn:microsoft.com/office/officeart/2008/layout/LinedList"/>
    <dgm:cxn modelId="{DB83A16E-377F-4419-814C-37AD225D1AE2}" type="presParOf" srcId="{47348334-4596-46E3-B04E-328881251BF9}" destId="{B0D9969F-0B20-4709-B81D-5846F880C2F8}" srcOrd="2" destOrd="0" presId="urn:microsoft.com/office/officeart/2008/layout/LinedList"/>
    <dgm:cxn modelId="{E2200F71-47AC-4580-BE8F-E7105ED6951E}" type="presParOf" srcId="{0F0FDEB0-78B0-4CBB-A0DC-ED223DE049DA}" destId="{6C8AEE3A-1C09-496B-800F-0AC34F54F01A}" srcOrd="5" destOrd="0" presId="urn:microsoft.com/office/officeart/2008/layout/LinedList"/>
    <dgm:cxn modelId="{6D11A3F2-1434-46C3-ACB6-C6CA72E195DE}" type="presParOf" srcId="{0F0FDEB0-78B0-4CBB-A0DC-ED223DE049DA}" destId="{6C9B0316-5C0B-4A7A-908C-F5855B1F6FD0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2A3CFF-AC20-4A2E-9C92-7440D46EFBE1}" type="doc">
      <dgm:prSet loTypeId="urn:microsoft.com/office/officeart/2005/8/layout/cycle5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D6222787-5FDA-4039-9EE7-B3288786A319}">
      <dgm:prSet phldrT="[Текст]" phldr="0" custT="1"/>
      <dgm:spPr/>
      <dgm:t>
        <a:bodyPr/>
        <a:lstStyle/>
        <a:p>
          <a:r>
            <a:rPr lang="ru-RU" sz="1200" dirty="0"/>
            <a:t>ИИ выдает уверенный ответ</a:t>
          </a:r>
        </a:p>
      </dgm:t>
    </dgm:pt>
    <dgm:pt modelId="{504C54E2-9067-4042-BE47-4AA7010E242B}" type="parTrans" cxnId="{27D55849-CCDB-4139-BB43-05906EF30C5C}">
      <dgm:prSet/>
      <dgm:spPr/>
      <dgm:t>
        <a:bodyPr/>
        <a:lstStyle/>
        <a:p>
          <a:endParaRPr lang="ru-RU" sz="3200"/>
        </a:p>
      </dgm:t>
    </dgm:pt>
    <dgm:pt modelId="{2B16A01A-3A69-453A-9851-71A57C847DFD}" type="sibTrans" cxnId="{27D55849-CCDB-4139-BB43-05906EF30C5C}">
      <dgm:prSet/>
      <dgm:spPr/>
      <dgm:t>
        <a:bodyPr/>
        <a:lstStyle/>
        <a:p>
          <a:endParaRPr lang="ru-RU" sz="3200"/>
        </a:p>
      </dgm:t>
    </dgm:pt>
    <dgm:pt modelId="{B38CBD01-02B0-4E27-8F2A-8ECB666432B5}">
      <dgm:prSet phldrT="[Текст]" phldr="0" custT="1"/>
      <dgm:spPr/>
      <dgm:t>
        <a:bodyPr/>
        <a:lstStyle/>
        <a:p>
          <a:r>
            <a:rPr lang="ru-RU" sz="1200" dirty="0"/>
            <a:t>Человек воспринимает ответ как объективный</a:t>
          </a:r>
        </a:p>
      </dgm:t>
    </dgm:pt>
    <dgm:pt modelId="{692682D7-3F66-4810-AF82-B4AEA343F99E}" type="parTrans" cxnId="{55AFF849-03A0-4D7A-9CE7-9CF653C8A45E}">
      <dgm:prSet/>
      <dgm:spPr/>
      <dgm:t>
        <a:bodyPr/>
        <a:lstStyle/>
        <a:p>
          <a:endParaRPr lang="ru-RU" sz="3200"/>
        </a:p>
      </dgm:t>
    </dgm:pt>
    <dgm:pt modelId="{19BAFE05-DBF4-456D-B17C-0033BD306ECD}" type="sibTrans" cxnId="{55AFF849-03A0-4D7A-9CE7-9CF653C8A45E}">
      <dgm:prSet/>
      <dgm:spPr/>
      <dgm:t>
        <a:bodyPr/>
        <a:lstStyle/>
        <a:p>
          <a:endParaRPr lang="ru-RU" sz="3200"/>
        </a:p>
      </dgm:t>
    </dgm:pt>
    <dgm:pt modelId="{E5678D2B-AE35-4A56-BDCE-660051706995}">
      <dgm:prSet phldrT="[Текст]" phldr="0" custT="1"/>
      <dgm:spPr/>
      <dgm:t>
        <a:bodyPr/>
        <a:lstStyle/>
        <a:p>
          <a:r>
            <a:rPr lang="ru-RU" sz="1200" dirty="0"/>
            <a:t>Доверие к ИИ повышается</a:t>
          </a:r>
        </a:p>
      </dgm:t>
    </dgm:pt>
    <dgm:pt modelId="{FE6FB254-8196-4061-A8A3-C6623743DC92}" type="parTrans" cxnId="{723B99ED-BC0C-49E5-A418-0090325B0B3B}">
      <dgm:prSet/>
      <dgm:spPr/>
      <dgm:t>
        <a:bodyPr/>
        <a:lstStyle/>
        <a:p>
          <a:endParaRPr lang="ru-RU" sz="3200"/>
        </a:p>
      </dgm:t>
    </dgm:pt>
    <dgm:pt modelId="{5EE54E4C-76DA-4B08-A721-BB13D4311783}" type="sibTrans" cxnId="{723B99ED-BC0C-49E5-A418-0090325B0B3B}">
      <dgm:prSet/>
      <dgm:spPr/>
      <dgm:t>
        <a:bodyPr/>
        <a:lstStyle/>
        <a:p>
          <a:endParaRPr lang="ru-RU" sz="3200"/>
        </a:p>
      </dgm:t>
    </dgm:pt>
    <dgm:pt modelId="{5EA0CD32-132F-4118-AA94-E2D3F56A2821}">
      <dgm:prSet phldrT="[Текст]" phldr="0" custT="1"/>
      <dgm:spPr/>
      <dgm:t>
        <a:bodyPr/>
        <a:lstStyle/>
        <a:p>
          <a:r>
            <a:rPr lang="ru-RU" sz="1200" dirty="0"/>
            <a:t>Усиление предубеждений подтвержденных ИИ, в т.ч. в ее объективности</a:t>
          </a:r>
        </a:p>
      </dgm:t>
    </dgm:pt>
    <dgm:pt modelId="{88C2EC65-5BFE-48A8-BC98-99A4E93A94E6}" type="parTrans" cxnId="{86515345-3454-4C9E-BFF3-DEEC5BB473DD}">
      <dgm:prSet/>
      <dgm:spPr/>
      <dgm:t>
        <a:bodyPr/>
        <a:lstStyle/>
        <a:p>
          <a:endParaRPr lang="ru-RU" sz="3200"/>
        </a:p>
      </dgm:t>
    </dgm:pt>
    <dgm:pt modelId="{B9011B2C-47F3-447E-862F-0A62464C0388}" type="sibTrans" cxnId="{86515345-3454-4C9E-BFF3-DEEC5BB473DD}">
      <dgm:prSet/>
      <dgm:spPr/>
      <dgm:t>
        <a:bodyPr/>
        <a:lstStyle/>
        <a:p>
          <a:endParaRPr lang="ru-RU" sz="3200"/>
        </a:p>
      </dgm:t>
    </dgm:pt>
    <dgm:pt modelId="{54A3DB4C-CE93-4217-871B-6C44715B76ED}" type="pres">
      <dgm:prSet presAssocID="{A92A3CFF-AC20-4A2E-9C92-7440D46EFBE1}" presName="cycle" presStyleCnt="0">
        <dgm:presLayoutVars>
          <dgm:dir/>
          <dgm:resizeHandles val="exact"/>
        </dgm:presLayoutVars>
      </dgm:prSet>
      <dgm:spPr/>
    </dgm:pt>
    <dgm:pt modelId="{03FE053C-491E-43AD-92D6-2502580F5480}" type="pres">
      <dgm:prSet presAssocID="{D6222787-5FDA-4039-9EE7-B3288786A319}" presName="node" presStyleLbl="node1" presStyleIdx="0" presStyleCnt="4">
        <dgm:presLayoutVars>
          <dgm:bulletEnabled val="1"/>
        </dgm:presLayoutVars>
      </dgm:prSet>
      <dgm:spPr/>
    </dgm:pt>
    <dgm:pt modelId="{84D2E60E-65BA-41A9-B2E5-07F4B71FE61B}" type="pres">
      <dgm:prSet presAssocID="{D6222787-5FDA-4039-9EE7-B3288786A319}" presName="spNode" presStyleCnt="0"/>
      <dgm:spPr/>
    </dgm:pt>
    <dgm:pt modelId="{17CB1101-D285-4DC1-8E45-9AF50E4752CB}" type="pres">
      <dgm:prSet presAssocID="{2B16A01A-3A69-453A-9851-71A57C847DFD}" presName="sibTrans" presStyleLbl="sibTrans1D1" presStyleIdx="0" presStyleCnt="4"/>
      <dgm:spPr/>
    </dgm:pt>
    <dgm:pt modelId="{47B4D6D1-B244-4124-AC1D-15070E2CB06D}" type="pres">
      <dgm:prSet presAssocID="{B38CBD01-02B0-4E27-8F2A-8ECB666432B5}" presName="node" presStyleLbl="node1" presStyleIdx="1" presStyleCnt="4">
        <dgm:presLayoutVars>
          <dgm:bulletEnabled val="1"/>
        </dgm:presLayoutVars>
      </dgm:prSet>
      <dgm:spPr/>
    </dgm:pt>
    <dgm:pt modelId="{C15DCC58-BCBF-4EAD-8693-80302C5B6844}" type="pres">
      <dgm:prSet presAssocID="{B38CBD01-02B0-4E27-8F2A-8ECB666432B5}" presName="spNode" presStyleCnt="0"/>
      <dgm:spPr/>
    </dgm:pt>
    <dgm:pt modelId="{D1D50028-90C7-4AD1-92C3-90106D8B55A4}" type="pres">
      <dgm:prSet presAssocID="{19BAFE05-DBF4-456D-B17C-0033BD306ECD}" presName="sibTrans" presStyleLbl="sibTrans1D1" presStyleIdx="1" presStyleCnt="4"/>
      <dgm:spPr/>
    </dgm:pt>
    <dgm:pt modelId="{DD9C180C-ECDC-4D65-9EAA-3FEAF9FFC856}" type="pres">
      <dgm:prSet presAssocID="{E5678D2B-AE35-4A56-BDCE-660051706995}" presName="node" presStyleLbl="node1" presStyleIdx="2" presStyleCnt="4">
        <dgm:presLayoutVars>
          <dgm:bulletEnabled val="1"/>
        </dgm:presLayoutVars>
      </dgm:prSet>
      <dgm:spPr/>
    </dgm:pt>
    <dgm:pt modelId="{75D63120-2C22-4136-A270-FB1C38C5462B}" type="pres">
      <dgm:prSet presAssocID="{E5678D2B-AE35-4A56-BDCE-660051706995}" presName="spNode" presStyleCnt="0"/>
      <dgm:spPr/>
    </dgm:pt>
    <dgm:pt modelId="{72BFC5E4-6CF9-41C7-B2FC-475A6BD6E8A5}" type="pres">
      <dgm:prSet presAssocID="{5EE54E4C-76DA-4B08-A721-BB13D4311783}" presName="sibTrans" presStyleLbl="sibTrans1D1" presStyleIdx="2" presStyleCnt="4"/>
      <dgm:spPr/>
    </dgm:pt>
    <dgm:pt modelId="{62B7BC50-28C7-4B71-9B77-9626F5000537}" type="pres">
      <dgm:prSet presAssocID="{5EA0CD32-132F-4118-AA94-E2D3F56A2821}" presName="node" presStyleLbl="node1" presStyleIdx="3" presStyleCnt="4" custScaleX="144590">
        <dgm:presLayoutVars>
          <dgm:bulletEnabled val="1"/>
        </dgm:presLayoutVars>
      </dgm:prSet>
      <dgm:spPr/>
    </dgm:pt>
    <dgm:pt modelId="{368D0B84-9E59-4F24-A982-AA4C7C29E7A2}" type="pres">
      <dgm:prSet presAssocID="{5EA0CD32-132F-4118-AA94-E2D3F56A2821}" presName="spNode" presStyleCnt="0"/>
      <dgm:spPr/>
    </dgm:pt>
    <dgm:pt modelId="{41D2090D-D5EB-46FF-8082-4CA85E142E4A}" type="pres">
      <dgm:prSet presAssocID="{B9011B2C-47F3-447E-862F-0A62464C0388}" presName="sibTrans" presStyleLbl="sibTrans1D1" presStyleIdx="3" presStyleCnt="4"/>
      <dgm:spPr/>
    </dgm:pt>
  </dgm:ptLst>
  <dgm:cxnLst>
    <dgm:cxn modelId="{D8498D1C-F497-4C08-9873-DFF418B7DF33}" type="presOf" srcId="{5EE54E4C-76DA-4B08-A721-BB13D4311783}" destId="{72BFC5E4-6CF9-41C7-B2FC-475A6BD6E8A5}" srcOrd="0" destOrd="0" presId="urn:microsoft.com/office/officeart/2005/8/layout/cycle5"/>
    <dgm:cxn modelId="{2FCC451D-C1D7-49A3-9A5C-A14BD6986680}" type="presOf" srcId="{B38CBD01-02B0-4E27-8F2A-8ECB666432B5}" destId="{47B4D6D1-B244-4124-AC1D-15070E2CB06D}" srcOrd="0" destOrd="0" presId="urn:microsoft.com/office/officeart/2005/8/layout/cycle5"/>
    <dgm:cxn modelId="{75B5102C-98B1-4936-A95C-85BEAC14A315}" type="presOf" srcId="{A92A3CFF-AC20-4A2E-9C92-7440D46EFBE1}" destId="{54A3DB4C-CE93-4217-871B-6C44715B76ED}" srcOrd="0" destOrd="0" presId="urn:microsoft.com/office/officeart/2005/8/layout/cycle5"/>
    <dgm:cxn modelId="{86515345-3454-4C9E-BFF3-DEEC5BB473DD}" srcId="{A92A3CFF-AC20-4A2E-9C92-7440D46EFBE1}" destId="{5EA0CD32-132F-4118-AA94-E2D3F56A2821}" srcOrd="3" destOrd="0" parTransId="{88C2EC65-5BFE-48A8-BC98-99A4E93A94E6}" sibTransId="{B9011B2C-47F3-447E-862F-0A62464C0388}"/>
    <dgm:cxn modelId="{27D55849-CCDB-4139-BB43-05906EF30C5C}" srcId="{A92A3CFF-AC20-4A2E-9C92-7440D46EFBE1}" destId="{D6222787-5FDA-4039-9EE7-B3288786A319}" srcOrd="0" destOrd="0" parTransId="{504C54E2-9067-4042-BE47-4AA7010E242B}" sibTransId="{2B16A01A-3A69-453A-9851-71A57C847DFD}"/>
    <dgm:cxn modelId="{55AFF849-03A0-4D7A-9CE7-9CF653C8A45E}" srcId="{A92A3CFF-AC20-4A2E-9C92-7440D46EFBE1}" destId="{B38CBD01-02B0-4E27-8F2A-8ECB666432B5}" srcOrd="1" destOrd="0" parTransId="{692682D7-3F66-4810-AF82-B4AEA343F99E}" sibTransId="{19BAFE05-DBF4-456D-B17C-0033BD306ECD}"/>
    <dgm:cxn modelId="{5479F14A-BEAA-4204-B625-62163CE295B3}" type="presOf" srcId="{5EA0CD32-132F-4118-AA94-E2D3F56A2821}" destId="{62B7BC50-28C7-4B71-9B77-9626F5000537}" srcOrd="0" destOrd="0" presId="urn:microsoft.com/office/officeart/2005/8/layout/cycle5"/>
    <dgm:cxn modelId="{E85BE872-0D93-41D5-9360-A933DEC20D27}" type="presOf" srcId="{B9011B2C-47F3-447E-862F-0A62464C0388}" destId="{41D2090D-D5EB-46FF-8082-4CA85E142E4A}" srcOrd="0" destOrd="0" presId="urn:microsoft.com/office/officeart/2005/8/layout/cycle5"/>
    <dgm:cxn modelId="{DC376D85-BC14-46EE-A796-260FA6C19A28}" type="presOf" srcId="{19BAFE05-DBF4-456D-B17C-0033BD306ECD}" destId="{D1D50028-90C7-4AD1-92C3-90106D8B55A4}" srcOrd="0" destOrd="0" presId="urn:microsoft.com/office/officeart/2005/8/layout/cycle5"/>
    <dgm:cxn modelId="{0269B7BC-EBEC-4BEA-B686-C55CE51ABA6B}" type="presOf" srcId="{E5678D2B-AE35-4A56-BDCE-660051706995}" destId="{DD9C180C-ECDC-4D65-9EAA-3FEAF9FFC856}" srcOrd="0" destOrd="0" presId="urn:microsoft.com/office/officeart/2005/8/layout/cycle5"/>
    <dgm:cxn modelId="{99A778E1-2E6D-4262-BE55-BFB4414B2BBD}" type="presOf" srcId="{D6222787-5FDA-4039-9EE7-B3288786A319}" destId="{03FE053C-491E-43AD-92D6-2502580F5480}" srcOrd="0" destOrd="0" presId="urn:microsoft.com/office/officeart/2005/8/layout/cycle5"/>
    <dgm:cxn modelId="{7E6400E4-7E8D-47B9-A4AB-AB5EBCEED3D9}" type="presOf" srcId="{2B16A01A-3A69-453A-9851-71A57C847DFD}" destId="{17CB1101-D285-4DC1-8E45-9AF50E4752CB}" srcOrd="0" destOrd="0" presId="urn:microsoft.com/office/officeart/2005/8/layout/cycle5"/>
    <dgm:cxn modelId="{723B99ED-BC0C-49E5-A418-0090325B0B3B}" srcId="{A92A3CFF-AC20-4A2E-9C92-7440D46EFBE1}" destId="{E5678D2B-AE35-4A56-BDCE-660051706995}" srcOrd="2" destOrd="0" parTransId="{FE6FB254-8196-4061-A8A3-C6623743DC92}" sibTransId="{5EE54E4C-76DA-4B08-A721-BB13D4311783}"/>
    <dgm:cxn modelId="{88ABF33C-1E84-4B08-A4C3-CE846F29FFCB}" type="presParOf" srcId="{54A3DB4C-CE93-4217-871B-6C44715B76ED}" destId="{03FE053C-491E-43AD-92D6-2502580F5480}" srcOrd="0" destOrd="0" presId="urn:microsoft.com/office/officeart/2005/8/layout/cycle5"/>
    <dgm:cxn modelId="{5AD51BCD-5073-4720-9FD7-7A630DED2776}" type="presParOf" srcId="{54A3DB4C-CE93-4217-871B-6C44715B76ED}" destId="{84D2E60E-65BA-41A9-B2E5-07F4B71FE61B}" srcOrd="1" destOrd="0" presId="urn:microsoft.com/office/officeart/2005/8/layout/cycle5"/>
    <dgm:cxn modelId="{3CE2B6E2-F55E-42A4-9295-9309101DC861}" type="presParOf" srcId="{54A3DB4C-CE93-4217-871B-6C44715B76ED}" destId="{17CB1101-D285-4DC1-8E45-9AF50E4752CB}" srcOrd="2" destOrd="0" presId="urn:microsoft.com/office/officeart/2005/8/layout/cycle5"/>
    <dgm:cxn modelId="{046E293C-995C-4225-BBAA-B3C1D62336C2}" type="presParOf" srcId="{54A3DB4C-CE93-4217-871B-6C44715B76ED}" destId="{47B4D6D1-B244-4124-AC1D-15070E2CB06D}" srcOrd="3" destOrd="0" presId="urn:microsoft.com/office/officeart/2005/8/layout/cycle5"/>
    <dgm:cxn modelId="{03D7D52F-E84D-42FE-B962-1E914BAFC303}" type="presParOf" srcId="{54A3DB4C-CE93-4217-871B-6C44715B76ED}" destId="{C15DCC58-BCBF-4EAD-8693-80302C5B6844}" srcOrd="4" destOrd="0" presId="urn:microsoft.com/office/officeart/2005/8/layout/cycle5"/>
    <dgm:cxn modelId="{46164B6D-0D75-43E9-A0B9-CB6957D2E573}" type="presParOf" srcId="{54A3DB4C-CE93-4217-871B-6C44715B76ED}" destId="{D1D50028-90C7-4AD1-92C3-90106D8B55A4}" srcOrd="5" destOrd="0" presId="urn:microsoft.com/office/officeart/2005/8/layout/cycle5"/>
    <dgm:cxn modelId="{00621E82-1B0F-44E2-A40C-A5CA174394D3}" type="presParOf" srcId="{54A3DB4C-CE93-4217-871B-6C44715B76ED}" destId="{DD9C180C-ECDC-4D65-9EAA-3FEAF9FFC856}" srcOrd="6" destOrd="0" presId="urn:microsoft.com/office/officeart/2005/8/layout/cycle5"/>
    <dgm:cxn modelId="{9B3AEA71-6DDA-4125-A542-7C07627574C3}" type="presParOf" srcId="{54A3DB4C-CE93-4217-871B-6C44715B76ED}" destId="{75D63120-2C22-4136-A270-FB1C38C5462B}" srcOrd="7" destOrd="0" presId="urn:microsoft.com/office/officeart/2005/8/layout/cycle5"/>
    <dgm:cxn modelId="{115073AA-4A56-4A1F-9E9F-814549F9C06A}" type="presParOf" srcId="{54A3DB4C-CE93-4217-871B-6C44715B76ED}" destId="{72BFC5E4-6CF9-41C7-B2FC-475A6BD6E8A5}" srcOrd="8" destOrd="0" presId="urn:microsoft.com/office/officeart/2005/8/layout/cycle5"/>
    <dgm:cxn modelId="{A3A7A112-FB3F-43E0-BE48-99BD909A6BD3}" type="presParOf" srcId="{54A3DB4C-CE93-4217-871B-6C44715B76ED}" destId="{62B7BC50-28C7-4B71-9B77-9626F5000537}" srcOrd="9" destOrd="0" presId="urn:microsoft.com/office/officeart/2005/8/layout/cycle5"/>
    <dgm:cxn modelId="{399C3F42-C6B2-49FE-B900-5547BE8ED683}" type="presParOf" srcId="{54A3DB4C-CE93-4217-871B-6C44715B76ED}" destId="{368D0B84-9E59-4F24-A982-AA4C7C29E7A2}" srcOrd="10" destOrd="0" presId="urn:microsoft.com/office/officeart/2005/8/layout/cycle5"/>
    <dgm:cxn modelId="{B3B421A5-FCBC-488E-A68C-B9FCEA999856}" type="presParOf" srcId="{54A3DB4C-CE93-4217-871B-6C44715B76ED}" destId="{41D2090D-D5EB-46FF-8082-4CA85E142E4A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2A3CFF-AC20-4A2E-9C92-7440D46EFBE1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D6222787-5FDA-4039-9EE7-B3288786A319}">
      <dgm:prSet phldrT="[Текст]" phldr="0" custT="1"/>
      <dgm:spPr/>
      <dgm:t>
        <a:bodyPr/>
        <a:lstStyle/>
        <a:p>
          <a:r>
            <a:rPr lang="ru-RU" sz="1200" dirty="0"/>
            <a:t>ИИ ответ выглядит качественно</a:t>
          </a:r>
        </a:p>
      </dgm:t>
    </dgm:pt>
    <dgm:pt modelId="{504C54E2-9067-4042-BE47-4AA7010E242B}" type="parTrans" cxnId="{27D55849-CCDB-4139-BB43-05906EF30C5C}">
      <dgm:prSet/>
      <dgm:spPr/>
      <dgm:t>
        <a:bodyPr/>
        <a:lstStyle/>
        <a:p>
          <a:endParaRPr lang="ru-RU" sz="3200"/>
        </a:p>
      </dgm:t>
    </dgm:pt>
    <dgm:pt modelId="{2B16A01A-3A69-453A-9851-71A57C847DFD}" type="sibTrans" cxnId="{27D55849-CCDB-4139-BB43-05906EF30C5C}">
      <dgm:prSet/>
      <dgm:spPr/>
      <dgm:t>
        <a:bodyPr/>
        <a:lstStyle/>
        <a:p>
          <a:endParaRPr lang="ru-RU" sz="3200"/>
        </a:p>
      </dgm:t>
    </dgm:pt>
    <dgm:pt modelId="{B38CBD01-02B0-4E27-8F2A-8ECB666432B5}">
      <dgm:prSet phldrT="[Текст]" phldr="0" custT="1"/>
      <dgm:spPr/>
      <dgm:t>
        <a:bodyPr/>
        <a:lstStyle/>
        <a:p>
          <a:r>
            <a:rPr lang="ru-RU" sz="1200" dirty="0"/>
            <a:t>Человек воспринимает результат как свой</a:t>
          </a:r>
        </a:p>
      </dgm:t>
    </dgm:pt>
    <dgm:pt modelId="{692682D7-3F66-4810-AF82-B4AEA343F99E}" type="parTrans" cxnId="{55AFF849-03A0-4D7A-9CE7-9CF653C8A45E}">
      <dgm:prSet/>
      <dgm:spPr/>
      <dgm:t>
        <a:bodyPr/>
        <a:lstStyle/>
        <a:p>
          <a:endParaRPr lang="ru-RU" sz="3200"/>
        </a:p>
      </dgm:t>
    </dgm:pt>
    <dgm:pt modelId="{19BAFE05-DBF4-456D-B17C-0033BD306ECD}" type="sibTrans" cxnId="{55AFF849-03A0-4D7A-9CE7-9CF653C8A45E}">
      <dgm:prSet/>
      <dgm:spPr/>
      <dgm:t>
        <a:bodyPr/>
        <a:lstStyle/>
        <a:p>
          <a:endParaRPr lang="ru-RU" sz="3200"/>
        </a:p>
      </dgm:t>
    </dgm:pt>
    <dgm:pt modelId="{E5678D2B-AE35-4A56-BDCE-660051706995}">
      <dgm:prSet phldrT="[Текст]" phldr="0" custT="1"/>
      <dgm:spPr/>
      <dgm:t>
        <a:bodyPr/>
        <a:lstStyle/>
        <a:p>
          <a:r>
            <a:rPr lang="ru-RU" sz="1200" dirty="0"/>
            <a:t>Положительная обратная связь</a:t>
          </a:r>
        </a:p>
      </dgm:t>
    </dgm:pt>
    <dgm:pt modelId="{FE6FB254-8196-4061-A8A3-C6623743DC92}" type="parTrans" cxnId="{723B99ED-BC0C-49E5-A418-0090325B0B3B}">
      <dgm:prSet/>
      <dgm:spPr/>
      <dgm:t>
        <a:bodyPr/>
        <a:lstStyle/>
        <a:p>
          <a:endParaRPr lang="ru-RU" sz="3200"/>
        </a:p>
      </dgm:t>
    </dgm:pt>
    <dgm:pt modelId="{5EE54E4C-76DA-4B08-A721-BB13D4311783}" type="sibTrans" cxnId="{723B99ED-BC0C-49E5-A418-0090325B0B3B}">
      <dgm:prSet/>
      <dgm:spPr/>
      <dgm:t>
        <a:bodyPr/>
        <a:lstStyle/>
        <a:p>
          <a:endParaRPr lang="ru-RU" sz="3200"/>
        </a:p>
      </dgm:t>
    </dgm:pt>
    <dgm:pt modelId="{5EA0CD32-132F-4118-AA94-E2D3F56A2821}">
      <dgm:prSet phldrT="[Текст]" phldr="0" custT="1"/>
      <dgm:spPr/>
      <dgm:t>
        <a:bodyPr/>
        <a:lstStyle/>
        <a:p>
          <a:r>
            <a:rPr lang="ru-RU" sz="1200" dirty="0"/>
            <a:t>Человек присваивает успех себе</a:t>
          </a:r>
        </a:p>
      </dgm:t>
    </dgm:pt>
    <dgm:pt modelId="{88C2EC65-5BFE-48A8-BC98-99A4E93A94E6}" type="parTrans" cxnId="{86515345-3454-4C9E-BFF3-DEEC5BB473DD}">
      <dgm:prSet/>
      <dgm:spPr/>
      <dgm:t>
        <a:bodyPr/>
        <a:lstStyle/>
        <a:p>
          <a:endParaRPr lang="ru-RU" sz="3200"/>
        </a:p>
      </dgm:t>
    </dgm:pt>
    <dgm:pt modelId="{B9011B2C-47F3-447E-862F-0A62464C0388}" type="sibTrans" cxnId="{86515345-3454-4C9E-BFF3-DEEC5BB473DD}">
      <dgm:prSet/>
      <dgm:spPr/>
      <dgm:t>
        <a:bodyPr/>
        <a:lstStyle/>
        <a:p>
          <a:endParaRPr lang="ru-RU" sz="3200"/>
        </a:p>
      </dgm:t>
    </dgm:pt>
    <dgm:pt modelId="{60D18BE5-0AB5-4F3B-8863-629677253B08}">
      <dgm:prSet phldrT="[Текст]" phldr="0" custT="1"/>
      <dgm:spPr/>
      <dgm:t>
        <a:bodyPr/>
        <a:lstStyle/>
        <a:p>
          <a:r>
            <a:rPr lang="ru-RU" sz="1200" dirty="0"/>
            <a:t>Формирование ложной уверенности и закрепление</a:t>
          </a:r>
        </a:p>
      </dgm:t>
    </dgm:pt>
    <dgm:pt modelId="{EE6007EA-6411-4649-A49D-B9EDDD95D27B}" type="parTrans" cxnId="{299387AF-D81D-4340-B79D-FFF505CEBE31}">
      <dgm:prSet/>
      <dgm:spPr/>
      <dgm:t>
        <a:bodyPr/>
        <a:lstStyle/>
        <a:p>
          <a:endParaRPr lang="ru-RU"/>
        </a:p>
      </dgm:t>
    </dgm:pt>
    <dgm:pt modelId="{9F524CCB-7BDC-4EE6-BE9C-61E38F6B6E10}" type="sibTrans" cxnId="{299387AF-D81D-4340-B79D-FFF505CEBE31}">
      <dgm:prSet/>
      <dgm:spPr/>
      <dgm:t>
        <a:bodyPr/>
        <a:lstStyle/>
        <a:p>
          <a:endParaRPr lang="ru-RU"/>
        </a:p>
      </dgm:t>
    </dgm:pt>
    <dgm:pt modelId="{603B363F-2B7A-4C65-8DCE-FA258026EDA0}" type="pres">
      <dgm:prSet presAssocID="{A92A3CFF-AC20-4A2E-9C92-7440D46EFBE1}" presName="Name0" presStyleCnt="0">
        <dgm:presLayoutVars>
          <dgm:dir/>
          <dgm:resizeHandles val="exact"/>
        </dgm:presLayoutVars>
      </dgm:prSet>
      <dgm:spPr/>
    </dgm:pt>
    <dgm:pt modelId="{ECE4AC0D-EBA5-4022-903B-AE31C32CA1EE}" type="pres">
      <dgm:prSet presAssocID="{D6222787-5FDA-4039-9EE7-B3288786A319}" presName="node" presStyleLbl="node1" presStyleIdx="0" presStyleCnt="5">
        <dgm:presLayoutVars>
          <dgm:bulletEnabled val="1"/>
        </dgm:presLayoutVars>
      </dgm:prSet>
      <dgm:spPr/>
    </dgm:pt>
    <dgm:pt modelId="{63BF028F-BC27-4B7E-A50C-D25E1E6DB642}" type="pres">
      <dgm:prSet presAssocID="{2B16A01A-3A69-453A-9851-71A57C847DFD}" presName="sibTrans" presStyleLbl="sibTrans2D1" presStyleIdx="0" presStyleCnt="4"/>
      <dgm:spPr/>
    </dgm:pt>
    <dgm:pt modelId="{586F771B-312F-4279-BBE8-FA1FDE200489}" type="pres">
      <dgm:prSet presAssocID="{2B16A01A-3A69-453A-9851-71A57C847DFD}" presName="connectorText" presStyleLbl="sibTrans2D1" presStyleIdx="0" presStyleCnt="4"/>
      <dgm:spPr/>
    </dgm:pt>
    <dgm:pt modelId="{0806C26D-1A51-44E8-9350-E58E747CC2DA}" type="pres">
      <dgm:prSet presAssocID="{B38CBD01-02B0-4E27-8F2A-8ECB666432B5}" presName="node" presStyleLbl="node1" presStyleIdx="1" presStyleCnt="5">
        <dgm:presLayoutVars>
          <dgm:bulletEnabled val="1"/>
        </dgm:presLayoutVars>
      </dgm:prSet>
      <dgm:spPr/>
    </dgm:pt>
    <dgm:pt modelId="{7D10207B-ACBF-440C-90A4-84F6EC28D9C5}" type="pres">
      <dgm:prSet presAssocID="{19BAFE05-DBF4-456D-B17C-0033BD306ECD}" presName="sibTrans" presStyleLbl="sibTrans2D1" presStyleIdx="1" presStyleCnt="4"/>
      <dgm:spPr/>
    </dgm:pt>
    <dgm:pt modelId="{F694AF30-9906-4B38-88F8-C4B1C99F507B}" type="pres">
      <dgm:prSet presAssocID="{19BAFE05-DBF4-456D-B17C-0033BD306ECD}" presName="connectorText" presStyleLbl="sibTrans2D1" presStyleIdx="1" presStyleCnt="4"/>
      <dgm:spPr/>
    </dgm:pt>
    <dgm:pt modelId="{986EDAC4-92AC-4BE6-AFDC-9D57B5D53944}" type="pres">
      <dgm:prSet presAssocID="{E5678D2B-AE35-4A56-BDCE-660051706995}" presName="node" presStyleLbl="node1" presStyleIdx="2" presStyleCnt="5">
        <dgm:presLayoutVars>
          <dgm:bulletEnabled val="1"/>
        </dgm:presLayoutVars>
      </dgm:prSet>
      <dgm:spPr/>
    </dgm:pt>
    <dgm:pt modelId="{580A59AD-5810-451D-8AE3-7787D0C0BFA0}" type="pres">
      <dgm:prSet presAssocID="{5EE54E4C-76DA-4B08-A721-BB13D4311783}" presName="sibTrans" presStyleLbl="sibTrans2D1" presStyleIdx="2" presStyleCnt="4"/>
      <dgm:spPr/>
    </dgm:pt>
    <dgm:pt modelId="{E20BE2F2-20D5-42D0-9082-D40922F8A5F8}" type="pres">
      <dgm:prSet presAssocID="{5EE54E4C-76DA-4B08-A721-BB13D4311783}" presName="connectorText" presStyleLbl="sibTrans2D1" presStyleIdx="2" presStyleCnt="4"/>
      <dgm:spPr/>
    </dgm:pt>
    <dgm:pt modelId="{394925E9-D4B5-4BF8-B27B-5CBB76599F09}" type="pres">
      <dgm:prSet presAssocID="{5EA0CD32-132F-4118-AA94-E2D3F56A2821}" presName="node" presStyleLbl="node1" presStyleIdx="3" presStyleCnt="5">
        <dgm:presLayoutVars>
          <dgm:bulletEnabled val="1"/>
        </dgm:presLayoutVars>
      </dgm:prSet>
      <dgm:spPr/>
    </dgm:pt>
    <dgm:pt modelId="{4EBE4D2C-3123-49CB-939C-16300BEC6332}" type="pres">
      <dgm:prSet presAssocID="{B9011B2C-47F3-447E-862F-0A62464C0388}" presName="sibTrans" presStyleLbl="sibTrans2D1" presStyleIdx="3" presStyleCnt="4"/>
      <dgm:spPr/>
    </dgm:pt>
    <dgm:pt modelId="{01648ADC-B68D-4C94-919D-3E165459C981}" type="pres">
      <dgm:prSet presAssocID="{B9011B2C-47F3-447E-862F-0A62464C0388}" presName="connectorText" presStyleLbl="sibTrans2D1" presStyleIdx="3" presStyleCnt="4"/>
      <dgm:spPr/>
    </dgm:pt>
    <dgm:pt modelId="{5B076CA9-A15B-4B12-8C40-F2060BEE035C}" type="pres">
      <dgm:prSet presAssocID="{60D18BE5-0AB5-4F3B-8863-629677253B08}" presName="node" presStyleLbl="node1" presStyleIdx="4" presStyleCnt="5">
        <dgm:presLayoutVars>
          <dgm:bulletEnabled val="1"/>
        </dgm:presLayoutVars>
      </dgm:prSet>
      <dgm:spPr/>
    </dgm:pt>
  </dgm:ptLst>
  <dgm:cxnLst>
    <dgm:cxn modelId="{B5940605-0A70-4F12-B0A5-52A380C99350}" type="presOf" srcId="{60D18BE5-0AB5-4F3B-8863-629677253B08}" destId="{5B076CA9-A15B-4B12-8C40-F2060BEE035C}" srcOrd="0" destOrd="0" presId="urn:microsoft.com/office/officeart/2005/8/layout/process1"/>
    <dgm:cxn modelId="{E22B680D-2015-4F7D-AFCF-E2B2D58EE13A}" type="presOf" srcId="{5EA0CD32-132F-4118-AA94-E2D3F56A2821}" destId="{394925E9-D4B5-4BF8-B27B-5CBB76599F09}" srcOrd="0" destOrd="0" presId="urn:microsoft.com/office/officeart/2005/8/layout/process1"/>
    <dgm:cxn modelId="{39B1BF2C-8DDB-412B-8863-33FF83674505}" type="presOf" srcId="{5EE54E4C-76DA-4B08-A721-BB13D4311783}" destId="{E20BE2F2-20D5-42D0-9082-D40922F8A5F8}" srcOrd="1" destOrd="0" presId="urn:microsoft.com/office/officeart/2005/8/layout/process1"/>
    <dgm:cxn modelId="{27E0A532-1C86-47A8-9AD5-DAC26D67A3BB}" type="presOf" srcId="{2B16A01A-3A69-453A-9851-71A57C847DFD}" destId="{586F771B-312F-4279-BBE8-FA1FDE200489}" srcOrd="1" destOrd="0" presId="urn:microsoft.com/office/officeart/2005/8/layout/process1"/>
    <dgm:cxn modelId="{AB20FC3D-2687-4289-9C59-977562CAF629}" type="presOf" srcId="{2B16A01A-3A69-453A-9851-71A57C847DFD}" destId="{63BF028F-BC27-4B7E-A50C-D25E1E6DB642}" srcOrd="0" destOrd="0" presId="urn:microsoft.com/office/officeart/2005/8/layout/process1"/>
    <dgm:cxn modelId="{E3AB8762-8972-47CC-ADC3-0BE3C3A223E2}" type="presOf" srcId="{A92A3CFF-AC20-4A2E-9C92-7440D46EFBE1}" destId="{603B363F-2B7A-4C65-8DCE-FA258026EDA0}" srcOrd="0" destOrd="0" presId="urn:microsoft.com/office/officeart/2005/8/layout/process1"/>
    <dgm:cxn modelId="{86515345-3454-4C9E-BFF3-DEEC5BB473DD}" srcId="{A92A3CFF-AC20-4A2E-9C92-7440D46EFBE1}" destId="{5EA0CD32-132F-4118-AA94-E2D3F56A2821}" srcOrd="3" destOrd="0" parTransId="{88C2EC65-5BFE-48A8-BC98-99A4E93A94E6}" sibTransId="{B9011B2C-47F3-447E-862F-0A62464C0388}"/>
    <dgm:cxn modelId="{27D55849-CCDB-4139-BB43-05906EF30C5C}" srcId="{A92A3CFF-AC20-4A2E-9C92-7440D46EFBE1}" destId="{D6222787-5FDA-4039-9EE7-B3288786A319}" srcOrd="0" destOrd="0" parTransId="{504C54E2-9067-4042-BE47-4AA7010E242B}" sibTransId="{2B16A01A-3A69-453A-9851-71A57C847DFD}"/>
    <dgm:cxn modelId="{D2ABB269-CE1D-4B61-B7CD-FC2A1AB89663}" type="presOf" srcId="{19BAFE05-DBF4-456D-B17C-0033BD306ECD}" destId="{7D10207B-ACBF-440C-90A4-84F6EC28D9C5}" srcOrd="0" destOrd="0" presId="urn:microsoft.com/office/officeart/2005/8/layout/process1"/>
    <dgm:cxn modelId="{55AFF849-03A0-4D7A-9CE7-9CF653C8A45E}" srcId="{A92A3CFF-AC20-4A2E-9C92-7440D46EFBE1}" destId="{B38CBD01-02B0-4E27-8F2A-8ECB666432B5}" srcOrd="1" destOrd="0" parTransId="{692682D7-3F66-4810-AF82-B4AEA343F99E}" sibTransId="{19BAFE05-DBF4-456D-B17C-0033BD306ECD}"/>
    <dgm:cxn modelId="{C31A3F4C-145E-4BEA-B457-0A2B58667EC2}" type="presOf" srcId="{E5678D2B-AE35-4A56-BDCE-660051706995}" destId="{986EDAC4-92AC-4BE6-AFDC-9D57B5D53944}" srcOrd="0" destOrd="0" presId="urn:microsoft.com/office/officeart/2005/8/layout/process1"/>
    <dgm:cxn modelId="{F08F1B72-24DA-45F4-8E47-51ED8C6FF1A2}" type="presOf" srcId="{5EE54E4C-76DA-4B08-A721-BB13D4311783}" destId="{580A59AD-5810-451D-8AE3-7787D0C0BFA0}" srcOrd="0" destOrd="0" presId="urn:microsoft.com/office/officeart/2005/8/layout/process1"/>
    <dgm:cxn modelId="{6C66C78C-AD61-4AE3-9C2F-8E5836E39FC2}" type="presOf" srcId="{19BAFE05-DBF4-456D-B17C-0033BD306ECD}" destId="{F694AF30-9906-4B38-88F8-C4B1C99F507B}" srcOrd="1" destOrd="0" presId="urn:microsoft.com/office/officeart/2005/8/layout/process1"/>
    <dgm:cxn modelId="{949E9CA4-893E-415D-86E1-2DE082B22BC3}" type="presOf" srcId="{B9011B2C-47F3-447E-862F-0A62464C0388}" destId="{4EBE4D2C-3123-49CB-939C-16300BEC6332}" srcOrd="0" destOrd="0" presId="urn:microsoft.com/office/officeart/2005/8/layout/process1"/>
    <dgm:cxn modelId="{299387AF-D81D-4340-B79D-FFF505CEBE31}" srcId="{A92A3CFF-AC20-4A2E-9C92-7440D46EFBE1}" destId="{60D18BE5-0AB5-4F3B-8863-629677253B08}" srcOrd="4" destOrd="0" parTransId="{EE6007EA-6411-4649-A49D-B9EDDD95D27B}" sibTransId="{9F524CCB-7BDC-4EE6-BE9C-61E38F6B6E10}"/>
    <dgm:cxn modelId="{6993C9B0-4900-4011-83B7-B95595FD11D6}" type="presOf" srcId="{D6222787-5FDA-4039-9EE7-B3288786A319}" destId="{ECE4AC0D-EBA5-4022-903B-AE31C32CA1EE}" srcOrd="0" destOrd="0" presId="urn:microsoft.com/office/officeart/2005/8/layout/process1"/>
    <dgm:cxn modelId="{07E3FFC4-B0E1-4D24-A111-25FE40321757}" type="presOf" srcId="{B9011B2C-47F3-447E-862F-0A62464C0388}" destId="{01648ADC-B68D-4C94-919D-3E165459C981}" srcOrd="1" destOrd="0" presId="urn:microsoft.com/office/officeart/2005/8/layout/process1"/>
    <dgm:cxn modelId="{4338FCD3-3CA2-4B3E-80E9-889A8E62B24F}" type="presOf" srcId="{B38CBD01-02B0-4E27-8F2A-8ECB666432B5}" destId="{0806C26D-1A51-44E8-9350-E58E747CC2DA}" srcOrd="0" destOrd="0" presId="urn:microsoft.com/office/officeart/2005/8/layout/process1"/>
    <dgm:cxn modelId="{723B99ED-BC0C-49E5-A418-0090325B0B3B}" srcId="{A92A3CFF-AC20-4A2E-9C92-7440D46EFBE1}" destId="{E5678D2B-AE35-4A56-BDCE-660051706995}" srcOrd="2" destOrd="0" parTransId="{FE6FB254-8196-4061-A8A3-C6623743DC92}" sibTransId="{5EE54E4C-76DA-4B08-A721-BB13D4311783}"/>
    <dgm:cxn modelId="{12B27B52-8F73-4BE8-A428-262BA90505E9}" type="presParOf" srcId="{603B363F-2B7A-4C65-8DCE-FA258026EDA0}" destId="{ECE4AC0D-EBA5-4022-903B-AE31C32CA1EE}" srcOrd="0" destOrd="0" presId="urn:microsoft.com/office/officeart/2005/8/layout/process1"/>
    <dgm:cxn modelId="{878496B6-5B48-418F-B2A9-1B30FE6C5544}" type="presParOf" srcId="{603B363F-2B7A-4C65-8DCE-FA258026EDA0}" destId="{63BF028F-BC27-4B7E-A50C-D25E1E6DB642}" srcOrd="1" destOrd="0" presId="urn:microsoft.com/office/officeart/2005/8/layout/process1"/>
    <dgm:cxn modelId="{34A73109-4658-44AE-8894-D90E3D147D43}" type="presParOf" srcId="{63BF028F-BC27-4B7E-A50C-D25E1E6DB642}" destId="{586F771B-312F-4279-BBE8-FA1FDE200489}" srcOrd="0" destOrd="0" presId="urn:microsoft.com/office/officeart/2005/8/layout/process1"/>
    <dgm:cxn modelId="{9903E038-8548-46D8-8319-5F3D671D2729}" type="presParOf" srcId="{603B363F-2B7A-4C65-8DCE-FA258026EDA0}" destId="{0806C26D-1A51-44E8-9350-E58E747CC2DA}" srcOrd="2" destOrd="0" presId="urn:microsoft.com/office/officeart/2005/8/layout/process1"/>
    <dgm:cxn modelId="{F0A56B37-CB18-4F84-A297-1EB5E1705733}" type="presParOf" srcId="{603B363F-2B7A-4C65-8DCE-FA258026EDA0}" destId="{7D10207B-ACBF-440C-90A4-84F6EC28D9C5}" srcOrd="3" destOrd="0" presId="urn:microsoft.com/office/officeart/2005/8/layout/process1"/>
    <dgm:cxn modelId="{C750ADA9-A666-47C3-A80F-161B97DC08D2}" type="presParOf" srcId="{7D10207B-ACBF-440C-90A4-84F6EC28D9C5}" destId="{F694AF30-9906-4B38-88F8-C4B1C99F507B}" srcOrd="0" destOrd="0" presId="urn:microsoft.com/office/officeart/2005/8/layout/process1"/>
    <dgm:cxn modelId="{AAA8AE03-A764-4610-ADFD-65A2575ED243}" type="presParOf" srcId="{603B363F-2B7A-4C65-8DCE-FA258026EDA0}" destId="{986EDAC4-92AC-4BE6-AFDC-9D57B5D53944}" srcOrd="4" destOrd="0" presId="urn:microsoft.com/office/officeart/2005/8/layout/process1"/>
    <dgm:cxn modelId="{C1ED9ECD-1487-4A7F-937E-6BD4B195965F}" type="presParOf" srcId="{603B363F-2B7A-4C65-8DCE-FA258026EDA0}" destId="{580A59AD-5810-451D-8AE3-7787D0C0BFA0}" srcOrd="5" destOrd="0" presId="urn:microsoft.com/office/officeart/2005/8/layout/process1"/>
    <dgm:cxn modelId="{8A64E3FC-3B38-4E45-910F-F31BF9B2977E}" type="presParOf" srcId="{580A59AD-5810-451D-8AE3-7787D0C0BFA0}" destId="{E20BE2F2-20D5-42D0-9082-D40922F8A5F8}" srcOrd="0" destOrd="0" presId="urn:microsoft.com/office/officeart/2005/8/layout/process1"/>
    <dgm:cxn modelId="{4F0D538D-BB68-402F-91E0-18EE9CD78040}" type="presParOf" srcId="{603B363F-2B7A-4C65-8DCE-FA258026EDA0}" destId="{394925E9-D4B5-4BF8-B27B-5CBB76599F09}" srcOrd="6" destOrd="0" presId="urn:microsoft.com/office/officeart/2005/8/layout/process1"/>
    <dgm:cxn modelId="{B8C788C4-C6B8-4808-B5C6-98800F34869C}" type="presParOf" srcId="{603B363F-2B7A-4C65-8DCE-FA258026EDA0}" destId="{4EBE4D2C-3123-49CB-939C-16300BEC6332}" srcOrd="7" destOrd="0" presId="urn:microsoft.com/office/officeart/2005/8/layout/process1"/>
    <dgm:cxn modelId="{DFC37D34-24E4-44FB-8E9C-E7E1612727FD}" type="presParOf" srcId="{4EBE4D2C-3123-49CB-939C-16300BEC6332}" destId="{01648ADC-B68D-4C94-919D-3E165459C981}" srcOrd="0" destOrd="0" presId="urn:microsoft.com/office/officeart/2005/8/layout/process1"/>
    <dgm:cxn modelId="{CDB1AC0B-7541-44EF-AF7C-E4CFD7089848}" type="presParOf" srcId="{603B363F-2B7A-4C65-8DCE-FA258026EDA0}" destId="{5B076CA9-A15B-4B12-8C40-F2060BEE035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D6911F-1FF4-46BC-AA59-0C54A4C6946C}" type="doc">
      <dgm:prSet loTypeId="urn:microsoft.com/office/officeart/2005/8/layout/cycle5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F54668E0-8508-43CC-A43B-DDFFC8D3B622}">
      <dgm:prSet phldrT="[Текст]" phldr="0" custT="1"/>
      <dgm:spPr/>
      <dgm:t>
        <a:bodyPr/>
        <a:lstStyle/>
        <a:p>
          <a:r>
            <a:rPr lang="ru-RU" sz="1200" dirty="0"/>
            <a:t>Обучение ИИ с встраиванием искажений</a:t>
          </a:r>
        </a:p>
      </dgm:t>
    </dgm:pt>
    <dgm:pt modelId="{CFE85B1D-4005-4972-BC72-EF3AE24B8845}" type="parTrans" cxnId="{BFCE4788-C006-4A5B-B605-0CC6A913B8D9}">
      <dgm:prSet/>
      <dgm:spPr/>
      <dgm:t>
        <a:bodyPr/>
        <a:lstStyle/>
        <a:p>
          <a:endParaRPr lang="ru-RU" sz="2000"/>
        </a:p>
      </dgm:t>
    </dgm:pt>
    <dgm:pt modelId="{CB6E8371-5E02-44F8-B55B-95C5601DBA5B}" type="sibTrans" cxnId="{BFCE4788-C006-4A5B-B605-0CC6A913B8D9}">
      <dgm:prSet/>
      <dgm:spPr/>
      <dgm:t>
        <a:bodyPr/>
        <a:lstStyle/>
        <a:p>
          <a:endParaRPr lang="ru-RU" sz="2000"/>
        </a:p>
      </dgm:t>
    </dgm:pt>
    <dgm:pt modelId="{79D86DDA-739E-4EED-9F28-F10A47E23143}">
      <dgm:prSet phldrT="[Текст]" phldr="0" custT="1"/>
      <dgm:spPr/>
      <dgm:t>
        <a:bodyPr/>
        <a:lstStyle/>
        <a:p>
          <a:r>
            <a:rPr lang="ru-RU" sz="1200" dirty="0"/>
            <a:t>Выдача ответов с искажениями</a:t>
          </a:r>
        </a:p>
      </dgm:t>
    </dgm:pt>
    <dgm:pt modelId="{0E1B7DAB-0705-4143-A6C3-813801CFB118}" type="parTrans" cxnId="{2099ABCA-2FA6-4ACD-A0D7-CFDB23961FEB}">
      <dgm:prSet/>
      <dgm:spPr/>
      <dgm:t>
        <a:bodyPr/>
        <a:lstStyle/>
        <a:p>
          <a:endParaRPr lang="ru-RU" sz="2000"/>
        </a:p>
      </dgm:t>
    </dgm:pt>
    <dgm:pt modelId="{5BFB77DA-5F91-411C-B8B9-2DE3D9039FC8}" type="sibTrans" cxnId="{2099ABCA-2FA6-4ACD-A0D7-CFDB23961FEB}">
      <dgm:prSet/>
      <dgm:spPr/>
      <dgm:t>
        <a:bodyPr/>
        <a:lstStyle/>
        <a:p>
          <a:endParaRPr lang="ru-RU" sz="2000"/>
        </a:p>
      </dgm:t>
    </dgm:pt>
    <dgm:pt modelId="{1D75E673-3364-43C7-82E0-E8D83CCA4334}">
      <dgm:prSet phldrT="[Текст]" phldr="0" custT="1"/>
      <dgm:spPr/>
      <dgm:t>
        <a:bodyPr/>
        <a:lstStyle/>
        <a:p>
          <a:r>
            <a:rPr lang="ru-RU" sz="1200" dirty="0"/>
            <a:t>Получение положительной обратной связи от пользователей с возросшими искажениями</a:t>
          </a:r>
        </a:p>
      </dgm:t>
    </dgm:pt>
    <dgm:pt modelId="{36F5F43E-B19B-4A37-9725-6A3F3157FAE3}" type="parTrans" cxnId="{D60249C2-4C86-4C5B-BE2B-1EAD0D6E137C}">
      <dgm:prSet/>
      <dgm:spPr/>
      <dgm:t>
        <a:bodyPr/>
        <a:lstStyle/>
        <a:p>
          <a:endParaRPr lang="ru-RU" sz="2000"/>
        </a:p>
      </dgm:t>
    </dgm:pt>
    <dgm:pt modelId="{0B621A26-3AC0-4D99-BD88-73A554341B16}" type="sibTrans" cxnId="{D60249C2-4C86-4C5B-BE2B-1EAD0D6E137C}">
      <dgm:prSet/>
      <dgm:spPr/>
      <dgm:t>
        <a:bodyPr/>
        <a:lstStyle/>
        <a:p>
          <a:endParaRPr lang="ru-RU" sz="2000"/>
        </a:p>
      </dgm:t>
    </dgm:pt>
    <dgm:pt modelId="{762807C6-B827-4DDA-B08E-D813FCC5AF3C}">
      <dgm:prSet phldrT="[Текст]" phldr="0" custT="1"/>
      <dgm:spPr/>
      <dgm:t>
        <a:bodyPr/>
        <a:lstStyle/>
        <a:p>
          <a:r>
            <a:rPr lang="ru-RU" sz="1200" dirty="0"/>
            <a:t>Обучающие данные с искажениями</a:t>
          </a:r>
        </a:p>
      </dgm:t>
    </dgm:pt>
    <dgm:pt modelId="{273DF892-A9EC-42F0-A7D4-6F6D540EAA80}" type="parTrans" cxnId="{ABB91B9D-F331-4E2C-B4FA-A2CCD760171F}">
      <dgm:prSet/>
      <dgm:spPr/>
      <dgm:t>
        <a:bodyPr/>
        <a:lstStyle/>
        <a:p>
          <a:endParaRPr lang="ru-RU" sz="2000"/>
        </a:p>
      </dgm:t>
    </dgm:pt>
    <dgm:pt modelId="{B16B0EF9-AD36-4745-AB8A-8B9C473B21B0}" type="sibTrans" cxnId="{ABB91B9D-F331-4E2C-B4FA-A2CCD760171F}">
      <dgm:prSet/>
      <dgm:spPr/>
      <dgm:t>
        <a:bodyPr/>
        <a:lstStyle/>
        <a:p>
          <a:endParaRPr lang="ru-RU" sz="2000"/>
        </a:p>
      </dgm:t>
    </dgm:pt>
    <dgm:pt modelId="{2DB1A21D-A809-4D3D-9BFA-808D347372D6}" type="pres">
      <dgm:prSet presAssocID="{82D6911F-1FF4-46BC-AA59-0C54A4C6946C}" presName="cycle" presStyleCnt="0">
        <dgm:presLayoutVars>
          <dgm:dir/>
          <dgm:resizeHandles val="exact"/>
        </dgm:presLayoutVars>
      </dgm:prSet>
      <dgm:spPr/>
    </dgm:pt>
    <dgm:pt modelId="{79B4D3D8-7023-44F2-8022-5826AFE67766}" type="pres">
      <dgm:prSet presAssocID="{F54668E0-8508-43CC-A43B-DDFFC8D3B622}" presName="node" presStyleLbl="node1" presStyleIdx="0" presStyleCnt="4">
        <dgm:presLayoutVars>
          <dgm:bulletEnabled val="1"/>
        </dgm:presLayoutVars>
      </dgm:prSet>
      <dgm:spPr/>
    </dgm:pt>
    <dgm:pt modelId="{E44551C8-A3C1-4DD2-B738-67F49DB5EB51}" type="pres">
      <dgm:prSet presAssocID="{F54668E0-8508-43CC-A43B-DDFFC8D3B622}" presName="spNode" presStyleCnt="0"/>
      <dgm:spPr/>
    </dgm:pt>
    <dgm:pt modelId="{4713B530-4E61-4F2F-BD1E-FB6C2EDD942D}" type="pres">
      <dgm:prSet presAssocID="{CB6E8371-5E02-44F8-B55B-95C5601DBA5B}" presName="sibTrans" presStyleLbl="sibTrans1D1" presStyleIdx="0" presStyleCnt="4"/>
      <dgm:spPr/>
    </dgm:pt>
    <dgm:pt modelId="{FC2BD630-96A5-4E25-9969-45EB2AFC032B}" type="pres">
      <dgm:prSet presAssocID="{79D86DDA-739E-4EED-9F28-F10A47E23143}" presName="node" presStyleLbl="node1" presStyleIdx="1" presStyleCnt="4" custRadScaleRad="100002" custRadScaleInc="-1046">
        <dgm:presLayoutVars>
          <dgm:bulletEnabled val="1"/>
        </dgm:presLayoutVars>
      </dgm:prSet>
      <dgm:spPr/>
    </dgm:pt>
    <dgm:pt modelId="{DDCAD3FA-1181-44A7-9CA2-45FA4DDE96CC}" type="pres">
      <dgm:prSet presAssocID="{79D86DDA-739E-4EED-9F28-F10A47E23143}" presName="spNode" presStyleCnt="0"/>
      <dgm:spPr/>
    </dgm:pt>
    <dgm:pt modelId="{B8E28A8B-5111-43CF-B011-BC5EB447DE38}" type="pres">
      <dgm:prSet presAssocID="{5BFB77DA-5F91-411C-B8B9-2DE3D9039FC8}" presName="sibTrans" presStyleLbl="sibTrans1D1" presStyleIdx="1" presStyleCnt="4"/>
      <dgm:spPr/>
    </dgm:pt>
    <dgm:pt modelId="{A4DB0C03-878B-4DFC-8E53-00C8402739B3}" type="pres">
      <dgm:prSet presAssocID="{1D75E673-3364-43C7-82E0-E8D83CCA4334}" presName="node" presStyleLbl="node1" presStyleIdx="2" presStyleCnt="4" custScaleX="156355">
        <dgm:presLayoutVars>
          <dgm:bulletEnabled val="1"/>
        </dgm:presLayoutVars>
      </dgm:prSet>
      <dgm:spPr/>
    </dgm:pt>
    <dgm:pt modelId="{528BF59E-26AB-4514-B75F-02F9C3115BBB}" type="pres">
      <dgm:prSet presAssocID="{1D75E673-3364-43C7-82E0-E8D83CCA4334}" presName="spNode" presStyleCnt="0"/>
      <dgm:spPr/>
    </dgm:pt>
    <dgm:pt modelId="{ABFFB2A9-40B0-4614-80DB-4EEBB926301D}" type="pres">
      <dgm:prSet presAssocID="{0B621A26-3AC0-4D99-BD88-73A554341B16}" presName="sibTrans" presStyleLbl="sibTrans1D1" presStyleIdx="2" presStyleCnt="4"/>
      <dgm:spPr/>
    </dgm:pt>
    <dgm:pt modelId="{FBECE29F-0C49-44F0-81A9-B68296D26353}" type="pres">
      <dgm:prSet presAssocID="{762807C6-B827-4DDA-B08E-D813FCC5AF3C}" presName="node" presStyleLbl="node1" presStyleIdx="3" presStyleCnt="4" custScaleX="123511">
        <dgm:presLayoutVars>
          <dgm:bulletEnabled val="1"/>
        </dgm:presLayoutVars>
      </dgm:prSet>
      <dgm:spPr/>
    </dgm:pt>
    <dgm:pt modelId="{B287133C-0C80-4FE8-9B5B-B548C6F013A8}" type="pres">
      <dgm:prSet presAssocID="{762807C6-B827-4DDA-B08E-D813FCC5AF3C}" presName="spNode" presStyleCnt="0"/>
      <dgm:spPr/>
    </dgm:pt>
    <dgm:pt modelId="{32A55310-897E-4545-BB95-288685DF642F}" type="pres">
      <dgm:prSet presAssocID="{B16B0EF9-AD36-4745-AB8A-8B9C473B21B0}" presName="sibTrans" presStyleLbl="sibTrans1D1" presStyleIdx="3" presStyleCnt="4"/>
      <dgm:spPr/>
    </dgm:pt>
  </dgm:ptLst>
  <dgm:cxnLst>
    <dgm:cxn modelId="{25C94D00-4A11-49C5-A073-9FF41658979B}" type="presOf" srcId="{762807C6-B827-4DDA-B08E-D813FCC5AF3C}" destId="{FBECE29F-0C49-44F0-81A9-B68296D26353}" srcOrd="0" destOrd="0" presId="urn:microsoft.com/office/officeart/2005/8/layout/cycle5"/>
    <dgm:cxn modelId="{F8B8EA06-CC66-47A8-A323-B7D182A02754}" type="presOf" srcId="{CB6E8371-5E02-44F8-B55B-95C5601DBA5B}" destId="{4713B530-4E61-4F2F-BD1E-FB6C2EDD942D}" srcOrd="0" destOrd="0" presId="urn:microsoft.com/office/officeart/2005/8/layout/cycle5"/>
    <dgm:cxn modelId="{B5397E16-92A4-447C-8198-5ED42A3F0BA9}" type="presOf" srcId="{1D75E673-3364-43C7-82E0-E8D83CCA4334}" destId="{A4DB0C03-878B-4DFC-8E53-00C8402739B3}" srcOrd="0" destOrd="0" presId="urn:microsoft.com/office/officeart/2005/8/layout/cycle5"/>
    <dgm:cxn modelId="{BB0FB42D-6844-4A80-A751-D653B5DF23D9}" type="presOf" srcId="{B16B0EF9-AD36-4745-AB8A-8B9C473B21B0}" destId="{32A55310-897E-4545-BB95-288685DF642F}" srcOrd="0" destOrd="0" presId="urn:microsoft.com/office/officeart/2005/8/layout/cycle5"/>
    <dgm:cxn modelId="{88CE4433-3773-46A4-B4BF-C91750B1554C}" type="presOf" srcId="{79D86DDA-739E-4EED-9F28-F10A47E23143}" destId="{FC2BD630-96A5-4E25-9969-45EB2AFC032B}" srcOrd="0" destOrd="0" presId="urn:microsoft.com/office/officeart/2005/8/layout/cycle5"/>
    <dgm:cxn modelId="{9137F63C-5438-4B49-9761-4BDC8B2C693F}" type="presOf" srcId="{82D6911F-1FF4-46BC-AA59-0C54A4C6946C}" destId="{2DB1A21D-A809-4D3D-9BFA-808D347372D6}" srcOrd="0" destOrd="0" presId="urn:microsoft.com/office/officeart/2005/8/layout/cycle5"/>
    <dgm:cxn modelId="{CBF0587A-80BD-45F1-958E-D3D2C2355092}" type="presOf" srcId="{5BFB77DA-5F91-411C-B8B9-2DE3D9039FC8}" destId="{B8E28A8B-5111-43CF-B011-BC5EB447DE38}" srcOrd="0" destOrd="0" presId="urn:microsoft.com/office/officeart/2005/8/layout/cycle5"/>
    <dgm:cxn modelId="{BFCE4788-C006-4A5B-B605-0CC6A913B8D9}" srcId="{82D6911F-1FF4-46BC-AA59-0C54A4C6946C}" destId="{F54668E0-8508-43CC-A43B-DDFFC8D3B622}" srcOrd="0" destOrd="0" parTransId="{CFE85B1D-4005-4972-BC72-EF3AE24B8845}" sibTransId="{CB6E8371-5E02-44F8-B55B-95C5601DBA5B}"/>
    <dgm:cxn modelId="{ABB91B9D-F331-4E2C-B4FA-A2CCD760171F}" srcId="{82D6911F-1FF4-46BC-AA59-0C54A4C6946C}" destId="{762807C6-B827-4DDA-B08E-D813FCC5AF3C}" srcOrd="3" destOrd="0" parTransId="{273DF892-A9EC-42F0-A7D4-6F6D540EAA80}" sibTransId="{B16B0EF9-AD36-4745-AB8A-8B9C473B21B0}"/>
    <dgm:cxn modelId="{C1529FB2-F879-454E-A490-5F9559110BFB}" type="presOf" srcId="{F54668E0-8508-43CC-A43B-DDFFC8D3B622}" destId="{79B4D3D8-7023-44F2-8022-5826AFE67766}" srcOrd="0" destOrd="0" presId="urn:microsoft.com/office/officeart/2005/8/layout/cycle5"/>
    <dgm:cxn modelId="{D60249C2-4C86-4C5B-BE2B-1EAD0D6E137C}" srcId="{82D6911F-1FF4-46BC-AA59-0C54A4C6946C}" destId="{1D75E673-3364-43C7-82E0-E8D83CCA4334}" srcOrd="2" destOrd="0" parTransId="{36F5F43E-B19B-4A37-9725-6A3F3157FAE3}" sibTransId="{0B621A26-3AC0-4D99-BD88-73A554341B16}"/>
    <dgm:cxn modelId="{2099ABCA-2FA6-4ACD-A0D7-CFDB23961FEB}" srcId="{82D6911F-1FF4-46BC-AA59-0C54A4C6946C}" destId="{79D86DDA-739E-4EED-9F28-F10A47E23143}" srcOrd="1" destOrd="0" parTransId="{0E1B7DAB-0705-4143-A6C3-813801CFB118}" sibTransId="{5BFB77DA-5F91-411C-B8B9-2DE3D9039FC8}"/>
    <dgm:cxn modelId="{D8AA0CF7-BDC0-4602-BCD1-FF3340BC988B}" type="presOf" srcId="{0B621A26-3AC0-4D99-BD88-73A554341B16}" destId="{ABFFB2A9-40B0-4614-80DB-4EEBB926301D}" srcOrd="0" destOrd="0" presId="urn:microsoft.com/office/officeart/2005/8/layout/cycle5"/>
    <dgm:cxn modelId="{DFC577DE-DCC0-4936-ABA6-C80979207026}" type="presParOf" srcId="{2DB1A21D-A809-4D3D-9BFA-808D347372D6}" destId="{79B4D3D8-7023-44F2-8022-5826AFE67766}" srcOrd="0" destOrd="0" presId="urn:microsoft.com/office/officeart/2005/8/layout/cycle5"/>
    <dgm:cxn modelId="{06A00CA9-AF67-4A26-A7BF-C4C948BCDE09}" type="presParOf" srcId="{2DB1A21D-A809-4D3D-9BFA-808D347372D6}" destId="{E44551C8-A3C1-4DD2-B738-67F49DB5EB51}" srcOrd="1" destOrd="0" presId="urn:microsoft.com/office/officeart/2005/8/layout/cycle5"/>
    <dgm:cxn modelId="{77155ACE-36D0-4665-8D34-7DCD1C8C32D4}" type="presParOf" srcId="{2DB1A21D-A809-4D3D-9BFA-808D347372D6}" destId="{4713B530-4E61-4F2F-BD1E-FB6C2EDD942D}" srcOrd="2" destOrd="0" presId="urn:microsoft.com/office/officeart/2005/8/layout/cycle5"/>
    <dgm:cxn modelId="{483BEEB3-7ACB-45D8-9292-699B56E2B408}" type="presParOf" srcId="{2DB1A21D-A809-4D3D-9BFA-808D347372D6}" destId="{FC2BD630-96A5-4E25-9969-45EB2AFC032B}" srcOrd="3" destOrd="0" presId="urn:microsoft.com/office/officeart/2005/8/layout/cycle5"/>
    <dgm:cxn modelId="{FE3ED82E-FD31-4102-BF23-F912CE1D76C1}" type="presParOf" srcId="{2DB1A21D-A809-4D3D-9BFA-808D347372D6}" destId="{DDCAD3FA-1181-44A7-9CA2-45FA4DDE96CC}" srcOrd="4" destOrd="0" presId="urn:microsoft.com/office/officeart/2005/8/layout/cycle5"/>
    <dgm:cxn modelId="{2A9950CF-8096-4D8B-8E6D-777F3E7ACC73}" type="presParOf" srcId="{2DB1A21D-A809-4D3D-9BFA-808D347372D6}" destId="{B8E28A8B-5111-43CF-B011-BC5EB447DE38}" srcOrd="5" destOrd="0" presId="urn:microsoft.com/office/officeart/2005/8/layout/cycle5"/>
    <dgm:cxn modelId="{37069B8F-5C86-4233-B465-37669602D688}" type="presParOf" srcId="{2DB1A21D-A809-4D3D-9BFA-808D347372D6}" destId="{A4DB0C03-878B-4DFC-8E53-00C8402739B3}" srcOrd="6" destOrd="0" presId="urn:microsoft.com/office/officeart/2005/8/layout/cycle5"/>
    <dgm:cxn modelId="{DB1E481D-BEDF-4323-81B5-B9418551A7BD}" type="presParOf" srcId="{2DB1A21D-A809-4D3D-9BFA-808D347372D6}" destId="{528BF59E-26AB-4514-B75F-02F9C3115BBB}" srcOrd="7" destOrd="0" presId="urn:microsoft.com/office/officeart/2005/8/layout/cycle5"/>
    <dgm:cxn modelId="{72849767-002C-4C14-B40A-42FA65BA98F6}" type="presParOf" srcId="{2DB1A21D-A809-4D3D-9BFA-808D347372D6}" destId="{ABFFB2A9-40B0-4614-80DB-4EEBB926301D}" srcOrd="8" destOrd="0" presId="urn:microsoft.com/office/officeart/2005/8/layout/cycle5"/>
    <dgm:cxn modelId="{40C4B002-A881-4875-AD9F-5231F43D9581}" type="presParOf" srcId="{2DB1A21D-A809-4D3D-9BFA-808D347372D6}" destId="{FBECE29F-0C49-44F0-81A9-B68296D26353}" srcOrd="9" destOrd="0" presId="urn:microsoft.com/office/officeart/2005/8/layout/cycle5"/>
    <dgm:cxn modelId="{855AB17F-92F5-4812-AD3D-30E47340CAEE}" type="presParOf" srcId="{2DB1A21D-A809-4D3D-9BFA-808D347372D6}" destId="{B287133C-0C80-4FE8-9B5B-B548C6F013A8}" srcOrd="10" destOrd="0" presId="urn:microsoft.com/office/officeart/2005/8/layout/cycle5"/>
    <dgm:cxn modelId="{CD6CE6C3-C522-45F7-8FBD-FDAF1751DE00}" type="presParOf" srcId="{2DB1A21D-A809-4D3D-9BFA-808D347372D6}" destId="{32A55310-897E-4545-BB95-288685DF642F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D6911F-1FF4-46BC-AA59-0C54A4C6946C}" type="doc">
      <dgm:prSet loTypeId="urn:microsoft.com/office/officeart/2005/8/layout/cycle5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F54668E0-8508-43CC-A43B-DDFFC8D3B622}">
      <dgm:prSet phldrT="[Текст]" phldr="0" custT="1"/>
      <dgm:spPr/>
      <dgm:t>
        <a:bodyPr/>
        <a:lstStyle/>
        <a:p>
          <a:r>
            <a:rPr lang="ru-RU" sz="1400" dirty="0"/>
            <a:t>Ответ с мультипликацией искажений</a:t>
          </a:r>
        </a:p>
      </dgm:t>
    </dgm:pt>
    <dgm:pt modelId="{CFE85B1D-4005-4972-BC72-EF3AE24B8845}" type="parTrans" cxnId="{BFCE4788-C006-4A5B-B605-0CC6A913B8D9}">
      <dgm:prSet/>
      <dgm:spPr/>
      <dgm:t>
        <a:bodyPr/>
        <a:lstStyle/>
        <a:p>
          <a:endParaRPr lang="ru-RU" sz="2400"/>
        </a:p>
      </dgm:t>
    </dgm:pt>
    <dgm:pt modelId="{CB6E8371-5E02-44F8-B55B-95C5601DBA5B}" type="sibTrans" cxnId="{BFCE4788-C006-4A5B-B605-0CC6A913B8D9}">
      <dgm:prSet/>
      <dgm:spPr/>
      <dgm:t>
        <a:bodyPr/>
        <a:lstStyle/>
        <a:p>
          <a:endParaRPr lang="ru-RU" sz="2400"/>
        </a:p>
      </dgm:t>
    </dgm:pt>
    <dgm:pt modelId="{79D86DDA-739E-4EED-9F28-F10A47E23143}">
      <dgm:prSet phldrT="[Текст]" phldr="0" custT="1"/>
      <dgm:spPr/>
      <dgm:t>
        <a:bodyPr/>
        <a:lstStyle/>
        <a:p>
          <a:r>
            <a:rPr lang="ru-RU" sz="1400" dirty="0"/>
            <a:t>Некритическое восприятие ответов ИИ</a:t>
          </a:r>
        </a:p>
      </dgm:t>
    </dgm:pt>
    <dgm:pt modelId="{0E1B7DAB-0705-4143-A6C3-813801CFB118}" type="parTrans" cxnId="{2099ABCA-2FA6-4ACD-A0D7-CFDB23961FEB}">
      <dgm:prSet/>
      <dgm:spPr/>
      <dgm:t>
        <a:bodyPr/>
        <a:lstStyle/>
        <a:p>
          <a:endParaRPr lang="ru-RU" sz="2400"/>
        </a:p>
      </dgm:t>
    </dgm:pt>
    <dgm:pt modelId="{5BFB77DA-5F91-411C-B8B9-2DE3D9039FC8}" type="sibTrans" cxnId="{2099ABCA-2FA6-4ACD-A0D7-CFDB23961FEB}">
      <dgm:prSet/>
      <dgm:spPr/>
      <dgm:t>
        <a:bodyPr/>
        <a:lstStyle/>
        <a:p>
          <a:endParaRPr lang="ru-RU" sz="2400"/>
        </a:p>
      </dgm:t>
    </dgm:pt>
    <dgm:pt modelId="{1D75E673-3364-43C7-82E0-E8D83CCA4334}">
      <dgm:prSet phldrT="[Текст]" phldr="0" custT="1"/>
      <dgm:spPr/>
      <dgm:t>
        <a:bodyPr/>
        <a:lstStyle/>
        <a:p>
          <a:r>
            <a:rPr lang="ru-RU" sz="1400" dirty="0"/>
            <a:t>Увеличение когнитивных искажений и снижение критичности</a:t>
          </a:r>
        </a:p>
      </dgm:t>
    </dgm:pt>
    <dgm:pt modelId="{36F5F43E-B19B-4A37-9725-6A3F3157FAE3}" type="parTrans" cxnId="{D60249C2-4C86-4C5B-BE2B-1EAD0D6E137C}">
      <dgm:prSet/>
      <dgm:spPr/>
      <dgm:t>
        <a:bodyPr/>
        <a:lstStyle/>
        <a:p>
          <a:endParaRPr lang="ru-RU" sz="2400"/>
        </a:p>
      </dgm:t>
    </dgm:pt>
    <dgm:pt modelId="{0B621A26-3AC0-4D99-BD88-73A554341B16}" type="sibTrans" cxnId="{D60249C2-4C86-4C5B-BE2B-1EAD0D6E137C}">
      <dgm:prSet/>
      <dgm:spPr/>
      <dgm:t>
        <a:bodyPr/>
        <a:lstStyle/>
        <a:p>
          <a:endParaRPr lang="ru-RU" sz="2400"/>
        </a:p>
      </dgm:t>
    </dgm:pt>
    <dgm:pt modelId="{762807C6-B827-4DDA-B08E-D813FCC5AF3C}">
      <dgm:prSet phldrT="[Текст]" phldr="0" custT="1"/>
      <dgm:spPr/>
      <dgm:t>
        <a:bodyPr/>
        <a:lstStyle/>
        <a:p>
          <a:r>
            <a:rPr lang="ru-RU" sz="1400" dirty="0"/>
            <a:t>Формулирование запроса с искажениями</a:t>
          </a:r>
        </a:p>
      </dgm:t>
    </dgm:pt>
    <dgm:pt modelId="{273DF892-A9EC-42F0-A7D4-6F6D540EAA80}" type="parTrans" cxnId="{ABB91B9D-F331-4E2C-B4FA-A2CCD760171F}">
      <dgm:prSet/>
      <dgm:spPr/>
      <dgm:t>
        <a:bodyPr/>
        <a:lstStyle/>
        <a:p>
          <a:endParaRPr lang="ru-RU" sz="2400"/>
        </a:p>
      </dgm:t>
    </dgm:pt>
    <dgm:pt modelId="{B16B0EF9-AD36-4745-AB8A-8B9C473B21B0}" type="sibTrans" cxnId="{ABB91B9D-F331-4E2C-B4FA-A2CCD760171F}">
      <dgm:prSet/>
      <dgm:spPr/>
      <dgm:t>
        <a:bodyPr/>
        <a:lstStyle/>
        <a:p>
          <a:endParaRPr lang="ru-RU" sz="2400"/>
        </a:p>
      </dgm:t>
    </dgm:pt>
    <dgm:pt modelId="{2DB1A21D-A809-4D3D-9BFA-808D347372D6}" type="pres">
      <dgm:prSet presAssocID="{82D6911F-1FF4-46BC-AA59-0C54A4C6946C}" presName="cycle" presStyleCnt="0">
        <dgm:presLayoutVars>
          <dgm:dir/>
          <dgm:resizeHandles val="exact"/>
        </dgm:presLayoutVars>
      </dgm:prSet>
      <dgm:spPr/>
    </dgm:pt>
    <dgm:pt modelId="{79B4D3D8-7023-44F2-8022-5826AFE67766}" type="pres">
      <dgm:prSet presAssocID="{F54668E0-8508-43CC-A43B-DDFFC8D3B622}" presName="node" presStyleLbl="node1" presStyleIdx="0" presStyleCnt="4" custScaleX="127180">
        <dgm:presLayoutVars>
          <dgm:bulletEnabled val="1"/>
        </dgm:presLayoutVars>
      </dgm:prSet>
      <dgm:spPr/>
    </dgm:pt>
    <dgm:pt modelId="{E44551C8-A3C1-4DD2-B738-67F49DB5EB51}" type="pres">
      <dgm:prSet presAssocID="{F54668E0-8508-43CC-A43B-DDFFC8D3B622}" presName="spNode" presStyleCnt="0"/>
      <dgm:spPr/>
    </dgm:pt>
    <dgm:pt modelId="{4713B530-4E61-4F2F-BD1E-FB6C2EDD942D}" type="pres">
      <dgm:prSet presAssocID="{CB6E8371-5E02-44F8-B55B-95C5601DBA5B}" presName="sibTrans" presStyleLbl="sibTrans1D1" presStyleIdx="0" presStyleCnt="4"/>
      <dgm:spPr/>
    </dgm:pt>
    <dgm:pt modelId="{FC2BD630-96A5-4E25-9969-45EB2AFC032B}" type="pres">
      <dgm:prSet presAssocID="{79D86DDA-739E-4EED-9F28-F10A47E23143}" presName="node" presStyleLbl="node1" presStyleIdx="1" presStyleCnt="4" custScaleX="125838" custRadScaleRad="104944" custRadScaleInc="-2283">
        <dgm:presLayoutVars>
          <dgm:bulletEnabled val="1"/>
        </dgm:presLayoutVars>
      </dgm:prSet>
      <dgm:spPr/>
    </dgm:pt>
    <dgm:pt modelId="{DDCAD3FA-1181-44A7-9CA2-45FA4DDE96CC}" type="pres">
      <dgm:prSet presAssocID="{79D86DDA-739E-4EED-9F28-F10A47E23143}" presName="spNode" presStyleCnt="0"/>
      <dgm:spPr/>
    </dgm:pt>
    <dgm:pt modelId="{B8E28A8B-5111-43CF-B011-BC5EB447DE38}" type="pres">
      <dgm:prSet presAssocID="{5BFB77DA-5F91-411C-B8B9-2DE3D9039FC8}" presName="sibTrans" presStyleLbl="sibTrans1D1" presStyleIdx="1" presStyleCnt="4"/>
      <dgm:spPr/>
    </dgm:pt>
    <dgm:pt modelId="{A4DB0C03-878B-4DFC-8E53-00C8402739B3}" type="pres">
      <dgm:prSet presAssocID="{1D75E673-3364-43C7-82E0-E8D83CCA4334}" presName="node" presStyleLbl="node1" presStyleIdx="2" presStyleCnt="4" custScaleX="136299" custScaleY="117907">
        <dgm:presLayoutVars>
          <dgm:bulletEnabled val="1"/>
        </dgm:presLayoutVars>
      </dgm:prSet>
      <dgm:spPr/>
    </dgm:pt>
    <dgm:pt modelId="{528BF59E-26AB-4514-B75F-02F9C3115BBB}" type="pres">
      <dgm:prSet presAssocID="{1D75E673-3364-43C7-82E0-E8D83CCA4334}" presName="spNode" presStyleCnt="0"/>
      <dgm:spPr/>
    </dgm:pt>
    <dgm:pt modelId="{ABFFB2A9-40B0-4614-80DB-4EEBB926301D}" type="pres">
      <dgm:prSet presAssocID="{0B621A26-3AC0-4D99-BD88-73A554341B16}" presName="sibTrans" presStyleLbl="sibTrans1D1" presStyleIdx="2" presStyleCnt="4"/>
      <dgm:spPr/>
    </dgm:pt>
    <dgm:pt modelId="{FBECE29F-0C49-44F0-81A9-B68296D26353}" type="pres">
      <dgm:prSet presAssocID="{762807C6-B827-4DDA-B08E-D813FCC5AF3C}" presName="node" presStyleLbl="node1" presStyleIdx="3" presStyleCnt="4" custScaleX="121754" custRadScaleRad="120791" custRadScaleInc="171">
        <dgm:presLayoutVars>
          <dgm:bulletEnabled val="1"/>
        </dgm:presLayoutVars>
      </dgm:prSet>
      <dgm:spPr/>
    </dgm:pt>
    <dgm:pt modelId="{B287133C-0C80-4FE8-9B5B-B548C6F013A8}" type="pres">
      <dgm:prSet presAssocID="{762807C6-B827-4DDA-B08E-D813FCC5AF3C}" presName="spNode" presStyleCnt="0"/>
      <dgm:spPr/>
    </dgm:pt>
    <dgm:pt modelId="{32A55310-897E-4545-BB95-288685DF642F}" type="pres">
      <dgm:prSet presAssocID="{B16B0EF9-AD36-4745-AB8A-8B9C473B21B0}" presName="sibTrans" presStyleLbl="sibTrans1D1" presStyleIdx="3" presStyleCnt="4"/>
      <dgm:spPr/>
    </dgm:pt>
  </dgm:ptLst>
  <dgm:cxnLst>
    <dgm:cxn modelId="{25C94D00-4A11-49C5-A073-9FF41658979B}" type="presOf" srcId="{762807C6-B827-4DDA-B08E-D813FCC5AF3C}" destId="{FBECE29F-0C49-44F0-81A9-B68296D26353}" srcOrd="0" destOrd="0" presId="urn:microsoft.com/office/officeart/2005/8/layout/cycle5"/>
    <dgm:cxn modelId="{F8B8EA06-CC66-47A8-A323-B7D182A02754}" type="presOf" srcId="{CB6E8371-5E02-44F8-B55B-95C5601DBA5B}" destId="{4713B530-4E61-4F2F-BD1E-FB6C2EDD942D}" srcOrd="0" destOrd="0" presId="urn:microsoft.com/office/officeart/2005/8/layout/cycle5"/>
    <dgm:cxn modelId="{B5397E16-92A4-447C-8198-5ED42A3F0BA9}" type="presOf" srcId="{1D75E673-3364-43C7-82E0-E8D83CCA4334}" destId="{A4DB0C03-878B-4DFC-8E53-00C8402739B3}" srcOrd="0" destOrd="0" presId="urn:microsoft.com/office/officeart/2005/8/layout/cycle5"/>
    <dgm:cxn modelId="{BB0FB42D-6844-4A80-A751-D653B5DF23D9}" type="presOf" srcId="{B16B0EF9-AD36-4745-AB8A-8B9C473B21B0}" destId="{32A55310-897E-4545-BB95-288685DF642F}" srcOrd="0" destOrd="0" presId="urn:microsoft.com/office/officeart/2005/8/layout/cycle5"/>
    <dgm:cxn modelId="{88CE4433-3773-46A4-B4BF-C91750B1554C}" type="presOf" srcId="{79D86DDA-739E-4EED-9F28-F10A47E23143}" destId="{FC2BD630-96A5-4E25-9969-45EB2AFC032B}" srcOrd="0" destOrd="0" presId="urn:microsoft.com/office/officeart/2005/8/layout/cycle5"/>
    <dgm:cxn modelId="{9137F63C-5438-4B49-9761-4BDC8B2C693F}" type="presOf" srcId="{82D6911F-1FF4-46BC-AA59-0C54A4C6946C}" destId="{2DB1A21D-A809-4D3D-9BFA-808D347372D6}" srcOrd="0" destOrd="0" presId="urn:microsoft.com/office/officeart/2005/8/layout/cycle5"/>
    <dgm:cxn modelId="{CBF0587A-80BD-45F1-958E-D3D2C2355092}" type="presOf" srcId="{5BFB77DA-5F91-411C-B8B9-2DE3D9039FC8}" destId="{B8E28A8B-5111-43CF-B011-BC5EB447DE38}" srcOrd="0" destOrd="0" presId="urn:microsoft.com/office/officeart/2005/8/layout/cycle5"/>
    <dgm:cxn modelId="{BFCE4788-C006-4A5B-B605-0CC6A913B8D9}" srcId="{82D6911F-1FF4-46BC-AA59-0C54A4C6946C}" destId="{F54668E0-8508-43CC-A43B-DDFFC8D3B622}" srcOrd="0" destOrd="0" parTransId="{CFE85B1D-4005-4972-BC72-EF3AE24B8845}" sibTransId="{CB6E8371-5E02-44F8-B55B-95C5601DBA5B}"/>
    <dgm:cxn modelId="{ABB91B9D-F331-4E2C-B4FA-A2CCD760171F}" srcId="{82D6911F-1FF4-46BC-AA59-0C54A4C6946C}" destId="{762807C6-B827-4DDA-B08E-D813FCC5AF3C}" srcOrd="3" destOrd="0" parTransId="{273DF892-A9EC-42F0-A7D4-6F6D540EAA80}" sibTransId="{B16B0EF9-AD36-4745-AB8A-8B9C473B21B0}"/>
    <dgm:cxn modelId="{C1529FB2-F879-454E-A490-5F9559110BFB}" type="presOf" srcId="{F54668E0-8508-43CC-A43B-DDFFC8D3B622}" destId="{79B4D3D8-7023-44F2-8022-5826AFE67766}" srcOrd="0" destOrd="0" presId="urn:microsoft.com/office/officeart/2005/8/layout/cycle5"/>
    <dgm:cxn modelId="{D60249C2-4C86-4C5B-BE2B-1EAD0D6E137C}" srcId="{82D6911F-1FF4-46BC-AA59-0C54A4C6946C}" destId="{1D75E673-3364-43C7-82E0-E8D83CCA4334}" srcOrd="2" destOrd="0" parTransId="{36F5F43E-B19B-4A37-9725-6A3F3157FAE3}" sibTransId="{0B621A26-3AC0-4D99-BD88-73A554341B16}"/>
    <dgm:cxn modelId="{2099ABCA-2FA6-4ACD-A0D7-CFDB23961FEB}" srcId="{82D6911F-1FF4-46BC-AA59-0C54A4C6946C}" destId="{79D86DDA-739E-4EED-9F28-F10A47E23143}" srcOrd="1" destOrd="0" parTransId="{0E1B7DAB-0705-4143-A6C3-813801CFB118}" sibTransId="{5BFB77DA-5F91-411C-B8B9-2DE3D9039FC8}"/>
    <dgm:cxn modelId="{D8AA0CF7-BDC0-4602-BCD1-FF3340BC988B}" type="presOf" srcId="{0B621A26-3AC0-4D99-BD88-73A554341B16}" destId="{ABFFB2A9-40B0-4614-80DB-4EEBB926301D}" srcOrd="0" destOrd="0" presId="urn:microsoft.com/office/officeart/2005/8/layout/cycle5"/>
    <dgm:cxn modelId="{DFC577DE-DCC0-4936-ABA6-C80979207026}" type="presParOf" srcId="{2DB1A21D-A809-4D3D-9BFA-808D347372D6}" destId="{79B4D3D8-7023-44F2-8022-5826AFE67766}" srcOrd="0" destOrd="0" presId="urn:microsoft.com/office/officeart/2005/8/layout/cycle5"/>
    <dgm:cxn modelId="{06A00CA9-AF67-4A26-A7BF-C4C948BCDE09}" type="presParOf" srcId="{2DB1A21D-A809-4D3D-9BFA-808D347372D6}" destId="{E44551C8-A3C1-4DD2-B738-67F49DB5EB51}" srcOrd="1" destOrd="0" presId="urn:microsoft.com/office/officeart/2005/8/layout/cycle5"/>
    <dgm:cxn modelId="{77155ACE-36D0-4665-8D34-7DCD1C8C32D4}" type="presParOf" srcId="{2DB1A21D-A809-4D3D-9BFA-808D347372D6}" destId="{4713B530-4E61-4F2F-BD1E-FB6C2EDD942D}" srcOrd="2" destOrd="0" presId="urn:microsoft.com/office/officeart/2005/8/layout/cycle5"/>
    <dgm:cxn modelId="{483BEEB3-7ACB-45D8-9292-699B56E2B408}" type="presParOf" srcId="{2DB1A21D-A809-4D3D-9BFA-808D347372D6}" destId="{FC2BD630-96A5-4E25-9969-45EB2AFC032B}" srcOrd="3" destOrd="0" presId="urn:microsoft.com/office/officeart/2005/8/layout/cycle5"/>
    <dgm:cxn modelId="{FE3ED82E-FD31-4102-BF23-F912CE1D76C1}" type="presParOf" srcId="{2DB1A21D-A809-4D3D-9BFA-808D347372D6}" destId="{DDCAD3FA-1181-44A7-9CA2-45FA4DDE96CC}" srcOrd="4" destOrd="0" presId="urn:microsoft.com/office/officeart/2005/8/layout/cycle5"/>
    <dgm:cxn modelId="{2A9950CF-8096-4D8B-8E6D-777F3E7ACC73}" type="presParOf" srcId="{2DB1A21D-A809-4D3D-9BFA-808D347372D6}" destId="{B8E28A8B-5111-43CF-B011-BC5EB447DE38}" srcOrd="5" destOrd="0" presId="urn:microsoft.com/office/officeart/2005/8/layout/cycle5"/>
    <dgm:cxn modelId="{37069B8F-5C86-4233-B465-37669602D688}" type="presParOf" srcId="{2DB1A21D-A809-4D3D-9BFA-808D347372D6}" destId="{A4DB0C03-878B-4DFC-8E53-00C8402739B3}" srcOrd="6" destOrd="0" presId="urn:microsoft.com/office/officeart/2005/8/layout/cycle5"/>
    <dgm:cxn modelId="{DB1E481D-BEDF-4323-81B5-B9418551A7BD}" type="presParOf" srcId="{2DB1A21D-A809-4D3D-9BFA-808D347372D6}" destId="{528BF59E-26AB-4514-B75F-02F9C3115BBB}" srcOrd="7" destOrd="0" presId="urn:microsoft.com/office/officeart/2005/8/layout/cycle5"/>
    <dgm:cxn modelId="{72849767-002C-4C14-B40A-42FA65BA98F6}" type="presParOf" srcId="{2DB1A21D-A809-4D3D-9BFA-808D347372D6}" destId="{ABFFB2A9-40B0-4614-80DB-4EEBB926301D}" srcOrd="8" destOrd="0" presId="urn:microsoft.com/office/officeart/2005/8/layout/cycle5"/>
    <dgm:cxn modelId="{40C4B002-A881-4875-AD9F-5231F43D9581}" type="presParOf" srcId="{2DB1A21D-A809-4D3D-9BFA-808D347372D6}" destId="{FBECE29F-0C49-44F0-81A9-B68296D26353}" srcOrd="9" destOrd="0" presId="urn:microsoft.com/office/officeart/2005/8/layout/cycle5"/>
    <dgm:cxn modelId="{855AB17F-92F5-4812-AD3D-30E47340CAEE}" type="presParOf" srcId="{2DB1A21D-A809-4D3D-9BFA-808D347372D6}" destId="{B287133C-0C80-4FE8-9B5B-B548C6F013A8}" srcOrd="10" destOrd="0" presId="urn:microsoft.com/office/officeart/2005/8/layout/cycle5"/>
    <dgm:cxn modelId="{CD6CE6C3-C522-45F7-8FBD-FDAF1751DE00}" type="presParOf" srcId="{2DB1A21D-A809-4D3D-9BFA-808D347372D6}" destId="{32A55310-897E-4545-BB95-288685DF642F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BF56AF-107D-41AB-9979-7C820F1A4FDA}" type="doc">
      <dgm:prSet loTypeId="urn:microsoft.com/office/officeart/2005/8/layout/process4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C292091-3BDB-4FCB-A42B-43AC125E4866}">
      <dgm:prSet phldrT="[Текст]" phldr="0"/>
      <dgm:spPr/>
      <dgm:t>
        <a:bodyPr/>
        <a:lstStyle/>
        <a:p>
          <a:r>
            <a:rPr lang="ru-RU" dirty="0"/>
            <a:t>До взаимодействия с ИИ</a:t>
          </a:r>
        </a:p>
      </dgm:t>
    </dgm:pt>
    <dgm:pt modelId="{C67C5950-BD77-4422-84D9-80328B1F361F}" type="parTrans" cxnId="{B2F93CC1-DBC1-4684-B051-647134853A82}">
      <dgm:prSet/>
      <dgm:spPr/>
      <dgm:t>
        <a:bodyPr/>
        <a:lstStyle/>
        <a:p>
          <a:endParaRPr lang="ru-RU"/>
        </a:p>
      </dgm:t>
    </dgm:pt>
    <dgm:pt modelId="{66DC0AE6-9B7B-4FC6-88EE-CEDA464B6475}" type="sibTrans" cxnId="{B2F93CC1-DBC1-4684-B051-647134853A82}">
      <dgm:prSet/>
      <dgm:spPr/>
      <dgm:t>
        <a:bodyPr/>
        <a:lstStyle/>
        <a:p>
          <a:endParaRPr lang="ru-RU"/>
        </a:p>
      </dgm:t>
    </dgm:pt>
    <dgm:pt modelId="{41B53B6F-B02C-48E1-ACD1-50DE85225C41}">
      <dgm:prSet phldrT="[Текст]" phldr="0"/>
      <dgm:spPr/>
      <dgm:t>
        <a:bodyPr/>
        <a:lstStyle/>
        <a:p>
          <a:r>
            <a:rPr lang="ru-RU" dirty="0"/>
            <a:t>Документирование собственного мнения о вопросе</a:t>
          </a:r>
        </a:p>
      </dgm:t>
    </dgm:pt>
    <dgm:pt modelId="{4B2CDF14-E10D-4450-B5BC-9DEE1C73278D}" type="parTrans" cxnId="{F4B856AD-527C-405E-A42F-0E6F492A2886}">
      <dgm:prSet/>
      <dgm:spPr/>
      <dgm:t>
        <a:bodyPr/>
        <a:lstStyle/>
        <a:p>
          <a:endParaRPr lang="ru-RU"/>
        </a:p>
      </dgm:t>
    </dgm:pt>
    <dgm:pt modelId="{62E417A4-873B-4976-AD07-5E56DE86A956}" type="sibTrans" cxnId="{F4B856AD-527C-405E-A42F-0E6F492A2886}">
      <dgm:prSet/>
      <dgm:spPr/>
      <dgm:t>
        <a:bodyPr/>
        <a:lstStyle/>
        <a:p>
          <a:endParaRPr lang="ru-RU"/>
        </a:p>
      </dgm:t>
    </dgm:pt>
    <dgm:pt modelId="{CE14B469-4A8D-430B-BC11-F41EA6FCDD20}">
      <dgm:prSet phldrT="[Текст]" phldr="0"/>
      <dgm:spPr/>
      <dgm:t>
        <a:bodyPr/>
        <a:lstStyle/>
        <a:p>
          <a:r>
            <a:rPr lang="ru-RU" dirty="0"/>
            <a:t>Во время взаимодействия с ИИ</a:t>
          </a:r>
        </a:p>
      </dgm:t>
    </dgm:pt>
    <dgm:pt modelId="{160A2369-A8D1-48A4-B2F0-A5F750339CD5}" type="parTrans" cxnId="{326F36D5-4916-4046-91FC-D10F817950C4}">
      <dgm:prSet/>
      <dgm:spPr/>
      <dgm:t>
        <a:bodyPr/>
        <a:lstStyle/>
        <a:p>
          <a:endParaRPr lang="ru-RU"/>
        </a:p>
      </dgm:t>
    </dgm:pt>
    <dgm:pt modelId="{EBF51433-604B-452F-AFBA-6A4D8AB71EF2}" type="sibTrans" cxnId="{326F36D5-4916-4046-91FC-D10F817950C4}">
      <dgm:prSet/>
      <dgm:spPr/>
      <dgm:t>
        <a:bodyPr/>
        <a:lstStyle/>
        <a:p>
          <a:endParaRPr lang="ru-RU"/>
        </a:p>
      </dgm:t>
    </dgm:pt>
    <dgm:pt modelId="{BF4FED34-D8B8-4871-9F38-022379D777EB}">
      <dgm:prSet phldrT="[Текст]" phldr="0"/>
      <dgm:spPr/>
      <dgm:t>
        <a:bodyPr/>
        <a:lstStyle/>
        <a:p>
          <a:r>
            <a:rPr lang="ru-RU" dirty="0" err="1"/>
            <a:t>Метакогнитивная</a:t>
          </a:r>
          <a:r>
            <a:rPr lang="ru-RU" dirty="0"/>
            <a:t> калибровка</a:t>
          </a:r>
        </a:p>
      </dgm:t>
    </dgm:pt>
    <dgm:pt modelId="{F61339A8-E85E-4E5F-9B2D-F020D8FF417C}" type="parTrans" cxnId="{3A1F06E2-18DE-4CF8-9C4C-80236254DB04}">
      <dgm:prSet/>
      <dgm:spPr/>
      <dgm:t>
        <a:bodyPr/>
        <a:lstStyle/>
        <a:p>
          <a:endParaRPr lang="ru-RU"/>
        </a:p>
      </dgm:t>
    </dgm:pt>
    <dgm:pt modelId="{D478E4F4-796A-43CE-AC28-9776A49965F8}" type="sibTrans" cxnId="{3A1F06E2-18DE-4CF8-9C4C-80236254DB04}">
      <dgm:prSet/>
      <dgm:spPr/>
      <dgm:t>
        <a:bodyPr/>
        <a:lstStyle/>
        <a:p>
          <a:endParaRPr lang="ru-RU"/>
        </a:p>
      </dgm:t>
    </dgm:pt>
    <dgm:pt modelId="{063655B7-BE25-4313-A36B-62C35A2C833E}">
      <dgm:prSet phldrT="[Текст]" phldr="0"/>
      <dgm:spPr/>
      <dgm:t>
        <a:bodyPr/>
        <a:lstStyle/>
        <a:p>
          <a:r>
            <a:rPr lang="ru-RU" dirty="0"/>
            <a:t>После взаимодействия с ИИ</a:t>
          </a:r>
        </a:p>
      </dgm:t>
    </dgm:pt>
    <dgm:pt modelId="{D0E61448-0229-4A93-82CD-B7F9820C8C6A}" type="parTrans" cxnId="{176EFDDB-4A18-476D-BDC0-9B3E30C61E70}">
      <dgm:prSet/>
      <dgm:spPr/>
      <dgm:t>
        <a:bodyPr/>
        <a:lstStyle/>
        <a:p>
          <a:endParaRPr lang="ru-RU"/>
        </a:p>
      </dgm:t>
    </dgm:pt>
    <dgm:pt modelId="{3B00DC28-0ADA-4324-84AD-460F2933C2BE}" type="sibTrans" cxnId="{176EFDDB-4A18-476D-BDC0-9B3E30C61E70}">
      <dgm:prSet/>
      <dgm:spPr/>
      <dgm:t>
        <a:bodyPr/>
        <a:lstStyle/>
        <a:p>
          <a:endParaRPr lang="ru-RU"/>
        </a:p>
      </dgm:t>
    </dgm:pt>
    <dgm:pt modelId="{DAB6FCC4-D227-4D33-AFAD-4A1CFA5D9F07}">
      <dgm:prSet phldrT="[Текст]" phldr="0"/>
      <dgm:spPr/>
      <dgm:t>
        <a:bodyPr/>
        <a:lstStyle/>
        <a:p>
          <a:r>
            <a:rPr lang="ru-RU" dirty="0"/>
            <a:t>Пауза на принятие решения</a:t>
          </a:r>
        </a:p>
      </dgm:t>
    </dgm:pt>
    <dgm:pt modelId="{C4D9099F-5CAD-4408-91EF-4D0DF66E9D3E}" type="parTrans" cxnId="{D2686DB7-8A31-4928-9E50-EA2D8FB63530}">
      <dgm:prSet/>
      <dgm:spPr/>
      <dgm:t>
        <a:bodyPr/>
        <a:lstStyle/>
        <a:p>
          <a:endParaRPr lang="ru-RU"/>
        </a:p>
      </dgm:t>
    </dgm:pt>
    <dgm:pt modelId="{22F0CF64-ABBA-4EE6-A9AF-3A4011FFF875}" type="sibTrans" cxnId="{D2686DB7-8A31-4928-9E50-EA2D8FB63530}">
      <dgm:prSet/>
      <dgm:spPr/>
      <dgm:t>
        <a:bodyPr/>
        <a:lstStyle/>
        <a:p>
          <a:endParaRPr lang="ru-RU"/>
        </a:p>
      </dgm:t>
    </dgm:pt>
    <dgm:pt modelId="{A9EB74CC-851B-41F8-99B3-4840DB262129}">
      <dgm:prSet phldrT="[Текст]" phldr="0"/>
      <dgm:spPr/>
      <dgm:t>
        <a:bodyPr/>
        <a:lstStyle/>
        <a:p>
          <a:r>
            <a:rPr lang="ru-RU"/>
            <a:t>Сопоставление решения ИИ и собственного задокументированного мнения</a:t>
          </a:r>
          <a:endParaRPr lang="ru-RU" dirty="0"/>
        </a:p>
      </dgm:t>
    </dgm:pt>
    <dgm:pt modelId="{D09BA751-DF2A-41E1-ABBB-670A6D523DD4}" type="parTrans" cxnId="{99E35A32-4664-4E9D-BCD5-25983073FBA2}">
      <dgm:prSet/>
      <dgm:spPr/>
      <dgm:t>
        <a:bodyPr/>
        <a:lstStyle/>
        <a:p>
          <a:endParaRPr lang="ru-RU"/>
        </a:p>
      </dgm:t>
    </dgm:pt>
    <dgm:pt modelId="{02CD78AE-C3B0-45DF-8377-1719F2BCC1C4}" type="sibTrans" cxnId="{99E35A32-4664-4E9D-BCD5-25983073FBA2}">
      <dgm:prSet/>
      <dgm:spPr/>
      <dgm:t>
        <a:bodyPr/>
        <a:lstStyle/>
        <a:p>
          <a:endParaRPr lang="ru-RU"/>
        </a:p>
      </dgm:t>
    </dgm:pt>
    <dgm:pt modelId="{69442C30-2732-45D3-9BD5-3DD58BDBD604}" type="pres">
      <dgm:prSet presAssocID="{18BF56AF-107D-41AB-9979-7C820F1A4FDA}" presName="Name0" presStyleCnt="0">
        <dgm:presLayoutVars>
          <dgm:dir/>
          <dgm:animLvl val="lvl"/>
          <dgm:resizeHandles val="exact"/>
        </dgm:presLayoutVars>
      </dgm:prSet>
      <dgm:spPr/>
    </dgm:pt>
    <dgm:pt modelId="{732FCDC6-5833-43B6-8EFA-597CA5E6B716}" type="pres">
      <dgm:prSet presAssocID="{063655B7-BE25-4313-A36B-62C35A2C833E}" presName="boxAndChildren" presStyleCnt="0"/>
      <dgm:spPr/>
    </dgm:pt>
    <dgm:pt modelId="{5E020043-B313-4750-A00E-1BA780F468D0}" type="pres">
      <dgm:prSet presAssocID="{063655B7-BE25-4313-A36B-62C35A2C833E}" presName="parentTextBox" presStyleLbl="node1" presStyleIdx="0" presStyleCnt="3"/>
      <dgm:spPr/>
    </dgm:pt>
    <dgm:pt modelId="{2447017D-FC04-4E19-92A4-0E4AD260CAC9}" type="pres">
      <dgm:prSet presAssocID="{063655B7-BE25-4313-A36B-62C35A2C833E}" presName="entireBox" presStyleLbl="node1" presStyleIdx="0" presStyleCnt="3"/>
      <dgm:spPr/>
    </dgm:pt>
    <dgm:pt modelId="{DF25BFD1-3741-4B6E-A7FF-7084D55424E2}" type="pres">
      <dgm:prSet presAssocID="{063655B7-BE25-4313-A36B-62C35A2C833E}" presName="descendantBox" presStyleCnt="0"/>
      <dgm:spPr/>
    </dgm:pt>
    <dgm:pt modelId="{5C702C03-1DD6-48E9-B507-EBEFD7E9B60E}" type="pres">
      <dgm:prSet presAssocID="{DAB6FCC4-D227-4D33-AFAD-4A1CFA5D9F07}" presName="childTextBox" presStyleLbl="fgAccFollowNode1" presStyleIdx="0" presStyleCnt="4">
        <dgm:presLayoutVars>
          <dgm:bulletEnabled val="1"/>
        </dgm:presLayoutVars>
      </dgm:prSet>
      <dgm:spPr/>
    </dgm:pt>
    <dgm:pt modelId="{2F1C2297-4ED9-4CE2-8EEB-48BA9135765D}" type="pres">
      <dgm:prSet presAssocID="{A9EB74CC-851B-41F8-99B3-4840DB262129}" presName="childTextBox" presStyleLbl="fgAccFollowNode1" presStyleIdx="1" presStyleCnt="4">
        <dgm:presLayoutVars>
          <dgm:bulletEnabled val="1"/>
        </dgm:presLayoutVars>
      </dgm:prSet>
      <dgm:spPr/>
    </dgm:pt>
    <dgm:pt modelId="{98BBDFD9-9FEB-46AB-8C95-19F4AE9B9E58}" type="pres">
      <dgm:prSet presAssocID="{EBF51433-604B-452F-AFBA-6A4D8AB71EF2}" presName="sp" presStyleCnt="0"/>
      <dgm:spPr/>
    </dgm:pt>
    <dgm:pt modelId="{56EDE6DA-7523-4D43-BF70-D6EDCBF0F3A7}" type="pres">
      <dgm:prSet presAssocID="{CE14B469-4A8D-430B-BC11-F41EA6FCDD20}" presName="arrowAndChildren" presStyleCnt="0"/>
      <dgm:spPr/>
    </dgm:pt>
    <dgm:pt modelId="{43D026B2-F80A-4CED-A261-D21CF76E2F85}" type="pres">
      <dgm:prSet presAssocID="{CE14B469-4A8D-430B-BC11-F41EA6FCDD20}" presName="parentTextArrow" presStyleLbl="node1" presStyleIdx="0" presStyleCnt="3"/>
      <dgm:spPr/>
    </dgm:pt>
    <dgm:pt modelId="{75556D74-BF3C-4416-AC54-5638CEB2A1EE}" type="pres">
      <dgm:prSet presAssocID="{CE14B469-4A8D-430B-BC11-F41EA6FCDD20}" presName="arrow" presStyleLbl="node1" presStyleIdx="1" presStyleCnt="3" custLinFactNeighborX="-361"/>
      <dgm:spPr/>
    </dgm:pt>
    <dgm:pt modelId="{99B909E7-FB9C-4599-ADE6-6024F1463F42}" type="pres">
      <dgm:prSet presAssocID="{CE14B469-4A8D-430B-BC11-F41EA6FCDD20}" presName="descendantArrow" presStyleCnt="0"/>
      <dgm:spPr/>
    </dgm:pt>
    <dgm:pt modelId="{E6FCBCA7-90A8-4E23-BBED-EC6AF910AF6D}" type="pres">
      <dgm:prSet presAssocID="{BF4FED34-D8B8-4871-9F38-022379D777EB}" presName="childTextArrow" presStyleLbl="fgAccFollowNode1" presStyleIdx="2" presStyleCnt="4">
        <dgm:presLayoutVars>
          <dgm:bulletEnabled val="1"/>
        </dgm:presLayoutVars>
      </dgm:prSet>
      <dgm:spPr/>
    </dgm:pt>
    <dgm:pt modelId="{03DCFDA5-E2D8-4252-A37D-72A8DA75E3FE}" type="pres">
      <dgm:prSet presAssocID="{66DC0AE6-9B7B-4FC6-88EE-CEDA464B6475}" presName="sp" presStyleCnt="0"/>
      <dgm:spPr/>
    </dgm:pt>
    <dgm:pt modelId="{8A2FC920-53F5-4593-8124-5CF83CA673BD}" type="pres">
      <dgm:prSet presAssocID="{8C292091-3BDB-4FCB-A42B-43AC125E4866}" presName="arrowAndChildren" presStyleCnt="0"/>
      <dgm:spPr/>
    </dgm:pt>
    <dgm:pt modelId="{BDF1FAF8-0902-4ADA-911B-8AC5243815C5}" type="pres">
      <dgm:prSet presAssocID="{8C292091-3BDB-4FCB-A42B-43AC125E4866}" presName="parentTextArrow" presStyleLbl="node1" presStyleIdx="1" presStyleCnt="3"/>
      <dgm:spPr/>
    </dgm:pt>
    <dgm:pt modelId="{17757DFA-4ADA-41E4-A0D6-1E8B7673216F}" type="pres">
      <dgm:prSet presAssocID="{8C292091-3BDB-4FCB-A42B-43AC125E4866}" presName="arrow" presStyleLbl="node1" presStyleIdx="2" presStyleCnt="3"/>
      <dgm:spPr/>
    </dgm:pt>
    <dgm:pt modelId="{F814352D-EDDB-445E-B6D6-197E0DB39BC8}" type="pres">
      <dgm:prSet presAssocID="{8C292091-3BDB-4FCB-A42B-43AC125E4866}" presName="descendantArrow" presStyleCnt="0"/>
      <dgm:spPr/>
    </dgm:pt>
    <dgm:pt modelId="{9C81198E-9E3B-4DDB-88C5-16661CE89DB4}" type="pres">
      <dgm:prSet presAssocID="{41B53B6F-B02C-48E1-ACD1-50DE85225C41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C380D308-4054-4A08-8685-F3B83B3BA613}" type="presOf" srcId="{CE14B469-4A8D-430B-BC11-F41EA6FCDD20}" destId="{75556D74-BF3C-4416-AC54-5638CEB2A1EE}" srcOrd="1" destOrd="0" presId="urn:microsoft.com/office/officeart/2005/8/layout/process4"/>
    <dgm:cxn modelId="{99E35A32-4664-4E9D-BCD5-25983073FBA2}" srcId="{063655B7-BE25-4313-A36B-62C35A2C833E}" destId="{A9EB74CC-851B-41F8-99B3-4840DB262129}" srcOrd="1" destOrd="0" parTransId="{D09BA751-DF2A-41E1-ABBB-670A6D523DD4}" sibTransId="{02CD78AE-C3B0-45DF-8377-1719F2BCC1C4}"/>
    <dgm:cxn modelId="{28F1453B-4AF4-4FA3-928E-716B066FDBE0}" type="presOf" srcId="{8C292091-3BDB-4FCB-A42B-43AC125E4866}" destId="{17757DFA-4ADA-41E4-A0D6-1E8B7673216F}" srcOrd="1" destOrd="0" presId="urn:microsoft.com/office/officeart/2005/8/layout/process4"/>
    <dgm:cxn modelId="{AB00AE5C-E711-43CE-8130-C2E1C11E3DCE}" type="presOf" srcId="{41B53B6F-B02C-48E1-ACD1-50DE85225C41}" destId="{9C81198E-9E3B-4DDB-88C5-16661CE89DB4}" srcOrd="0" destOrd="0" presId="urn:microsoft.com/office/officeart/2005/8/layout/process4"/>
    <dgm:cxn modelId="{DC572C5F-4A6B-4111-B895-CEDE4A1823D2}" type="presOf" srcId="{DAB6FCC4-D227-4D33-AFAD-4A1CFA5D9F07}" destId="{5C702C03-1DD6-48E9-B507-EBEFD7E9B60E}" srcOrd="0" destOrd="0" presId="urn:microsoft.com/office/officeart/2005/8/layout/process4"/>
    <dgm:cxn modelId="{79AE8E67-3649-4AD4-8509-41B94076D2DB}" type="presOf" srcId="{CE14B469-4A8D-430B-BC11-F41EA6FCDD20}" destId="{43D026B2-F80A-4CED-A261-D21CF76E2F85}" srcOrd="0" destOrd="0" presId="urn:microsoft.com/office/officeart/2005/8/layout/process4"/>
    <dgm:cxn modelId="{CF0E667F-0554-4BE6-80C6-4FDD338DE383}" type="presOf" srcId="{063655B7-BE25-4313-A36B-62C35A2C833E}" destId="{5E020043-B313-4750-A00E-1BA780F468D0}" srcOrd="0" destOrd="0" presId="urn:microsoft.com/office/officeart/2005/8/layout/process4"/>
    <dgm:cxn modelId="{7E9C1C8B-E946-4E05-9DEC-3295997001FA}" type="presOf" srcId="{18BF56AF-107D-41AB-9979-7C820F1A4FDA}" destId="{69442C30-2732-45D3-9BD5-3DD58BDBD604}" srcOrd="0" destOrd="0" presId="urn:microsoft.com/office/officeart/2005/8/layout/process4"/>
    <dgm:cxn modelId="{5BFF67A6-6B6F-42CB-B80B-8BF7E63C38AC}" type="presOf" srcId="{BF4FED34-D8B8-4871-9F38-022379D777EB}" destId="{E6FCBCA7-90A8-4E23-BBED-EC6AF910AF6D}" srcOrd="0" destOrd="0" presId="urn:microsoft.com/office/officeart/2005/8/layout/process4"/>
    <dgm:cxn modelId="{F4B856AD-527C-405E-A42F-0E6F492A2886}" srcId="{8C292091-3BDB-4FCB-A42B-43AC125E4866}" destId="{41B53B6F-B02C-48E1-ACD1-50DE85225C41}" srcOrd="0" destOrd="0" parTransId="{4B2CDF14-E10D-4450-B5BC-9DEE1C73278D}" sibTransId="{62E417A4-873B-4976-AD07-5E56DE86A956}"/>
    <dgm:cxn modelId="{D2686DB7-8A31-4928-9E50-EA2D8FB63530}" srcId="{063655B7-BE25-4313-A36B-62C35A2C833E}" destId="{DAB6FCC4-D227-4D33-AFAD-4A1CFA5D9F07}" srcOrd="0" destOrd="0" parTransId="{C4D9099F-5CAD-4408-91EF-4D0DF66E9D3E}" sibTransId="{22F0CF64-ABBA-4EE6-A9AF-3A4011FFF875}"/>
    <dgm:cxn modelId="{B2F93CC1-DBC1-4684-B051-647134853A82}" srcId="{18BF56AF-107D-41AB-9979-7C820F1A4FDA}" destId="{8C292091-3BDB-4FCB-A42B-43AC125E4866}" srcOrd="0" destOrd="0" parTransId="{C67C5950-BD77-4422-84D9-80328B1F361F}" sibTransId="{66DC0AE6-9B7B-4FC6-88EE-CEDA464B6475}"/>
    <dgm:cxn modelId="{FB9263CF-1462-4904-9127-22346FF8D785}" type="presOf" srcId="{8C292091-3BDB-4FCB-A42B-43AC125E4866}" destId="{BDF1FAF8-0902-4ADA-911B-8AC5243815C5}" srcOrd="0" destOrd="0" presId="urn:microsoft.com/office/officeart/2005/8/layout/process4"/>
    <dgm:cxn modelId="{326F36D5-4916-4046-91FC-D10F817950C4}" srcId="{18BF56AF-107D-41AB-9979-7C820F1A4FDA}" destId="{CE14B469-4A8D-430B-BC11-F41EA6FCDD20}" srcOrd="1" destOrd="0" parTransId="{160A2369-A8D1-48A4-B2F0-A5F750339CD5}" sibTransId="{EBF51433-604B-452F-AFBA-6A4D8AB71EF2}"/>
    <dgm:cxn modelId="{176EFDDB-4A18-476D-BDC0-9B3E30C61E70}" srcId="{18BF56AF-107D-41AB-9979-7C820F1A4FDA}" destId="{063655B7-BE25-4313-A36B-62C35A2C833E}" srcOrd="2" destOrd="0" parTransId="{D0E61448-0229-4A93-82CD-B7F9820C8C6A}" sibTransId="{3B00DC28-0ADA-4324-84AD-460F2933C2BE}"/>
    <dgm:cxn modelId="{3A1F06E2-18DE-4CF8-9C4C-80236254DB04}" srcId="{CE14B469-4A8D-430B-BC11-F41EA6FCDD20}" destId="{BF4FED34-D8B8-4871-9F38-022379D777EB}" srcOrd="0" destOrd="0" parTransId="{F61339A8-E85E-4E5F-9B2D-F020D8FF417C}" sibTransId="{D478E4F4-796A-43CE-AC28-9776A49965F8}"/>
    <dgm:cxn modelId="{CC2107E4-1406-4392-8E35-5A89EFA1459C}" type="presOf" srcId="{A9EB74CC-851B-41F8-99B3-4840DB262129}" destId="{2F1C2297-4ED9-4CE2-8EEB-48BA9135765D}" srcOrd="0" destOrd="0" presId="urn:microsoft.com/office/officeart/2005/8/layout/process4"/>
    <dgm:cxn modelId="{D0D23EEF-9325-4104-8E6D-A12518400B5E}" type="presOf" srcId="{063655B7-BE25-4313-A36B-62C35A2C833E}" destId="{2447017D-FC04-4E19-92A4-0E4AD260CAC9}" srcOrd="1" destOrd="0" presId="urn:microsoft.com/office/officeart/2005/8/layout/process4"/>
    <dgm:cxn modelId="{17693FEA-6870-4D6C-886F-838D14BB73DD}" type="presParOf" srcId="{69442C30-2732-45D3-9BD5-3DD58BDBD604}" destId="{732FCDC6-5833-43B6-8EFA-597CA5E6B716}" srcOrd="0" destOrd="0" presId="urn:microsoft.com/office/officeart/2005/8/layout/process4"/>
    <dgm:cxn modelId="{01C306ED-EA6B-4B81-AB71-4A021E5D6933}" type="presParOf" srcId="{732FCDC6-5833-43B6-8EFA-597CA5E6B716}" destId="{5E020043-B313-4750-A00E-1BA780F468D0}" srcOrd="0" destOrd="0" presId="urn:microsoft.com/office/officeart/2005/8/layout/process4"/>
    <dgm:cxn modelId="{ADAAA592-4B15-408E-943F-7A5E743F5AF3}" type="presParOf" srcId="{732FCDC6-5833-43B6-8EFA-597CA5E6B716}" destId="{2447017D-FC04-4E19-92A4-0E4AD260CAC9}" srcOrd="1" destOrd="0" presId="urn:microsoft.com/office/officeart/2005/8/layout/process4"/>
    <dgm:cxn modelId="{69B41DC5-884C-4B9A-BD11-97AF4A5DC2C7}" type="presParOf" srcId="{732FCDC6-5833-43B6-8EFA-597CA5E6B716}" destId="{DF25BFD1-3741-4B6E-A7FF-7084D55424E2}" srcOrd="2" destOrd="0" presId="urn:microsoft.com/office/officeart/2005/8/layout/process4"/>
    <dgm:cxn modelId="{2FE1ACD7-9294-485F-9305-B9F8C6470833}" type="presParOf" srcId="{DF25BFD1-3741-4B6E-A7FF-7084D55424E2}" destId="{5C702C03-1DD6-48E9-B507-EBEFD7E9B60E}" srcOrd="0" destOrd="0" presId="urn:microsoft.com/office/officeart/2005/8/layout/process4"/>
    <dgm:cxn modelId="{5140E41C-5F79-4579-AF2B-C11F596033AA}" type="presParOf" srcId="{DF25BFD1-3741-4B6E-A7FF-7084D55424E2}" destId="{2F1C2297-4ED9-4CE2-8EEB-48BA9135765D}" srcOrd="1" destOrd="0" presId="urn:microsoft.com/office/officeart/2005/8/layout/process4"/>
    <dgm:cxn modelId="{124EC07E-7BF5-4B07-8229-887A47B3B1CE}" type="presParOf" srcId="{69442C30-2732-45D3-9BD5-3DD58BDBD604}" destId="{98BBDFD9-9FEB-46AB-8C95-19F4AE9B9E58}" srcOrd="1" destOrd="0" presId="urn:microsoft.com/office/officeart/2005/8/layout/process4"/>
    <dgm:cxn modelId="{BE4E5DB8-F8E6-40B0-BCB1-F9219B992C05}" type="presParOf" srcId="{69442C30-2732-45D3-9BD5-3DD58BDBD604}" destId="{56EDE6DA-7523-4D43-BF70-D6EDCBF0F3A7}" srcOrd="2" destOrd="0" presId="urn:microsoft.com/office/officeart/2005/8/layout/process4"/>
    <dgm:cxn modelId="{F91F762B-175F-4E5D-9745-C2D8C1931F82}" type="presParOf" srcId="{56EDE6DA-7523-4D43-BF70-D6EDCBF0F3A7}" destId="{43D026B2-F80A-4CED-A261-D21CF76E2F85}" srcOrd="0" destOrd="0" presId="urn:microsoft.com/office/officeart/2005/8/layout/process4"/>
    <dgm:cxn modelId="{73928CC4-BD70-443D-B5CB-9CCCC6CE32A0}" type="presParOf" srcId="{56EDE6DA-7523-4D43-BF70-D6EDCBF0F3A7}" destId="{75556D74-BF3C-4416-AC54-5638CEB2A1EE}" srcOrd="1" destOrd="0" presId="urn:microsoft.com/office/officeart/2005/8/layout/process4"/>
    <dgm:cxn modelId="{1DC62711-332A-4115-8404-4EAAC903595D}" type="presParOf" srcId="{56EDE6DA-7523-4D43-BF70-D6EDCBF0F3A7}" destId="{99B909E7-FB9C-4599-ADE6-6024F1463F42}" srcOrd="2" destOrd="0" presId="urn:microsoft.com/office/officeart/2005/8/layout/process4"/>
    <dgm:cxn modelId="{E18F4FD5-C912-4778-B817-343957337984}" type="presParOf" srcId="{99B909E7-FB9C-4599-ADE6-6024F1463F42}" destId="{E6FCBCA7-90A8-4E23-BBED-EC6AF910AF6D}" srcOrd="0" destOrd="0" presId="urn:microsoft.com/office/officeart/2005/8/layout/process4"/>
    <dgm:cxn modelId="{58E8897E-45D9-4B18-9F59-15BBCCA81B5E}" type="presParOf" srcId="{69442C30-2732-45D3-9BD5-3DD58BDBD604}" destId="{03DCFDA5-E2D8-4252-A37D-72A8DA75E3FE}" srcOrd="3" destOrd="0" presId="urn:microsoft.com/office/officeart/2005/8/layout/process4"/>
    <dgm:cxn modelId="{19DCDDB8-0571-4F34-BCD8-A8D775C70CC4}" type="presParOf" srcId="{69442C30-2732-45D3-9BD5-3DD58BDBD604}" destId="{8A2FC920-53F5-4593-8124-5CF83CA673BD}" srcOrd="4" destOrd="0" presId="urn:microsoft.com/office/officeart/2005/8/layout/process4"/>
    <dgm:cxn modelId="{77A95548-8A4C-44E0-966E-B3271A5AA3C6}" type="presParOf" srcId="{8A2FC920-53F5-4593-8124-5CF83CA673BD}" destId="{BDF1FAF8-0902-4ADA-911B-8AC5243815C5}" srcOrd="0" destOrd="0" presId="urn:microsoft.com/office/officeart/2005/8/layout/process4"/>
    <dgm:cxn modelId="{50E393A3-B921-416A-A551-70049B6BF42B}" type="presParOf" srcId="{8A2FC920-53F5-4593-8124-5CF83CA673BD}" destId="{17757DFA-4ADA-41E4-A0D6-1E8B7673216F}" srcOrd="1" destOrd="0" presId="urn:microsoft.com/office/officeart/2005/8/layout/process4"/>
    <dgm:cxn modelId="{66FE8DAD-596F-45BA-8FDD-9CE311FB8159}" type="presParOf" srcId="{8A2FC920-53F5-4593-8124-5CF83CA673BD}" destId="{F814352D-EDDB-445E-B6D6-197E0DB39BC8}" srcOrd="2" destOrd="0" presId="urn:microsoft.com/office/officeart/2005/8/layout/process4"/>
    <dgm:cxn modelId="{0164B74E-5878-410B-B82B-DADE8C748F30}" type="presParOf" srcId="{F814352D-EDDB-445E-B6D6-197E0DB39BC8}" destId="{9C81198E-9E3B-4DDB-88C5-16661CE89DB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A832BE-DF6D-429D-89C0-C736DABFB92B}" type="doc">
      <dgm:prSet loTypeId="urn:microsoft.com/office/officeart/2008/layout/LinedLis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E6A4C98-6BF9-40DC-81B1-8D1A7A3EB687}">
      <dgm:prSet phldrT="[Текст]" phldr="0"/>
      <dgm:spPr/>
      <dgm:t>
        <a:bodyPr/>
        <a:lstStyle/>
        <a:p>
          <a:r>
            <a:rPr lang="ru-RU" dirty="0"/>
            <a:t>Полезно</a:t>
          </a:r>
        </a:p>
      </dgm:t>
    </dgm:pt>
    <dgm:pt modelId="{8D238BB0-0E49-476A-88E4-46DD1C0A30D3}" type="parTrans" cxnId="{BB11C3C1-35B1-409D-A700-AE9A7E836F39}">
      <dgm:prSet/>
      <dgm:spPr/>
      <dgm:t>
        <a:bodyPr/>
        <a:lstStyle/>
        <a:p>
          <a:endParaRPr lang="ru-RU"/>
        </a:p>
      </dgm:t>
    </dgm:pt>
    <dgm:pt modelId="{04CBFD9E-5991-41DC-8589-D530D3187670}" type="sibTrans" cxnId="{BB11C3C1-35B1-409D-A700-AE9A7E836F39}">
      <dgm:prSet/>
      <dgm:spPr/>
      <dgm:t>
        <a:bodyPr/>
        <a:lstStyle/>
        <a:p>
          <a:endParaRPr lang="ru-RU"/>
        </a:p>
      </dgm:t>
    </dgm:pt>
    <dgm:pt modelId="{5C4DDE62-AD11-406F-98EB-C72A747A4169}">
      <dgm:prSet phldrT="[Текст]" phldr="0"/>
      <dgm:spPr/>
      <dgm:t>
        <a:bodyPr/>
        <a:lstStyle/>
        <a:p>
          <a:r>
            <a:rPr lang="ru-RU" dirty="0"/>
            <a:t>Самостоятельное рассуждение об обсуждаемом вопросе</a:t>
          </a:r>
          <a:r>
            <a:rPr lang="en-US" dirty="0"/>
            <a:t> [16]</a:t>
          </a:r>
          <a:r>
            <a:rPr lang="ru-RU" dirty="0"/>
            <a:t> </a:t>
          </a:r>
        </a:p>
      </dgm:t>
    </dgm:pt>
    <dgm:pt modelId="{A243BDFD-E796-4DC4-B968-171EF9348125}" type="parTrans" cxnId="{700297DD-9F00-4DB9-A45E-1B503D5CAE13}">
      <dgm:prSet/>
      <dgm:spPr/>
      <dgm:t>
        <a:bodyPr/>
        <a:lstStyle/>
        <a:p>
          <a:endParaRPr lang="ru-RU"/>
        </a:p>
      </dgm:t>
    </dgm:pt>
    <dgm:pt modelId="{B7108A4B-F98D-4025-988F-F3B988E5F405}" type="sibTrans" cxnId="{700297DD-9F00-4DB9-A45E-1B503D5CAE13}">
      <dgm:prSet/>
      <dgm:spPr/>
      <dgm:t>
        <a:bodyPr/>
        <a:lstStyle/>
        <a:p>
          <a:endParaRPr lang="ru-RU"/>
        </a:p>
      </dgm:t>
    </dgm:pt>
    <dgm:pt modelId="{64BC2411-B882-4813-81C9-B2E410D000CA}">
      <dgm:prSet phldrT="[Текст]" phldr="0"/>
      <dgm:spPr/>
      <dgm:t>
        <a:bodyPr/>
        <a:lstStyle/>
        <a:p>
          <a:r>
            <a:rPr lang="ru-RU" dirty="0"/>
            <a:t>Явное фиксирование собственного мнения </a:t>
          </a:r>
          <a:r>
            <a:rPr lang="en-US" dirty="0"/>
            <a:t>[17]</a:t>
          </a:r>
          <a:endParaRPr lang="ru-RU" dirty="0"/>
        </a:p>
      </dgm:t>
    </dgm:pt>
    <dgm:pt modelId="{8486608A-C41A-43BE-A448-81833294FBF7}" type="parTrans" cxnId="{706B0144-A50C-482C-865B-1D748F202921}">
      <dgm:prSet/>
      <dgm:spPr/>
      <dgm:t>
        <a:bodyPr/>
        <a:lstStyle/>
        <a:p>
          <a:endParaRPr lang="ru-RU"/>
        </a:p>
      </dgm:t>
    </dgm:pt>
    <dgm:pt modelId="{31332F45-56B6-4281-8F05-15E9EAF922D2}" type="sibTrans" cxnId="{706B0144-A50C-482C-865B-1D748F202921}">
      <dgm:prSet/>
      <dgm:spPr/>
      <dgm:t>
        <a:bodyPr/>
        <a:lstStyle/>
        <a:p>
          <a:endParaRPr lang="ru-RU"/>
        </a:p>
      </dgm:t>
    </dgm:pt>
    <dgm:pt modelId="{F1354824-D712-4C80-BFF1-86A1254D3480}">
      <dgm:prSet phldrT="[Текст]" phldr="0"/>
      <dgm:spPr/>
      <dgm:t>
        <a:bodyPr/>
        <a:lstStyle/>
        <a:p>
          <a:r>
            <a:rPr lang="ru-RU"/>
            <a:t>Стимулирование метакогнитивности на следующих этапах</a:t>
          </a:r>
          <a:endParaRPr lang="ru-RU" dirty="0"/>
        </a:p>
      </dgm:t>
    </dgm:pt>
    <dgm:pt modelId="{AC1ED7E0-2996-4439-8B94-8F1E454299A0}" type="parTrans" cxnId="{DF669746-46C6-450B-81C2-2626C57A81E5}">
      <dgm:prSet/>
      <dgm:spPr/>
      <dgm:t>
        <a:bodyPr/>
        <a:lstStyle/>
        <a:p>
          <a:endParaRPr lang="ru-RU"/>
        </a:p>
      </dgm:t>
    </dgm:pt>
    <dgm:pt modelId="{2188C09D-E89A-4873-AB34-B9BBAAEF23EB}" type="sibTrans" cxnId="{DF669746-46C6-450B-81C2-2626C57A81E5}">
      <dgm:prSet/>
      <dgm:spPr/>
      <dgm:t>
        <a:bodyPr/>
        <a:lstStyle/>
        <a:p>
          <a:endParaRPr lang="ru-RU"/>
        </a:p>
      </dgm:t>
    </dgm:pt>
    <dgm:pt modelId="{B786AB43-EA25-4C09-8770-F3ADFA33F73D}">
      <dgm:prSet phldrT="[Текст]" phldr="0"/>
      <dgm:spPr/>
      <dgm:t>
        <a:bodyPr/>
        <a:lstStyle/>
        <a:p>
          <a:r>
            <a:rPr lang="ru-RU" dirty="0"/>
            <a:t>Снижение влияния когнитивной разгрузки</a:t>
          </a:r>
        </a:p>
      </dgm:t>
    </dgm:pt>
    <dgm:pt modelId="{4474954E-E196-4C77-B919-64C877911DD0}" type="parTrans" cxnId="{8EAF5E7C-9BA7-4A4A-B4E9-D914B736AD17}">
      <dgm:prSet/>
      <dgm:spPr/>
      <dgm:t>
        <a:bodyPr/>
        <a:lstStyle/>
        <a:p>
          <a:endParaRPr lang="ru-RU"/>
        </a:p>
      </dgm:t>
    </dgm:pt>
    <dgm:pt modelId="{C8C790F6-BB14-4387-B523-5285DEEBEA44}" type="sibTrans" cxnId="{8EAF5E7C-9BA7-4A4A-B4E9-D914B736AD17}">
      <dgm:prSet/>
      <dgm:spPr/>
      <dgm:t>
        <a:bodyPr/>
        <a:lstStyle/>
        <a:p>
          <a:endParaRPr lang="ru-RU"/>
        </a:p>
      </dgm:t>
    </dgm:pt>
    <dgm:pt modelId="{77F6C11A-3D27-4A04-BDC2-2958A2FC3F11}">
      <dgm:prSet phldrT="[Текст]" phldr="0"/>
      <dgm:spPr/>
      <dgm:t>
        <a:bodyPr/>
        <a:lstStyle/>
        <a:p>
          <a:r>
            <a:rPr lang="ru-RU" dirty="0"/>
            <a:t>Снижения эффекта якорения на решение ИИ</a:t>
          </a:r>
        </a:p>
      </dgm:t>
    </dgm:pt>
    <dgm:pt modelId="{9875C779-AEFF-4650-ADC2-7E52C87B6571}" type="parTrans" cxnId="{B90381DF-546C-4CB4-B2B2-42FD095DFD15}">
      <dgm:prSet/>
      <dgm:spPr/>
      <dgm:t>
        <a:bodyPr/>
        <a:lstStyle/>
        <a:p>
          <a:endParaRPr lang="ru-RU"/>
        </a:p>
      </dgm:t>
    </dgm:pt>
    <dgm:pt modelId="{EF510E1F-9E9E-44BF-81DB-E6D5D9DED4E9}" type="sibTrans" cxnId="{B90381DF-546C-4CB4-B2B2-42FD095DFD15}">
      <dgm:prSet/>
      <dgm:spPr/>
      <dgm:t>
        <a:bodyPr/>
        <a:lstStyle/>
        <a:p>
          <a:endParaRPr lang="ru-RU"/>
        </a:p>
      </dgm:t>
    </dgm:pt>
    <dgm:pt modelId="{A4CE644E-9349-4CBE-81AD-B0EC4B1D293A}">
      <dgm:prSet phldrT="[Текст]" phldr="0"/>
      <dgm:spPr/>
      <dgm:t>
        <a:bodyPr/>
        <a:lstStyle/>
        <a:p>
          <a:r>
            <a:rPr lang="ru-RU" dirty="0"/>
            <a:t>Вредно</a:t>
          </a:r>
        </a:p>
      </dgm:t>
    </dgm:pt>
    <dgm:pt modelId="{9B4599B6-F628-489C-BBC6-2033EC88EDB8}" type="parTrans" cxnId="{D47482BE-C66C-4C8B-BCA5-1F2C62873DA7}">
      <dgm:prSet/>
      <dgm:spPr/>
      <dgm:t>
        <a:bodyPr/>
        <a:lstStyle/>
        <a:p>
          <a:endParaRPr lang="ru-RU"/>
        </a:p>
      </dgm:t>
    </dgm:pt>
    <dgm:pt modelId="{A0E184FB-B305-4A97-B65E-13718214DDFC}" type="sibTrans" cxnId="{D47482BE-C66C-4C8B-BCA5-1F2C62873DA7}">
      <dgm:prSet/>
      <dgm:spPr/>
      <dgm:t>
        <a:bodyPr/>
        <a:lstStyle/>
        <a:p>
          <a:endParaRPr lang="ru-RU"/>
        </a:p>
      </dgm:t>
    </dgm:pt>
    <dgm:pt modelId="{6DA2829E-B98B-4E2D-9CA2-0C75A7FD90CD}">
      <dgm:prSet phldrT="[Текст]" phldr="0"/>
      <dgm:spPr/>
      <dgm:t>
        <a:bodyPr/>
        <a:lstStyle/>
        <a:p>
          <a:r>
            <a:rPr lang="ru-RU" dirty="0"/>
            <a:t>Чтение других рассуждений ИИ на эту тему</a:t>
          </a:r>
        </a:p>
      </dgm:t>
    </dgm:pt>
    <dgm:pt modelId="{5CEA0BE1-48AE-4068-B037-5810FC6878D5}" type="parTrans" cxnId="{265FA546-3ABF-46DE-A310-88B3FC828647}">
      <dgm:prSet/>
      <dgm:spPr/>
      <dgm:t>
        <a:bodyPr/>
        <a:lstStyle/>
        <a:p>
          <a:endParaRPr lang="ru-RU"/>
        </a:p>
      </dgm:t>
    </dgm:pt>
    <dgm:pt modelId="{BE4451BC-46F6-4960-9380-F46218ACFF2F}" type="sibTrans" cxnId="{265FA546-3ABF-46DE-A310-88B3FC828647}">
      <dgm:prSet/>
      <dgm:spPr/>
      <dgm:t>
        <a:bodyPr/>
        <a:lstStyle/>
        <a:p>
          <a:endParaRPr lang="ru-RU"/>
        </a:p>
      </dgm:t>
    </dgm:pt>
    <dgm:pt modelId="{2ECA5E9B-CA66-4422-83C4-4069CC847F29}">
      <dgm:prSet phldrT="[Текст]" phldr="0"/>
      <dgm:spPr/>
      <dgm:t>
        <a:bodyPr/>
        <a:lstStyle/>
        <a:p>
          <a:r>
            <a:rPr lang="ru-RU" dirty="0"/>
            <a:t>Закрепление авторитета ИИ</a:t>
          </a:r>
        </a:p>
      </dgm:t>
    </dgm:pt>
    <dgm:pt modelId="{B8E8F69D-8CD8-45E7-9849-C81EC4DC364C}" type="parTrans" cxnId="{E780A2DE-E4EF-41C5-A713-32426BA11C89}">
      <dgm:prSet/>
      <dgm:spPr/>
      <dgm:t>
        <a:bodyPr/>
        <a:lstStyle/>
        <a:p>
          <a:endParaRPr lang="ru-RU"/>
        </a:p>
      </dgm:t>
    </dgm:pt>
    <dgm:pt modelId="{B0243DE8-89E4-40A8-8EA5-3F6D02589682}" type="sibTrans" cxnId="{E780A2DE-E4EF-41C5-A713-32426BA11C89}">
      <dgm:prSet/>
      <dgm:spPr/>
      <dgm:t>
        <a:bodyPr/>
        <a:lstStyle/>
        <a:p>
          <a:endParaRPr lang="ru-RU"/>
        </a:p>
      </dgm:t>
    </dgm:pt>
    <dgm:pt modelId="{339EE69A-3222-43C7-8D77-C18CB55AECC6}">
      <dgm:prSet phldrT="[Текст]" phldr="0"/>
      <dgm:spPr/>
      <dgm:t>
        <a:bodyPr/>
        <a:lstStyle/>
        <a:p>
          <a:r>
            <a:rPr lang="ru-RU" dirty="0"/>
            <a:t>Усиление искажений, заложенных в ИИ</a:t>
          </a:r>
        </a:p>
      </dgm:t>
    </dgm:pt>
    <dgm:pt modelId="{C7E2A591-2213-49ED-9297-526817E82E12}" type="parTrans" cxnId="{BC4C0D90-2D1B-4977-A638-E8F840DC09C4}">
      <dgm:prSet/>
      <dgm:spPr/>
      <dgm:t>
        <a:bodyPr/>
        <a:lstStyle/>
        <a:p>
          <a:endParaRPr lang="ru-RU"/>
        </a:p>
      </dgm:t>
    </dgm:pt>
    <dgm:pt modelId="{1BE6A58B-6471-4690-A0EE-8152F54C1499}" type="sibTrans" cxnId="{BC4C0D90-2D1B-4977-A638-E8F840DC09C4}">
      <dgm:prSet/>
      <dgm:spPr/>
      <dgm:t>
        <a:bodyPr/>
        <a:lstStyle/>
        <a:p>
          <a:endParaRPr lang="ru-RU"/>
        </a:p>
      </dgm:t>
    </dgm:pt>
    <dgm:pt modelId="{E704ADC1-4C5D-4F2C-8CBA-9BA6718FEAF5}">
      <dgm:prSet phldrT="[Текст]" phldr="0"/>
      <dgm:spPr/>
      <dgm:t>
        <a:bodyPr/>
        <a:lstStyle/>
        <a:p>
          <a:r>
            <a:rPr lang="ru-RU" dirty="0"/>
            <a:t>Запоминание своего мнения</a:t>
          </a:r>
        </a:p>
      </dgm:t>
    </dgm:pt>
    <dgm:pt modelId="{B7F00DAF-B213-49C0-9696-0BFC1628BF56}" type="parTrans" cxnId="{194A7118-238F-4A6D-BCFE-EA877F06E68C}">
      <dgm:prSet/>
      <dgm:spPr/>
      <dgm:t>
        <a:bodyPr/>
        <a:lstStyle/>
        <a:p>
          <a:endParaRPr lang="ru-RU"/>
        </a:p>
      </dgm:t>
    </dgm:pt>
    <dgm:pt modelId="{B6EFAEF9-EDB2-403B-9F2B-892E230956D2}" type="sibTrans" cxnId="{194A7118-238F-4A6D-BCFE-EA877F06E68C}">
      <dgm:prSet/>
      <dgm:spPr/>
      <dgm:t>
        <a:bodyPr/>
        <a:lstStyle/>
        <a:p>
          <a:endParaRPr lang="ru-RU"/>
        </a:p>
      </dgm:t>
    </dgm:pt>
    <dgm:pt modelId="{9A65247E-6A63-4DCF-980C-290212513D4F}">
      <dgm:prSet phldrT="[Текст]" phldr="0"/>
      <dgm:spPr/>
      <dgm:t>
        <a:bodyPr/>
        <a:lstStyle/>
        <a:p>
          <a:r>
            <a:rPr lang="ru-RU" dirty="0"/>
            <a:t>Якорь ИИ перекроет незафиксированные воспоминания</a:t>
          </a:r>
        </a:p>
      </dgm:t>
    </dgm:pt>
    <dgm:pt modelId="{AA50E826-E443-4944-9294-199B204D5B69}" type="parTrans" cxnId="{3E68A57B-7EF3-4E72-9E0B-1ED73DA41D38}">
      <dgm:prSet/>
      <dgm:spPr/>
      <dgm:t>
        <a:bodyPr/>
        <a:lstStyle/>
        <a:p>
          <a:endParaRPr lang="ru-RU"/>
        </a:p>
      </dgm:t>
    </dgm:pt>
    <dgm:pt modelId="{BF1BB7F6-A54D-4A05-8E70-A844E2842A9F}" type="sibTrans" cxnId="{3E68A57B-7EF3-4E72-9E0B-1ED73DA41D38}">
      <dgm:prSet/>
      <dgm:spPr/>
      <dgm:t>
        <a:bodyPr/>
        <a:lstStyle/>
        <a:p>
          <a:endParaRPr lang="ru-RU"/>
        </a:p>
      </dgm:t>
    </dgm:pt>
    <dgm:pt modelId="{425E4C81-461B-43E6-AF93-ED6795B96414}" type="pres">
      <dgm:prSet presAssocID="{B9A832BE-DF6D-429D-89C0-C736DABFB92B}" presName="vert0" presStyleCnt="0">
        <dgm:presLayoutVars>
          <dgm:dir/>
          <dgm:animOne val="branch"/>
          <dgm:animLvl val="lvl"/>
        </dgm:presLayoutVars>
      </dgm:prSet>
      <dgm:spPr/>
    </dgm:pt>
    <dgm:pt modelId="{12EFEC9F-C8F4-49FE-9FA4-6717572167BE}" type="pres">
      <dgm:prSet presAssocID="{EE6A4C98-6BF9-40DC-81B1-8D1A7A3EB687}" presName="thickLine" presStyleLbl="alignNode1" presStyleIdx="0" presStyleCnt="2"/>
      <dgm:spPr/>
    </dgm:pt>
    <dgm:pt modelId="{9C92E319-CACA-4D82-AD99-B1E24AD52DAC}" type="pres">
      <dgm:prSet presAssocID="{EE6A4C98-6BF9-40DC-81B1-8D1A7A3EB687}" presName="horz1" presStyleCnt="0"/>
      <dgm:spPr/>
    </dgm:pt>
    <dgm:pt modelId="{BEEE4C0A-BB1B-4880-8DC8-174729E24119}" type="pres">
      <dgm:prSet presAssocID="{EE6A4C98-6BF9-40DC-81B1-8D1A7A3EB687}" presName="tx1" presStyleLbl="revTx" presStyleIdx="0" presStyleCnt="12"/>
      <dgm:spPr/>
    </dgm:pt>
    <dgm:pt modelId="{632829FE-8155-4442-8E0A-D07862730AD0}" type="pres">
      <dgm:prSet presAssocID="{EE6A4C98-6BF9-40DC-81B1-8D1A7A3EB687}" presName="vert1" presStyleCnt="0"/>
      <dgm:spPr/>
    </dgm:pt>
    <dgm:pt modelId="{7C3319DB-5C43-4477-B419-5465F88A2827}" type="pres">
      <dgm:prSet presAssocID="{5C4DDE62-AD11-406F-98EB-C72A747A4169}" presName="vertSpace2a" presStyleCnt="0"/>
      <dgm:spPr/>
    </dgm:pt>
    <dgm:pt modelId="{CA90329A-5B22-414F-A739-AEE8ABFC35C4}" type="pres">
      <dgm:prSet presAssocID="{5C4DDE62-AD11-406F-98EB-C72A747A4169}" presName="horz2" presStyleCnt="0"/>
      <dgm:spPr/>
    </dgm:pt>
    <dgm:pt modelId="{E5FA565A-E3CA-43E0-9627-C96C64FDA644}" type="pres">
      <dgm:prSet presAssocID="{5C4DDE62-AD11-406F-98EB-C72A747A4169}" presName="horzSpace2" presStyleCnt="0"/>
      <dgm:spPr/>
    </dgm:pt>
    <dgm:pt modelId="{EB75EA9A-8CAF-4EBA-96D2-22D640A661B9}" type="pres">
      <dgm:prSet presAssocID="{5C4DDE62-AD11-406F-98EB-C72A747A4169}" presName="tx2" presStyleLbl="revTx" presStyleIdx="1" presStyleCnt="12"/>
      <dgm:spPr/>
    </dgm:pt>
    <dgm:pt modelId="{AEDE1381-0B19-42FC-B0EE-BE5447948441}" type="pres">
      <dgm:prSet presAssocID="{5C4DDE62-AD11-406F-98EB-C72A747A4169}" presName="vert2" presStyleCnt="0"/>
      <dgm:spPr/>
    </dgm:pt>
    <dgm:pt modelId="{CE193390-5D4A-4BB0-A8CB-B77C8F8D727D}" type="pres">
      <dgm:prSet presAssocID="{F1354824-D712-4C80-BFF1-86A1254D3480}" presName="horz3" presStyleCnt="0"/>
      <dgm:spPr/>
    </dgm:pt>
    <dgm:pt modelId="{CAA2737B-5731-4D8F-B759-053C0791F24A}" type="pres">
      <dgm:prSet presAssocID="{F1354824-D712-4C80-BFF1-86A1254D3480}" presName="horzSpace3" presStyleCnt="0"/>
      <dgm:spPr/>
    </dgm:pt>
    <dgm:pt modelId="{B621A239-87F5-4ECD-B5F8-C21C6DDBB03A}" type="pres">
      <dgm:prSet presAssocID="{F1354824-D712-4C80-BFF1-86A1254D3480}" presName="tx3" presStyleLbl="revTx" presStyleIdx="2" presStyleCnt="12"/>
      <dgm:spPr/>
    </dgm:pt>
    <dgm:pt modelId="{8F25A465-D248-4DCE-985D-8B24A51D4EF5}" type="pres">
      <dgm:prSet presAssocID="{F1354824-D712-4C80-BFF1-86A1254D3480}" presName="vert3" presStyleCnt="0"/>
      <dgm:spPr/>
    </dgm:pt>
    <dgm:pt modelId="{7EB629AB-CE39-4B3F-8A00-70C06922303F}" type="pres">
      <dgm:prSet presAssocID="{2188C09D-E89A-4873-AB34-B9BBAAEF23EB}" presName="thinLine3" presStyleLbl="callout" presStyleIdx="0" presStyleCnt="6"/>
      <dgm:spPr/>
    </dgm:pt>
    <dgm:pt modelId="{35DB1CE5-415C-40C0-8219-CA20917D7EAF}" type="pres">
      <dgm:prSet presAssocID="{B786AB43-EA25-4C09-8770-F3ADFA33F73D}" presName="horz3" presStyleCnt="0"/>
      <dgm:spPr/>
    </dgm:pt>
    <dgm:pt modelId="{EF1F9C04-3887-4FDD-A04F-5FA207531BF4}" type="pres">
      <dgm:prSet presAssocID="{B786AB43-EA25-4C09-8770-F3ADFA33F73D}" presName="horzSpace3" presStyleCnt="0"/>
      <dgm:spPr/>
    </dgm:pt>
    <dgm:pt modelId="{19BF5AE7-FAD2-4BF9-B706-754F840323B3}" type="pres">
      <dgm:prSet presAssocID="{B786AB43-EA25-4C09-8770-F3ADFA33F73D}" presName="tx3" presStyleLbl="revTx" presStyleIdx="3" presStyleCnt="12"/>
      <dgm:spPr/>
    </dgm:pt>
    <dgm:pt modelId="{0279CAE0-E564-4A58-8CC7-ED00A0B1355F}" type="pres">
      <dgm:prSet presAssocID="{B786AB43-EA25-4C09-8770-F3ADFA33F73D}" presName="vert3" presStyleCnt="0"/>
      <dgm:spPr/>
    </dgm:pt>
    <dgm:pt modelId="{76488463-45AD-4D17-99C6-A1C642EA6072}" type="pres">
      <dgm:prSet presAssocID="{5C4DDE62-AD11-406F-98EB-C72A747A4169}" presName="thinLine2b" presStyleLbl="callout" presStyleIdx="1" presStyleCnt="6"/>
      <dgm:spPr/>
    </dgm:pt>
    <dgm:pt modelId="{E89928F0-09A2-4E0A-9EE8-733DFDA8879A}" type="pres">
      <dgm:prSet presAssocID="{5C4DDE62-AD11-406F-98EB-C72A747A4169}" presName="vertSpace2b" presStyleCnt="0"/>
      <dgm:spPr/>
    </dgm:pt>
    <dgm:pt modelId="{3A62B527-4625-451A-A06E-94A3A8F7DC88}" type="pres">
      <dgm:prSet presAssocID="{64BC2411-B882-4813-81C9-B2E410D000CA}" presName="horz2" presStyleCnt="0"/>
      <dgm:spPr/>
    </dgm:pt>
    <dgm:pt modelId="{E7B4568D-77BC-48A8-87CE-1B8EE2172E20}" type="pres">
      <dgm:prSet presAssocID="{64BC2411-B882-4813-81C9-B2E410D000CA}" presName="horzSpace2" presStyleCnt="0"/>
      <dgm:spPr/>
    </dgm:pt>
    <dgm:pt modelId="{D60FEF88-7ABC-40F7-98D5-09D4FC23DDB5}" type="pres">
      <dgm:prSet presAssocID="{64BC2411-B882-4813-81C9-B2E410D000CA}" presName="tx2" presStyleLbl="revTx" presStyleIdx="4" presStyleCnt="12"/>
      <dgm:spPr/>
    </dgm:pt>
    <dgm:pt modelId="{C2EDB82A-7422-4848-B27D-541B141A95E1}" type="pres">
      <dgm:prSet presAssocID="{64BC2411-B882-4813-81C9-B2E410D000CA}" presName="vert2" presStyleCnt="0"/>
      <dgm:spPr/>
    </dgm:pt>
    <dgm:pt modelId="{9DAD92C2-F0AA-4C70-AB77-D200E460ED3A}" type="pres">
      <dgm:prSet presAssocID="{77F6C11A-3D27-4A04-BDC2-2958A2FC3F11}" presName="horz3" presStyleCnt="0"/>
      <dgm:spPr/>
    </dgm:pt>
    <dgm:pt modelId="{776C7A29-CA61-4193-B285-94DEE9873FA4}" type="pres">
      <dgm:prSet presAssocID="{77F6C11A-3D27-4A04-BDC2-2958A2FC3F11}" presName="horzSpace3" presStyleCnt="0"/>
      <dgm:spPr/>
    </dgm:pt>
    <dgm:pt modelId="{02DEBDCC-9644-4073-AA0E-B2B80FE8459E}" type="pres">
      <dgm:prSet presAssocID="{77F6C11A-3D27-4A04-BDC2-2958A2FC3F11}" presName="tx3" presStyleLbl="revTx" presStyleIdx="5" presStyleCnt="12"/>
      <dgm:spPr/>
    </dgm:pt>
    <dgm:pt modelId="{C050FBAF-59BA-4212-B54F-6C8E4BF6726D}" type="pres">
      <dgm:prSet presAssocID="{77F6C11A-3D27-4A04-BDC2-2958A2FC3F11}" presName="vert3" presStyleCnt="0"/>
      <dgm:spPr/>
    </dgm:pt>
    <dgm:pt modelId="{209F9CEC-B82D-4C68-8D51-270916B4234F}" type="pres">
      <dgm:prSet presAssocID="{64BC2411-B882-4813-81C9-B2E410D000CA}" presName="thinLine2b" presStyleLbl="callout" presStyleIdx="2" presStyleCnt="6"/>
      <dgm:spPr>
        <a:ln>
          <a:noFill/>
        </a:ln>
      </dgm:spPr>
    </dgm:pt>
    <dgm:pt modelId="{A1612628-0615-4868-B913-588A946202CE}" type="pres">
      <dgm:prSet presAssocID="{64BC2411-B882-4813-81C9-B2E410D000CA}" presName="vertSpace2b" presStyleCnt="0"/>
      <dgm:spPr/>
    </dgm:pt>
    <dgm:pt modelId="{E3226D0E-55C5-4804-8328-1C39A3159515}" type="pres">
      <dgm:prSet presAssocID="{A4CE644E-9349-4CBE-81AD-B0EC4B1D293A}" presName="thickLine" presStyleLbl="alignNode1" presStyleIdx="1" presStyleCnt="2"/>
      <dgm:spPr/>
    </dgm:pt>
    <dgm:pt modelId="{6596387A-400B-43F0-9C5F-EAD42A57B22C}" type="pres">
      <dgm:prSet presAssocID="{A4CE644E-9349-4CBE-81AD-B0EC4B1D293A}" presName="horz1" presStyleCnt="0"/>
      <dgm:spPr/>
    </dgm:pt>
    <dgm:pt modelId="{600E95B5-2376-4A0A-81D9-6FBE648D35A3}" type="pres">
      <dgm:prSet presAssocID="{A4CE644E-9349-4CBE-81AD-B0EC4B1D293A}" presName="tx1" presStyleLbl="revTx" presStyleIdx="6" presStyleCnt="12"/>
      <dgm:spPr/>
    </dgm:pt>
    <dgm:pt modelId="{BB0AE3DE-3F6A-496A-AB16-4E7FED817A0E}" type="pres">
      <dgm:prSet presAssocID="{A4CE644E-9349-4CBE-81AD-B0EC4B1D293A}" presName="vert1" presStyleCnt="0"/>
      <dgm:spPr/>
    </dgm:pt>
    <dgm:pt modelId="{3A5E963E-D40F-4919-B7EC-E0697660116C}" type="pres">
      <dgm:prSet presAssocID="{6DA2829E-B98B-4E2D-9CA2-0C75A7FD90CD}" presName="vertSpace2a" presStyleCnt="0"/>
      <dgm:spPr/>
    </dgm:pt>
    <dgm:pt modelId="{467E8B6D-7A71-45E0-B28C-EE87D4909303}" type="pres">
      <dgm:prSet presAssocID="{6DA2829E-B98B-4E2D-9CA2-0C75A7FD90CD}" presName="horz2" presStyleCnt="0"/>
      <dgm:spPr/>
    </dgm:pt>
    <dgm:pt modelId="{569D004F-11FE-4F12-93D8-48CABCC09D0C}" type="pres">
      <dgm:prSet presAssocID="{6DA2829E-B98B-4E2D-9CA2-0C75A7FD90CD}" presName="horzSpace2" presStyleCnt="0"/>
      <dgm:spPr/>
    </dgm:pt>
    <dgm:pt modelId="{1EDE6F4E-1431-49CE-B1CF-C8914B2CFCCC}" type="pres">
      <dgm:prSet presAssocID="{6DA2829E-B98B-4E2D-9CA2-0C75A7FD90CD}" presName="tx2" presStyleLbl="revTx" presStyleIdx="7" presStyleCnt="12"/>
      <dgm:spPr/>
    </dgm:pt>
    <dgm:pt modelId="{53B7020B-7D48-43CA-B37B-2329EF6C5C03}" type="pres">
      <dgm:prSet presAssocID="{6DA2829E-B98B-4E2D-9CA2-0C75A7FD90CD}" presName="vert2" presStyleCnt="0"/>
      <dgm:spPr/>
    </dgm:pt>
    <dgm:pt modelId="{4E8906CF-7D5D-4741-BACF-A92B3822B1FE}" type="pres">
      <dgm:prSet presAssocID="{2ECA5E9B-CA66-4422-83C4-4069CC847F29}" presName="horz3" presStyleCnt="0"/>
      <dgm:spPr/>
    </dgm:pt>
    <dgm:pt modelId="{288D6E65-55F4-4786-91EA-EA80464C373F}" type="pres">
      <dgm:prSet presAssocID="{2ECA5E9B-CA66-4422-83C4-4069CC847F29}" presName="horzSpace3" presStyleCnt="0"/>
      <dgm:spPr/>
    </dgm:pt>
    <dgm:pt modelId="{C6D3B54A-AB6E-47CD-B69B-F4A51351327D}" type="pres">
      <dgm:prSet presAssocID="{2ECA5E9B-CA66-4422-83C4-4069CC847F29}" presName="tx3" presStyleLbl="revTx" presStyleIdx="8" presStyleCnt="12"/>
      <dgm:spPr/>
    </dgm:pt>
    <dgm:pt modelId="{B3E417F2-E47A-4BFC-87A9-2E3BD3B277E1}" type="pres">
      <dgm:prSet presAssocID="{2ECA5E9B-CA66-4422-83C4-4069CC847F29}" presName="vert3" presStyleCnt="0"/>
      <dgm:spPr/>
    </dgm:pt>
    <dgm:pt modelId="{22027B22-0519-40E3-AD98-CBB6186325AB}" type="pres">
      <dgm:prSet presAssocID="{B0243DE8-89E4-40A8-8EA5-3F6D02589682}" presName="thinLine3" presStyleLbl="callout" presStyleIdx="3" presStyleCnt="6"/>
      <dgm:spPr/>
    </dgm:pt>
    <dgm:pt modelId="{9136377D-9625-4CEE-9C89-AEDFD5BE6538}" type="pres">
      <dgm:prSet presAssocID="{339EE69A-3222-43C7-8D77-C18CB55AECC6}" presName="horz3" presStyleCnt="0"/>
      <dgm:spPr/>
    </dgm:pt>
    <dgm:pt modelId="{450F5279-7C15-48E2-96DC-4F782E96B328}" type="pres">
      <dgm:prSet presAssocID="{339EE69A-3222-43C7-8D77-C18CB55AECC6}" presName="horzSpace3" presStyleCnt="0"/>
      <dgm:spPr/>
    </dgm:pt>
    <dgm:pt modelId="{CB495111-7702-4FFA-87B1-B662AFA5B293}" type="pres">
      <dgm:prSet presAssocID="{339EE69A-3222-43C7-8D77-C18CB55AECC6}" presName="tx3" presStyleLbl="revTx" presStyleIdx="9" presStyleCnt="12"/>
      <dgm:spPr/>
    </dgm:pt>
    <dgm:pt modelId="{B77A8032-79CE-400B-B207-4B4D28C9CD7C}" type="pres">
      <dgm:prSet presAssocID="{339EE69A-3222-43C7-8D77-C18CB55AECC6}" presName="vert3" presStyleCnt="0"/>
      <dgm:spPr/>
    </dgm:pt>
    <dgm:pt modelId="{7290A87B-2721-446C-A869-E66E14770980}" type="pres">
      <dgm:prSet presAssocID="{6DA2829E-B98B-4E2D-9CA2-0C75A7FD90CD}" presName="thinLine2b" presStyleLbl="callout" presStyleIdx="4" presStyleCnt="6"/>
      <dgm:spPr/>
    </dgm:pt>
    <dgm:pt modelId="{35568A60-F475-4A10-B0A0-11BF00E797B8}" type="pres">
      <dgm:prSet presAssocID="{6DA2829E-B98B-4E2D-9CA2-0C75A7FD90CD}" presName="vertSpace2b" presStyleCnt="0"/>
      <dgm:spPr/>
    </dgm:pt>
    <dgm:pt modelId="{A9BC5AF1-F87C-4861-A357-422C7224F250}" type="pres">
      <dgm:prSet presAssocID="{E704ADC1-4C5D-4F2C-8CBA-9BA6718FEAF5}" presName="horz2" presStyleCnt="0"/>
      <dgm:spPr/>
    </dgm:pt>
    <dgm:pt modelId="{C0FEAE2C-F574-42E7-804C-8089E5896A33}" type="pres">
      <dgm:prSet presAssocID="{E704ADC1-4C5D-4F2C-8CBA-9BA6718FEAF5}" presName="horzSpace2" presStyleCnt="0"/>
      <dgm:spPr/>
    </dgm:pt>
    <dgm:pt modelId="{30FBBE40-CAAF-4680-BFF3-AD2C19BA0A73}" type="pres">
      <dgm:prSet presAssocID="{E704ADC1-4C5D-4F2C-8CBA-9BA6718FEAF5}" presName="tx2" presStyleLbl="revTx" presStyleIdx="10" presStyleCnt="12"/>
      <dgm:spPr/>
    </dgm:pt>
    <dgm:pt modelId="{D751EC03-99E3-4052-8827-87DE4FCFFC8A}" type="pres">
      <dgm:prSet presAssocID="{E704ADC1-4C5D-4F2C-8CBA-9BA6718FEAF5}" presName="vert2" presStyleCnt="0"/>
      <dgm:spPr/>
    </dgm:pt>
    <dgm:pt modelId="{631425C2-6E00-4599-999A-4EDFFB587C5A}" type="pres">
      <dgm:prSet presAssocID="{9A65247E-6A63-4DCF-980C-290212513D4F}" presName="horz3" presStyleCnt="0"/>
      <dgm:spPr/>
    </dgm:pt>
    <dgm:pt modelId="{8922EA08-890A-4572-B429-5E21EAE48B09}" type="pres">
      <dgm:prSet presAssocID="{9A65247E-6A63-4DCF-980C-290212513D4F}" presName="horzSpace3" presStyleCnt="0"/>
      <dgm:spPr/>
    </dgm:pt>
    <dgm:pt modelId="{725E3772-0EC0-455F-9DD3-6D243C65A74E}" type="pres">
      <dgm:prSet presAssocID="{9A65247E-6A63-4DCF-980C-290212513D4F}" presName="tx3" presStyleLbl="revTx" presStyleIdx="11" presStyleCnt="12"/>
      <dgm:spPr/>
    </dgm:pt>
    <dgm:pt modelId="{48DDF577-B171-460C-ADA4-4B3F8258958E}" type="pres">
      <dgm:prSet presAssocID="{9A65247E-6A63-4DCF-980C-290212513D4F}" presName="vert3" presStyleCnt="0"/>
      <dgm:spPr/>
    </dgm:pt>
    <dgm:pt modelId="{72F96BE5-FEB1-4E58-A01E-D01762B6E8B4}" type="pres">
      <dgm:prSet presAssocID="{E704ADC1-4C5D-4F2C-8CBA-9BA6718FEAF5}" presName="thinLine2b" presStyleLbl="callout" presStyleIdx="5" presStyleCnt="6"/>
      <dgm:spPr/>
    </dgm:pt>
    <dgm:pt modelId="{3F67C4D9-4AEA-42A1-8FE8-ECD8F2020D9B}" type="pres">
      <dgm:prSet presAssocID="{E704ADC1-4C5D-4F2C-8CBA-9BA6718FEAF5}" presName="vertSpace2b" presStyleCnt="0"/>
      <dgm:spPr/>
    </dgm:pt>
  </dgm:ptLst>
  <dgm:cxnLst>
    <dgm:cxn modelId="{4FC42903-DFAD-446C-B5D3-F7604E039D1F}" type="presOf" srcId="{6DA2829E-B98B-4E2D-9CA2-0C75A7FD90CD}" destId="{1EDE6F4E-1431-49CE-B1CF-C8914B2CFCCC}" srcOrd="0" destOrd="0" presId="urn:microsoft.com/office/officeart/2008/layout/LinedList"/>
    <dgm:cxn modelId="{194A7118-238F-4A6D-BCFE-EA877F06E68C}" srcId="{A4CE644E-9349-4CBE-81AD-B0EC4B1D293A}" destId="{E704ADC1-4C5D-4F2C-8CBA-9BA6718FEAF5}" srcOrd="1" destOrd="0" parTransId="{B7F00DAF-B213-49C0-9696-0BFC1628BF56}" sibTransId="{B6EFAEF9-EDB2-403B-9F2B-892E230956D2}"/>
    <dgm:cxn modelId="{FBF8501B-CDE9-4172-ADDE-FD7111A13496}" type="presOf" srcId="{64BC2411-B882-4813-81C9-B2E410D000CA}" destId="{D60FEF88-7ABC-40F7-98D5-09D4FC23DDB5}" srcOrd="0" destOrd="0" presId="urn:microsoft.com/office/officeart/2008/layout/LinedList"/>
    <dgm:cxn modelId="{62DB532A-CA7E-4AE2-911D-7517A4256486}" type="presOf" srcId="{B786AB43-EA25-4C09-8770-F3ADFA33F73D}" destId="{19BF5AE7-FAD2-4BF9-B706-754F840323B3}" srcOrd="0" destOrd="0" presId="urn:microsoft.com/office/officeart/2008/layout/LinedList"/>
    <dgm:cxn modelId="{706B0144-A50C-482C-865B-1D748F202921}" srcId="{EE6A4C98-6BF9-40DC-81B1-8D1A7A3EB687}" destId="{64BC2411-B882-4813-81C9-B2E410D000CA}" srcOrd="1" destOrd="0" parTransId="{8486608A-C41A-43BE-A448-81833294FBF7}" sibTransId="{31332F45-56B6-4281-8F05-15E9EAF922D2}"/>
    <dgm:cxn modelId="{DF669746-46C6-450B-81C2-2626C57A81E5}" srcId="{5C4DDE62-AD11-406F-98EB-C72A747A4169}" destId="{F1354824-D712-4C80-BFF1-86A1254D3480}" srcOrd="0" destOrd="0" parTransId="{AC1ED7E0-2996-4439-8B94-8F1E454299A0}" sibTransId="{2188C09D-E89A-4873-AB34-B9BBAAEF23EB}"/>
    <dgm:cxn modelId="{265FA546-3ABF-46DE-A310-88B3FC828647}" srcId="{A4CE644E-9349-4CBE-81AD-B0EC4B1D293A}" destId="{6DA2829E-B98B-4E2D-9CA2-0C75A7FD90CD}" srcOrd="0" destOrd="0" parTransId="{5CEA0BE1-48AE-4068-B037-5810FC6878D5}" sibTransId="{BE4451BC-46F6-4960-9380-F46218ACFF2F}"/>
    <dgm:cxn modelId="{30C0916B-5D47-4243-8335-9D89CDF43E99}" type="presOf" srcId="{E704ADC1-4C5D-4F2C-8CBA-9BA6718FEAF5}" destId="{30FBBE40-CAAF-4680-BFF3-AD2C19BA0A73}" srcOrd="0" destOrd="0" presId="urn:microsoft.com/office/officeart/2008/layout/LinedList"/>
    <dgm:cxn modelId="{2BF9D854-6867-4CA1-977B-71588CC2E362}" type="presOf" srcId="{5C4DDE62-AD11-406F-98EB-C72A747A4169}" destId="{EB75EA9A-8CAF-4EBA-96D2-22D640A661B9}" srcOrd="0" destOrd="0" presId="urn:microsoft.com/office/officeart/2008/layout/LinedList"/>
    <dgm:cxn modelId="{3E68A57B-7EF3-4E72-9E0B-1ED73DA41D38}" srcId="{E704ADC1-4C5D-4F2C-8CBA-9BA6718FEAF5}" destId="{9A65247E-6A63-4DCF-980C-290212513D4F}" srcOrd="0" destOrd="0" parTransId="{AA50E826-E443-4944-9294-199B204D5B69}" sibTransId="{BF1BB7F6-A54D-4A05-8E70-A844E2842A9F}"/>
    <dgm:cxn modelId="{8EAF5E7C-9BA7-4A4A-B4E9-D914B736AD17}" srcId="{5C4DDE62-AD11-406F-98EB-C72A747A4169}" destId="{B786AB43-EA25-4C09-8770-F3ADFA33F73D}" srcOrd="1" destOrd="0" parTransId="{4474954E-E196-4C77-B919-64C877911DD0}" sibTransId="{C8C790F6-BB14-4387-B523-5285DEEBEA44}"/>
    <dgm:cxn modelId="{F831A67E-2DEE-44E4-ACF7-CF0C9809F949}" type="presOf" srcId="{EE6A4C98-6BF9-40DC-81B1-8D1A7A3EB687}" destId="{BEEE4C0A-BB1B-4880-8DC8-174729E24119}" srcOrd="0" destOrd="0" presId="urn:microsoft.com/office/officeart/2008/layout/LinedList"/>
    <dgm:cxn modelId="{37E9D183-DFC1-4FCC-88B8-9CA7B685881F}" type="presOf" srcId="{9A65247E-6A63-4DCF-980C-290212513D4F}" destId="{725E3772-0EC0-455F-9DD3-6D243C65A74E}" srcOrd="0" destOrd="0" presId="urn:microsoft.com/office/officeart/2008/layout/LinedList"/>
    <dgm:cxn modelId="{485FE186-0AE8-4F3B-AC7F-870F29F43116}" type="presOf" srcId="{2ECA5E9B-CA66-4422-83C4-4069CC847F29}" destId="{C6D3B54A-AB6E-47CD-B69B-F4A51351327D}" srcOrd="0" destOrd="0" presId="urn:microsoft.com/office/officeart/2008/layout/LinedList"/>
    <dgm:cxn modelId="{54944D8C-D3B7-4689-A194-61A3C740A631}" type="presOf" srcId="{77F6C11A-3D27-4A04-BDC2-2958A2FC3F11}" destId="{02DEBDCC-9644-4073-AA0E-B2B80FE8459E}" srcOrd="0" destOrd="0" presId="urn:microsoft.com/office/officeart/2008/layout/LinedList"/>
    <dgm:cxn modelId="{BC4C0D90-2D1B-4977-A638-E8F840DC09C4}" srcId="{6DA2829E-B98B-4E2D-9CA2-0C75A7FD90CD}" destId="{339EE69A-3222-43C7-8D77-C18CB55AECC6}" srcOrd="1" destOrd="0" parTransId="{C7E2A591-2213-49ED-9297-526817E82E12}" sibTransId="{1BE6A58B-6471-4690-A0EE-8152F54C1499}"/>
    <dgm:cxn modelId="{47949F9C-4040-4360-9EEF-F0830B4ADF1E}" type="presOf" srcId="{F1354824-D712-4C80-BFF1-86A1254D3480}" destId="{B621A239-87F5-4ECD-B5F8-C21C6DDBB03A}" srcOrd="0" destOrd="0" presId="urn:microsoft.com/office/officeart/2008/layout/LinedList"/>
    <dgm:cxn modelId="{221925AD-AECE-48EC-B76C-5485212423B9}" type="presOf" srcId="{B9A832BE-DF6D-429D-89C0-C736DABFB92B}" destId="{425E4C81-461B-43E6-AF93-ED6795B96414}" srcOrd="0" destOrd="0" presId="urn:microsoft.com/office/officeart/2008/layout/LinedList"/>
    <dgm:cxn modelId="{D47482BE-C66C-4C8B-BCA5-1F2C62873DA7}" srcId="{B9A832BE-DF6D-429D-89C0-C736DABFB92B}" destId="{A4CE644E-9349-4CBE-81AD-B0EC4B1D293A}" srcOrd="1" destOrd="0" parTransId="{9B4599B6-F628-489C-BBC6-2033EC88EDB8}" sibTransId="{A0E184FB-B305-4A97-B65E-13718214DDFC}"/>
    <dgm:cxn modelId="{BB11C3C1-35B1-409D-A700-AE9A7E836F39}" srcId="{B9A832BE-DF6D-429D-89C0-C736DABFB92B}" destId="{EE6A4C98-6BF9-40DC-81B1-8D1A7A3EB687}" srcOrd="0" destOrd="0" parTransId="{8D238BB0-0E49-476A-88E4-46DD1C0A30D3}" sibTransId="{04CBFD9E-5991-41DC-8589-D530D3187670}"/>
    <dgm:cxn modelId="{E621D7D9-59B2-4EF8-9253-2FBA00E15609}" type="presOf" srcId="{A4CE644E-9349-4CBE-81AD-B0EC4B1D293A}" destId="{600E95B5-2376-4A0A-81D9-6FBE648D35A3}" srcOrd="0" destOrd="0" presId="urn:microsoft.com/office/officeart/2008/layout/LinedList"/>
    <dgm:cxn modelId="{700297DD-9F00-4DB9-A45E-1B503D5CAE13}" srcId="{EE6A4C98-6BF9-40DC-81B1-8D1A7A3EB687}" destId="{5C4DDE62-AD11-406F-98EB-C72A747A4169}" srcOrd="0" destOrd="0" parTransId="{A243BDFD-E796-4DC4-B968-171EF9348125}" sibTransId="{B7108A4B-F98D-4025-988F-F3B988E5F405}"/>
    <dgm:cxn modelId="{E780A2DE-E4EF-41C5-A713-32426BA11C89}" srcId="{6DA2829E-B98B-4E2D-9CA2-0C75A7FD90CD}" destId="{2ECA5E9B-CA66-4422-83C4-4069CC847F29}" srcOrd="0" destOrd="0" parTransId="{B8E8F69D-8CD8-45E7-9849-C81EC4DC364C}" sibTransId="{B0243DE8-89E4-40A8-8EA5-3F6D02589682}"/>
    <dgm:cxn modelId="{B90381DF-546C-4CB4-B2B2-42FD095DFD15}" srcId="{64BC2411-B882-4813-81C9-B2E410D000CA}" destId="{77F6C11A-3D27-4A04-BDC2-2958A2FC3F11}" srcOrd="0" destOrd="0" parTransId="{9875C779-AEFF-4650-ADC2-7E52C87B6571}" sibTransId="{EF510E1F-9E9E-44BF-81DB-E6D5D9DED4E9}"/>
    <dgm:cxn modelId="{8C4A53F9-B052-4471-AE62-4D9FF9F587A9}" type="presOf" srcId="{339EE69A-3222-43C7-8D77-C18CB55AECC6}" destId="{CB495111-7702-4FFA-87B1-B662AFA5B293}" srcOrd="0" destOrd="0" presId="urn:microsoft.com/office/officeart/2008/layout/LinedList"/>
    <dgm:cxn modelId="{2C48D57C-EA9D-43FD-9776-8BA59D1BCD2C}" type="presParOf" srcId="{425E4C81-461B-43E6-AF93-ED6795B96414}" destId="{12EFEC9F-C8F4-49FE-9FA4-6717572167BE}" srcOrd="0" destOrd="0" presId="urn:microsoft.com/office/officeart/2008/layout/LinedList"/>
    <dgm:cxn modelId="{6E8E5211-7DA4-4587-91E9-314FB1020CD4}" type="presParOf" srcId="{425E4C81-461B-43E6-AF93-ED6795B96414}" destId="{9C92E319-CACA-4D82-AD99-B1E24AD52DAC}" srcOrd="1" destOrd="0" presId="urn:microsoft.com/office/officeart/2008/layout/LinedList"/>
    <dgm:cxn modelId="{A2AC1F4E-5BBC-450A-81DB-4835D905F848}" type="presParOf" srcId="{9C92E319-CACA-4D82-AD99-B1E24AD52DAC}" destId="{BEEE4C0A-BB1B-4880-8DC8-174729E24119}" srcOrd="0" destOrd="0" presId="urn:microsoft.com/office/officeart/2008/layout/LinedList"/>
    <dgm:cxn modelId="{76ED32C3-3CF4-478C-8E7F-3AE5042A29B9}" type="presParOf" srcId="{9C92E319-CACA-4D82-AD99-B1E24AD52DAC}" destId="{632829FE-8155-4442-8E0A-D07862730AD0}" srcOrd="1" destOrd="0" presId="urn:microsoft.com/office/officeart/2008/layout/LinedList"/>
    <dgm:cxn modelId="{A652B0C4-9877-4861-BDF0-802644ACD893}" type="presParOf" srcId="{632829FE-8155-4442-8E0A-D07862730AD0}" destId="{7C3319DB-5C43-4477-B419-5465F88A2827}" srcOrd="0" destOrd="0" presId="urn:microsoft.com/office/officeart/2008/layout/LinedList"/>
    <dgm:cxn modelId="{FB87820D-52DA-4574-A3FE-A20A36D01E73}" type="presParOf" srcId="{632829FE-8155-4442-8E0A-D07862730AD0}" destId="{CA90329A-5B22-414F-A739-AEE8ABFC35C4}" srcOrd="1" destOrd="0" presId="urn:microsoft.com/office/officeart/2008/layout/LinedList"/>
    <dgm:cxn modelId="{6E4B2C5F-6BDF-49C2-829D-A030E6C3C142}" type="presParOf" srcId="{CA90329A-5B22-414F-A739-AEE8ABFC35C4}" destId="{E5FA565A-E3CA-43E0-9627-C96C64FDA644}" srcOrd="0" destOrd="0" presId="urn:microsoft.com/office/officeart/2008/layout/LinedList"/>
    <dgm:cxn modelId="{16A20107-8638-443B-A460-B904D88086C9}" type="presParOf" srcId="{CA90329A-5B22-414F-A739-AEE8ABFC35C4}" destId="{EB75EA9A-8CAF-4EBA-96D2-22D640A661B9}" srcOrd="1" destOrd="0" presId="urn:microsoft.com/office/officeart/2008/layout/LinedList"/>
    <dgm:cxn modelId="{091AA93B-DEEF-4F34-A7EF-52E2740BA86C}" type="presParOf" srcId="{CA90329A-5B22-414F-A739-AEE8ABFC35C4}" destId="{AEDE1381-0B19-42FC-B0EE-BE5447948441}" srcOrd="2" destOrd="0" presId="urn:microsoft.com/office/officeart/2008/layout/LinedList"/>
    <dgm:cxn modelId="{C1D467ED-E512-4347-99DE-880E74AB0294}" type="presParOf" srcId="{AEDE1381-0B19-42FC-B0EE-BE5447948441}" destId="{CE193390-5D4A-4BB0-A8CB-B77C8F8D727D}" srcOrd="0" destOrd="0" presId="urn:microsoft.com/office/officeart/2008/layout/LinedList"/>
    <dgm:cxn modelId="{E3976416-90A7-4538-8EA9-C2F4419C0077}" type="presParOf" srcId="{CE193390-5D4A-4BB0-A8CB-B77C8F8D727D}" destId="{CAA2737B-5731-4D8F-B759-053C0791F24A}" srcOrd="0" destOrd="0" presId="urn:microsoft.com/office/officeart/2008/layout/LinedList"/>
    <dgm:cxn modelId="{F8BE421B-EFCB-4882-B98D-37BA705A5B39}" type="presParOf" srcId="{CE193390-5D4A-4BB0-A8CB-B77C8F8D727D}" destId="{B621A239-87F5-4ECD-B5F8-C21C6DDBB03A}" srcOrd="1" destOrd="0" presId="urn:microsoft.com/office/officeart/2008/layout/LinedList"/>
    <dgm:cxn modelId="{00201D3D-19A3-49B4-82D5-51DB9DE4A650}" type="presParOf" srcId="{CE193390-5D4A-4BB0-A8CB-B77C8F8D727D}" destId="{8F25A465-D248-4DCE-985D-8B24A51D4EF5}" srcOrd="2" destOrd="0" presId="urn:microsoft.com/office/officeart/2008/layout/LinedList"/>
    <dgm:cxn modelId="{64BF0415-CDE9-47C3-A522-F61D45FCE030}" type="presParOf" srcId="{AEDE1381-0B19-42FC-B0EE-BE5447948441}" destId="{7EB629AB-CE39-4B3F-8A00-70C06922303F}" srcOrd="1" destOrd="0" presId="urn:microsoft.com/office/officeart/2008/layout/LinedList"/>
    <dgm:cxn modelId="{69EB00EE-1501-421D-8E16-2CE35DBE4D46}" type="presParOf" srcId="{AEDE1381-0B19-42FC-B0EE-BE5447948441}" destId="{35DB1CE5-415C-40C0-8219-CA20917D7EAF}" srcOrd="2" destOrd="0" presId="urn:microsoft.com/office/officeart/2008/layout/LinedList"/>
    <dgm:cxn modelId="{5396DBED-60E5-4B9B-8CA3-51B83FFBD5D8}" type="presParOf" srcId="{35DB1CE5-415C-40C0-8219-CA20917D7EAF}" destId="{EF1F9C04-3887-4FDD-A04F-5FA207531BF4}" srcOrd="0" destOrd="0" presId="urn:microsoft.com/office/officeart/2008/layout/LinedList"/>
    <dgm:cxn modelId="{6E7F0AFE-DD26-4064-AC9C-E113D51886E8}" type="presParOf" srcId="{35DB1CE5-415C-40C0-8219-CA20917D7EAF}" destId="{19BF5AE7-FAD2-4BF9-B706-754F840323B3}" srcOrd="1" destOrd="0" presId="urn:microsoft.com/office/officeart/2008/layout/LinedList"/>
    <dgm:cxn modelId="{6289306C-A6E1-400C-81D9-FF23369827F2}" type="presParOf" srcId="{35DB1CE5-415C-40C0-8219-CA20917D7EAF}" destId="{0279CAE0-E564-4A58-8CC7-ED00A0B1355F}" srcOrd="2" destOrd="0" presId="urn:microsoft.com/office/officeart/2008/layout/LinedList"/>
    <dgm:cxn modelId="{401CCB3A-9B00-4EC7-957C-E1013DAFEED9}" type="presParOf" srcId="{632829FE-8155-4442-8E0A-D07862730AD0}" destId="{76488463-45AD-4D17-99C6-A1C642EA6072}" srcOrd="2" destOrd="0" presId="urn:microsoft.com/office/officeart/2008/layout/LinedList"/>
    <dgm:cxn modelId="{93B3DAEF-AB24-4DB0-99DF-3CDB58B559BD}" type="presParOf" srcId="{632829FE-8155-4442-8E0A-D07862730AD0}" destId="{E89928F0-09A2-4E0A-9EE8-733DFDA8879A}" srcOrd="3" destOrd="0" presId="urn:microsoft.com/office/officeart/2008/layout/LinedList"/>
    <dgm:cxn modelId="{6CB2AC40-B25A-411A-8428-BA5948FB4C3E}" type="presParOf" srcId="{632829FE-8155-4442-8E0A-D07862730AD0}" destId="{3A62B527-4625-451A-A06E-94A3A8F7DC88}" srcOrd="4" destOrd="0" presId="urn:microsoft.com/office/officeart/2008/layout/LinedList"/>
    <dgm:cxn modelId="{311D85D1-BBA8-4333-BFEA-C77E8A72063A}" type="presParOf" srcId="{3A62B527-4625-451A-A06E-94A3A8F7DC88}" destId="{E7B4568D-77BC-48A8-87CE-1B8EE2172E20}" srcOrd="0" destOrd="0" presId="urn:microsoft.com/office/officeart/2008/layout/LinedList"/>
    <dgm:cxn modelId="{A332B31B-5927-4BE2-ADB5-DEB543F1C396}" type="presParOf" srcId="{3A62B527-4625-451A-A06E-94A3A8F7DC88}" destId="{D60FEF88-7ABC-40F7-98D5-09D4FC23DDB5}" srcOrd="1" destOrd="0" presId="urn:microsoft.com/office/officeart/2008/layout/LinedList"/>
    <dgm:cxn modelId="{A1BB737F-7CF9-4F13-A501-7504A792C963}" type="presParOf" srcId="{3A62B527-4625-451A-A06E-94A3A8F7DC88}" destId="{C2EDB82A-7422-4848-B27D-541B141A95E1}" srcOrd="2" destOrd="0" presId="urn:microsoft.com/office/officeart/2008/layout/LinedList"/>
    <dgm:cxn modelId="{F5FC4501-5977-4583-8B8F-161EB6CCD43E}" type="presParOf" srcId="{C2EDB82A-7422-4848-B27D-541B141A95E1}" destId="{9DAD92C2-F0AA-4C70-AB77-D200E460ED3A}" srcOrd="0" destOrd="0" presId="urn:microsoft.com/office/officeart/2008/layout/LinedList"/>
    <dgm:cxn modelId="{C58D60DB-3B27-4AB6-9214-63A90D3ED775}" type="presParOf" srcId="{9DAD92C2-F0AA-4C70-AB77-D200E460ED3A}" destId="{776C7A29-CA61-4193-B285-94DEE9873FA4}" srcOrd="0" destOrd="0" presId="urn:microsoft.com/office/officeart/2008/layout/LinedList"/>
    <dgm:cxn modelId="{2C61B4A9-106C-47E4-BD6F-541C49B5130C}" type="presParOf" srcId="{9DAD92C2-F0AA-4C70-AB77-D200E460ED3A}" destId="{02DEBDCC-9644-4073-AA0E-B2B80FE8459E}" srcOrd="1" destOrd="0" presId="urn:microsoft.com/office/officeart/2008/layout/LinedList"/>
    <dgm:cxn modelId="{CBDB4A80-EA25-4018-9992-05D27D71003B}" type="presParOf" srcId="{9DAD92C2-F0AA-4C70-AB77-D200E460ED3A}" destId="{C050FBAF-59BA-4212-B54F-6C8E4BF6726D}" srcOrd="2" destOrd="0" presId="urn:microsoft.com/office/officeart/2008/layout/LinedList"/>
    <dgm:cxn modelId="{EDE6EF4F-F433-47BF-96BC-D3303E6369FB}" type="presParOf" srcId="{632829FE-8155-4442-8E0A-D07862730AD0}" destId="{209F9CEC-B82D-4C68-8D51-270916B4234F}" srcOrd="5" destOrd="0" presId="urn:microsoft.com/office/officeart/2008/layout/LinedList"/>
    <dgm:cxn modelId="{3AD50124-A370-44BC-9014-5BE29141AB21}" type="presParOf" srcId="{632829FE-8155-4442-8E0A-D07862730AD0}" destId="{A1612628-0615-4868-B913-588A946202CE}" srcOrd="6" destOrd="0" presId="urn:microsoft.com/office/officeart/2008/layout/LinedList"/>
    <dgm:cxn modelId="{CEB0FE36-63BD-4929-8CEC-7CA3526B7C3D}" type="presParOf" srcId="{425E4C81-461B-43E6-AF93-ED6795B96414}" destId="{E3226D0E-55C5-4804-8328-1C39A3159515}" srcOrd="2" destOrd="0" presId="urn:microsoft.com/office/officeart/2008/layout/LinedList"/>
    <dgm:cxn modelId="{30F9BE8D-8AC3-4EB9-B517-2131141B39B1}" type="presParOf" srcId="{425E4C81-461B-43E6-AF93-ED6795B96414}" destId="{6596387A-400B-43F0-9C5F-EAD42A57B22C}" srcOrd="3" destOrd="0" presId="urn:microsoft.com/office/officeart/2008/layout/LinedList"/>
    <dgm:cxn modelId="{CE5BF158-F3F2-4FD0-8CA6-2D889444782B}" type="presParOf" srcId="{6596387A-400B-43F0-9C5F-EAD42A57B22C}" destId="{600E95B5-2376-4A0A-81D9-6FBE648D35A3}" srcOrd="0" destOrd="0" presId="urn:microsoft.com/office/officeart/2008/layout/LinedList"/>
    <dgm:cxn modelId="{14FC2569-5E1D-43B6-8933-5380B393E152}" type="presParOf" srcId="{6596387A-400B-43F0-9C5F-EAD42A57B22C}" destId="{BB0AE3DE-3F6A-496A-AB16-4E7FED817A0E}" srcOrd="1" destOrd="0" presId="urn:microsoft.com/office/officeart/2008/layout/LinedList"/>
    <dgm:cxn modelId="{A04447D7-CABB-4E49-9C29-9C0EE208E068}" type="presParOf" srcId="{BB0AE3DE-3F6A-496A-AB16-4E7FED817A0E}" destId="{3A5E963E-D40F-4919-B7EC-E0697660116C}" srcOrd="0" destOrd="0" presId="urn:microsoft.com/office/officeart/2008/layout/LinedList"/>
    <dgm:cxn modelId="{95743821-C964-4B0F-A10A-E524D28F2431}" type="presParOf" srcId="{BB0AE3DE-3F6A-496A-AB16-4E7FED817A0E}" destId="{467E8B6D-7A71-45E0-B28C-EE87D4909303}" srcOrd="1" destOrd="0" presId="urn:microsoft.com/office/officeart/2008/layout/LinedList"/>
    <dgm:cxn modelId="{BCCBF9F7-33F5-45D1-81EF-5A2561AB9A4F}" type="presParOf" srcId="{467E8B6D-7A71-45E0-B28C-EE87D4909303}" destId="{569D004F-11FE-4F12-93D8-48CABCC09D0C}" srcOrd="0" destOrd="0" presId="urn:microsoft.com/office/officeart/2008/layout/LinedList"/>
    <dgm:cxn modelId="{2DCC71AD-612E-4787-A52E-95CCD1451AAD}" type="presParOf" srcId="{467E8B6D-7A71-45E0-B28C-EE87D4909303}" destId="{1EDE6F4E-1431-49CE-B1CF-C8914B2CFCCC}" srcOrd="1" destOrd="0" presId="urn:microsoft.com/office/officeart/2008/layout/LinedList"/>
    <dgm:cxn modelId="{E825A618-6D79-4FE6-AD41-5CCCA95E377B}" type="presParOf" srcId="{467E8B6D-7A71-45E0-B28C-EE87D4909303}" destId="{53B7020B-7D48-43CA-B37B-2329EF6C5C03}" srcOrd="2" destOrd="0" presId="urn:microsoft.com/office/officeart/2008/layout/LinedList"/>
    <dgm:cxn modelId="{FD7044AB-613D-4637-8A90-4F328BF4D5BE}" type="presParOf" srcId="{53B7020B-7D48-43CA-B37B-2329EF6C5C03}" destId="{4E8906CF-7D5D-4741-BACF-A92B3822B1FE}" srcOrd="0" destOrd="0" presId="urn:microsoft.com/office/officeart/2008/layout/LinedList"/>
    <dgm:cxn modelId="{C2365EE9-6CA9-46A3-B0AE-7F1BD7E4510E}" type="presParOf" srcId="{4E8906CF-7D5D-4741-BACF-A92B3822B1FE}" destId="{288D6E65-55F4-4786-91EA-EA80464C373F}" srcOrd="0" destOrd="0" presId="urn:microsoft.com/office/officeart/2008/layout/LinedList"/>
    <dgm:cxn modelId="{00836F9E-89DC-4A18-A5BA-89FD56144F7A}" type="presParOf" srcId="{4E8906CF-7D5D-4741-BACF-A92B3822B1FE}" destId="{C6D3B54A-AB6E-47CD-B69B-F4A51351327D}" srcOrd="1" destOrd="0" presId="urn:microsoft.com/office/officeart/2008/layout/LinedList"/>
    <dgm:cxn modelId="{F1526857-2D9E-4184-ADC8-DC32B8EC9553}" type="presParOf" srcId="{4E8906CF-7D5D-4741-BACF-A92B3822B1FE}" destId="{B3E417F2-E47A-4BFC-87A9-2E3BD3B277E1}" srcOrd="2" destOrd="0" presId="urn:microsoft.com/office/officeart/2008/layout/LinedList"/>
    <dgm:cxn modelId="{C8583D05-DEF8-4A39-9BCF-B1EFDB51E5B0}" type="presParOf" srcId="{53B7020B-7D48-43CA-B37B-2329EF6C5C03}" destId="{22027B22-0519-40E3-AD98-CBB6186325AB}" srcOrd="1" destOrd="0" presId="urn:microsoft.com/office/officeart/2008/layout/LinedList"/>
    <dgm:cxn modelId="{BA72D053-620C-4E6B-9450-5D7071ABEB21}" type="presParOf" srcId="{53B7020B-7D48-43CA-B37B-2329EF6C5C03}" destId="{9136377D-9625-4CEE-9C89-AEDFD5BE6538}" srcOrd="2" destOrd="0" presId="urn:microsoft.com/office/officeart/2008/layout/LinedList"/>
    <dgm:cxn modelId="{CE7DB6D2-B2D8-4ACE-9DA9-73125D1EF36A}" type="presParOf" srcId="{9136377D-9625-4CEE-9C89-AEDFD5BE6538}" destId="{450F5279-7C15-48E2-96DC-4F782E96B328}" srcOrd="0" destOrd="0" presId="urn:microsoft.com/office/officeart/2008/layout/LinedList"/>
    <dgm:cxn modelId="{7420B49F-08DC-49D4-88E9-2DE924116104}" type="presParOf" srcId="{9136377D-9625-4CEE-9C89-AEDFD5BE6538}" destId="{CB495111-7702-4FFA-87B1-B662AFA5B293}" srcOrd="1" destOrd="0" presId="urn:microsoft.com/office/officeart/2008/layout/LinedList"/>
    <dgm:cxn modelId="{331C3A4B-BBE2-4FD3-87DC-C0C8D5135B31}" type="presParOf" srcId="{9136377D-9625-4CEE-9C89-AEDFD5BE6538}" destId="{B77A8032-79CE-400B-B207-4B4D28C9CD7C}" srcOrd="2" destOrd="0" presId="urn:microsoft.com/office/officeart/2008/layout/LinedList"/>
    <dgm:cxn modelId="{8AF41B7D-2C03-4117-877E-C0C68FB8296D}" type="presParOf" srcId="{BB0AE3DE-3F6A-496A-AB16-4E7FED817A0E}" destId="{7290A87B-2721-446C-A869-E66E14770980}" srcOrd="2" destOrd="0" presId="urn:microsoft.com/office/officeart/2008/layout/LinedList"/>
    <dgm:cxn modelId="{008A28EB-DB57-4806-B828-C3E4F03AE2AF}" type="presParOf" srcId="{BB0AE3DE-3F6A-496A-AB16-4E7FED817A0E}" destId="{35568A60-F475-4A10-B0A0-11BF00E797B8}" srcOrd="3" destOrd="0" presId="urn:microsoft.com/office/officeart/2008/layout/LinedList"/>
    <dgm:cxn modelId="{B1F693A9-7878-4F0D-84C0-A8FB636C9538}" type="presParOf" srcId="{BB0AE3DE-3F6A-496A-AB16-4E7FED817A0E}" destId="{A9BC5AF1-F87C-4861-A357-422C7224F250}" srcOrd="4" destOrd="0" presId="urn:microsoft.com/office/officeart/2008/layout/LinedList"/>
    <dgm:cxn modelId="{0012A817-856D-4DB6-B755-B9503FEA36FE}" type="presParOf" srcId="{A9BC5AF1-F87C-4861-A357-422C7224F250}" destId="{C0FEAE2C-F574-42E7-804C-8089E5896A33}" srcOrd="0" destOrd="0" presId="urn:microsoft.com/office/officeart/2008/layout/LinedList"/>
    <dgm:cxn modelId="{09FFB80A-86BB-4107-BF81-E1E335DCE49B}" type="presParOf" srcId="{A9BC5AF1-F87C-4861-A357-422C7224F250}" destId="{30FBBE40-CAAF-4680-BFF3-AD2C19BA0A73}" srcOrd="1" destOrd="0" presId="urn:microsoft.com/office/officeart/2008/layout/LinedList"/>
    <dgm:cxn modelId="{B00B6634-BEAC-455F-B88E-F1BEF67780E4}" type="presParOf" srcId="{A9BC5AF1-F87C-4861-A357-422C7224F250}" destId="{D751EC03-99E3-4052-8827-87DE4FCFFC8A}" srcOrd="2" destOrd="0" presId="urn:microsoft.com/office/officeart/2008/layout/LinedList"/>
    <dgm:cxn modelId="{B9A710AE-E1FE-46AE-91C9-4A2F812B9BA6}" type="presParOf" srcId="{D751EC03-99E3-4052-8827-87DE4FCFFC8A}" destId="{631425C2-6E00-4599-999A-4EDFFB587C5A}" srcOrd="0" destOrd="0" presId="urn:microsoft.com/office/officeart/2008/layout/LinedList"/>
    <dgm:cxn modelId="{50390D8C-CC48-4C5A-AC6C-043815053375}" type="presParOf" srcId="{631425C2-6E00-4599-999A-4EDFFB587C5A}" destId="{8922EA08-890A-4572-B429-5E21EAE48B09}" srcOrd="0" destOrd="0" presId="urn:microsoft.com/office/officeart/2008/layout/LinedList"/>
    <dgm:cxn modelId="{4997ECE9-F300-476C-975C-A84C8A87CDF5}" type="presParOf" srcId="{631425C2-6E00-4599-999A-4EDFFB587C5A}" destId="{725E3772-0EC0-455F-9DD3-6D243C65A74E}" srcOrd="1" destOrd="0" presId="urn:microsoft.com/office/officeart/2008/layout/LinedList"/>
    <dgm:cxn modelId="{D47772D6-D33A-4090-9C24-CC1F8AE313D6}" type="presParOf" srcId="{631425C2-6E00-4599-999A-4EDFFB587C5A}" destId="{48DDF577-B171-460C-ADA4-4B3F8258958E}" srcOrd="2" destOrd="0" presId="urn:microsoft.com/office/officeart/2008/layout/LinedList"/>
    <dgm:cxn modelId="{14B0816F-F208-416B-A989-84219A84049C}" type="presParOf" srcId="{BB0AE3DE-3F6A-496A-AB16-4E7FED817A0E}" destId="{72F96BE5-FEB1-4E58-A01E-D01762B6E8B4}" srcOrd="5" destOrd="0" presId="urn:microsoft.com/office/officeart/2008/layout/LinedList"/>
    <dgm:cxn modelId="{0D031826-C23D-4B5E-89E8-2CEFB242665F}" type="presParOf" srcId="{BB0AE3DE-3F6A-496A-AB16-4E7FED817A0E}" destId="{3F67C4D9-4AEA-42A1-8FE8-ECD8F2020D9B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A832BE-DF6D-429D-89C0-C736DABFB92B}" type="doc">
      <dgm:prSet loTypeId="urn:microsoft.com/office/officeart/2008/layout/LinedLis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E6A4C98-6BF9-40DC-81B1-8D1A7A3EB687}">
      <dgm:prSet phldrT="[Текст]" phldr="0"/>
      <dgm:spPr/>
      <dgm:t>
        <a:bodyPr/>
        <a:lstStyle/>
        <a:p>
          <a:r>
            <a:rPr lang="ru-RU" dirty="0"/>
            <a:t>Полезно</a:t>
          </a:r>
        </a:p>
      </dgm:t>
    </dgm:pt>
    <dgm:pt modelId="{8D238BB0-0E49-476A-88E4-46DD1C0A30D3}" type="parTrans" cxnId="{BB11C3C1-35B1-409D-A700-AE9A7E836F39}">
      <dgm:prSet/>
      <dgm:spPr/>
      <dgm:t>
        <a:bodyPr/>
        <a:lstStyle/>
        <a:p>
          <a:endParaRPr lang="ru-RU"/>
        </a:p>
      </dgm:t>
    </dgm:pt>
    <dgm:pt modelId="{04CBFD9E-5991-41DC-8589-D530D3187670}" type="sibTrans" cxnId="{BB11C3C1-35B1-409D-A700-AE9A7E836F39}">
      <dgm:prSet/>
      <dgm:spPr/>
      <dgm:t>
        <a:bodyPr/>
        <a:lstStyle/>
        <a:p>
          <a:endParaRPr lang="ru-RU"/>
        </a:p>
      </dgm:t>
    </dgm:pt>
    <dgm:pt modelId="{5C4DDE62-AD11-406F-98EB-C72A747A4169}">
      <dgm:prSet phldrT="[Текст]" phldr="0"/>
      <dgm:spPr/>
      <dgm:t>
        <a:bodyPr/>
        <a:lstStyle/>
        <a:p>
          <a:r>
            <a:rPr lang="ru-RU" dirty="0"/>
            <a:t>Явно запрашивать самоанализ и самокритику ИИ</a:t>
          </a:r>
        </a:p>
      </dgm:t>
    </dgm:pt>
    <dgm:pt modelId="{A243BDFD-E796-4DC4-B968-171EF9348125}" type="parTrans" cxnId="{700297DD-9F00-4DB9-A45E-1B503D5CAE13}">
      <dgm:prSet/>
      <dgm:spPr/>
      <dgm:t>
        <a:bodyPr/>
        <a:lstStyle/>
        <a:p>
          <a:endParaRPr lang="ru-RU"/>
        </a:p>
      </dgm:t>
    </dgm:pt>
    <dgm:pt modelId="{B7108A4B-F98D-4025-988F-F3B988E5F405}" type="sibTrans" cxnId="{700297DD-9F00-4DB9-A45E-1B503D5CAE13}">
      <dgm:prSet/>
      <dgm:spPr/>
      <dgm:t>
        <a:bodyPr/>
        <a:lstStyle/>
        <a:p>
          <a:endParaRPr lang="ru-RU"/>
        </a:p>
      </dgm:t>
    </dgm:pt>
    <dgm:pt modelId="{64BC2411-B882-4813-81C9-B2E410D000CA}">
      <dgm:prSet phldrT="[Текст]" phldr="0"/>
      <dgm:spPr/>
      <dgm:t>
        <a:bodyPr/>
        <a:lstStyle/>
        <a:p>
          <a:r>
            <a:rPr lang="ru-RU" dirty="0"/>
            <a:t>Запрос на предварительное обоснование и </a:t>
          </a:r>
          <a:r>
            <a:rPr lang="ru-RU" dirty="0" err="1"/>
            <a:t>переформулирование</a:t>
          </a:r>
          <a:r>
            <a:rPr lang="ru-RU" dirty="0"/>
            <a:t> неопределенных формулировок</a:t>
          </a:r>
        </a:p>
      </dgm:t>
    </dgm:pt>
    <dgm:pt modelId="{8486608A-C41A-43BE-A448-81833294FBF7}" type="parTrans" cxnId="{706B0144-A50C-482C-865B-1D748F202921}">
      <dgm:prSet/>
      <dgm:spPr/>
      <dgm:t>
        <a:bodyPr/>
        <a:lstStyle/>
        <a:p>
          <a:endParaRPr lang="ru-RU"/>
        </a:p>
      </dgm:t>
    </dgm:pt>
    <dgm:pt modelId="{31332F45-56B6-4281-8F05-15E9EAF922D2}" type="sibTrans" cxnId="{706B0144-A50C-482C-865B-1D748F202921}">
      <dgm:prSet/>
      <dgm:spPr/>
      <dgm:t>
        <a:bodyPr/>
        <a:lstStyle/>
        <a:p>
          <a:endParaRPr lang="ru-RU"/>
        </a:p>
      </dgm:t>
    </dgm:pt>
    <dgm:pt modelId="{A4CE644E-9349-4CBE-81AD-B0EC4B1D293A}">
      <dgm:prSet phldrT="[Текст]" phldr="0"/>
      <dgm:spPr/>
      <dgm:t>
        <a:bodyPr/>
        <a:lstStyle/>
        <a:p>
          <a:r>
            <a:rPr lang="ru-RU" dirty="0"/>
            <a:t>Вредно</a:t>
          </a:r>
        </a:p>
      </dgm:t>
    </dgm:pt>
    <dgm:pt modelId="{9B4599B6-F628-489C-BBC6-2033EC88EDB8}" type="parTrans" cxnId="{78329D34-BAF4-411E-A0F3-B4DB1A3DE401}">
      <dgm:prSet/>
      <dgm:spPr/>
      <dgm:t>
        <a:bodyPr/>
        <a:lstStyle/>
        <a:p>
          <a:endParaRPr lang="ru-RU"/>
        </a:p>
      </dgm:t>
    </dgm:pt>
    <dgm:pt modelId="{A0E184FB-B305-4A97-B65E-13718214DDFC}" type="sibTrans" cxnId="{78329D34-BAF4-411E-A0F3-B4DB1A3DE401}">
      <dgm:prSet/>
      <dgm:spPr/>
      <dgm:t>
        <a:bodyPr/>
        <a:lstStyle/>
        <a:p>
          <a:endParaRPr lang="ru-RU"/>
        </a:p>
      </dgm:t>
    </dgm:pt>
    <dgm:pt modelId="{6DA2829E-B98B-4E2D-9CA2-0C75A7FD90CD}">
      <dgm:prSet phldrT="[Текст]" phldr="0"/>
      <dgm:spPr/>
      <dgm:t>
        <a:bodyPr/>
        <a:lstStyle/>
        <a:p>
          <a:r>
            <a:rPr lang="ru-RU" dirty="0"/>
            <a:t>Запрос подтверждения своей позиции</a:t>
          </a:r>
        </a:p>
      </dgm:t>
    </dgm:pt>
    <dgm:pt modelId="{5CEA0BE1-48AE-4068-B037-5810FC6878D5}" type="parTrans" cxnId="{E6EE9C7E-2ACB-4D6D-A9EC-E53A1EFE7939}">
      <dgm:prSet/>
      <dgm:spPr/>
      <dgm:t>
        <a:bodyPr/>
        <a:lstStyle/>
        <a:p>
          <a:endParaRPr lang="ru-RU"/>
        </a:p>
      </dgm:t>
    </dgm:pt>
    <dgm:pt modelId="{BE4451BC-46F6-4960-9380-F46218ACFF2F}" type="sibTrans" cxnId="{E6EE9C7E-2ACB-4D6D-A9EC-E53A1EFE7939}">
      <dgm:prSet/>
      <dgm:spPr/>
      <dgm:t>
        <a:bodyPr/>
        <a:lstStyle/>
        <a:p>
          <a:endParaRPr lang="ru-RU"/>
        </a:p>
      </dgm:t>
    </dgm:pt>
    <dgm:pt modelId="{E704ADC1-4C5D-4F2C-8CBA-9BA6718FEAF5}">
      <dgm:prSet phldrT="[Текст]" phldr="0"/>
      <dgm:spPr/>
      <dgm:t>
        <a:bodyPr/>
        <a:lstStyle/>
        <a:p>
          <a:r>
            <a:rPr lang="ru-RU" dirty="0"/>
            <a:t>Игнорирование хеджирующих маркеров – «возможно», «вероятно», и т.д.</a:t>
          </a:r>
        </a:p>
      </dgm:t>
    </dgm:pt>
    <dgm:pt modelId="{B7F00DAF-B213-49C0-9696-0BFC1628BF56}" type="parTrans" cxnId="{0F759D10-4456-46C0-A335-A7AF4A0057E7}">
      <dgm:prSet/>
      <dgm:spPr/>
      <dgm:t>
        <a:bodyPr/>
        <a:lstStyle/>
        <a:p>
          <a:endParaRPr lang="ru-RU"/>
        </a:p>
      </dgm:t>
    </dgm:pt>
    <dgm:pt modelId="{B6EFAEF9-EDB2-403B-9F2B-892E230956D2}" type="sibTrans" cxnId="{0F759D10-4456-46C0-A335-A7AF4A0057E7}">
      <dgm:prSet/>
      <dgm:spPr/>
      <dgm:t>
        <a:bodyPr/>
        <a:lstStyle/>
        <a:p>
          <a:endParaRPr lang="ru-RU"/>
        </a:p>
      </dgm:t>
    </dgm:pt>
    <dgm:pt modelId="{F1354824-D712-4C80-BFF1-86A1254D3480}">
      <dgm:prSet phldrT="[Текст]" phldr="0"/>
      <dgm:spPr/>
      <dgm:t>
        <a:bodyPr/>
        <a:lstStyle/>
        <a:p>
          <a:r>
            <a:rPr lang="ru-RU" dirty="0"/>
            <a:t>Имитация </a:t>
          </a:r>
          <a:r>
            <a:rPr lang="ru-RU" dirty="0" err="1"/>
            <a:t>метакогнитивных</a:t>
          </a:r>
          <a:r>
            <a:rPr lang="ru-RU" dirty="0"/>
            <a:t> механизмов со стороны ИИ</a:t>
          </a:r>
        </a:p>
      </dgm:t>
    </dgm:pt>
    <dgm:pt modelId="{AC1ED7E0-2996-4439-8B94-8F1E454299A0}" type="parTrans" cxnId="{DF669746-46C6-450B-81C2-2626C57A81E5}">
      <dgm:prSet/>
      <dgm:spPr/>
      <dgm:t>
        <a:bodyPr/>
        <a:lstStyle/>
        <a:p>
          <a:endParaRPr lang="ru-RU"/>
        </a:p>
      </dgm:t>
    </dgm:pt>
    <dgm:pt modelId="{2188C09D-E89A-4873-AB34-B9BBAAEF23EB}" type="sibTrans" cxnId="{DF669746-46C6-450B-81C2-2626C57A81E5}">
      <dgm:prSet/>
      <dgm:spPr/>
      <dgm:t>
        <a:bodyPr/>
        <a:lstStyle/>
        <a:p>
          <a:endParaRPr lang="ru-RU"/>
        </a:p>
      </dgm:t>
    </dgm:pt>
    <dgm:pt modelId="{B786AB43-EA25-4C09-8770-F3ADFA33F73D}">
      <dgm:prSet phldrT="[Текст]" phldr="0"/>
      <dgm:spPr/>
      <dgm:t>
        <a:bodyPr/>
        <a:lstStyle/>
        <a:p>
          <a:r>
            <a:rPr lang="ru-RU" dirty="0"/>
            <a:t>Повышение уровня </a:t>
          </a:r>
          <a:r>
            <a:rPr lang="ru-RU" dirty="0" err="1"/>
            <a:t>метакогнитиности</a:t>
          </a:r>
          <a:r>
            <a:rPr lang="ru-RU" dirty="0"/>
            <a:t> и критичности у пользователя</a:t>
          </a:r>
        </a:p>
      </dgm:t>
    </dgm:pt>
    <dgm:pt modelId="{4474954E-E196-4C77-B919-64C877911DD0}" type="parTrans" cxnId="{8EAF5E7C-9BA7-4A4A-B4E9-D914B736AD17}">
      <dgm:prSet/>
      <dgm:spPr/>
      <dgm:t>
        <a:bodyPr/>
        <a:lstStyle/>
        <a:p>
          <a:endParaRPr lang="ru-RU"/>
        </a:p>
      </dgm:t>
    </dgm:pt>
    <dgm:pt modelId="{C8C790F6-BB14-4387-B523-5285DEEBEA44}" type="sibTrans" cxnId="{8EAF5E7C-9BA7-4A4A-B4E9-D914B736AD17}">
      <dgm:prSet/>
      <dgm:spPr/>
      <dgm:t>
        <a:bodyPr/>
        <a:lstStyle/>
        <a:p>
          <a:endParaRPr lang="ru-RU"/>
        </a:p>
      </dgm:t>
    </dgm:pt>
    <dgm:pt modelId="{77F6C11A-3D27-4A04-BDC2-2958A2FC3F11}">
      <dgm:prSet phldrT="[Текст]" phldr="0"/>
      <dgm:spPr/>
      <dgm:t>
        <a:bodyPr/>
        <a:lstStyle/>
        <a:p>
          <a:r>
            <a:rPr lang="ru-RU" dirty="0"/>
            <a:t>Снижение уровня когнитивной разгрузки</a:t>
          </a:r>
        </a:p>
      </dgm:t>
    </dgm:pt>
    <dgm:pt modelId="{9875C779-AEFF-4650-ADC2-7E52C87B6571}" type="parTrans" cxnId="{B90381DF-546C-4CB4-B2B2-42FD095DFD15}">
      <dgm:prSet/>
      <dgm:spPr/>
      <dgm:t>
        <a:bodyPr/>
        <a:lstStyle/>
        <a:p>
          <a:endParaRPr lang="ru-RU"/>
        </a:p>
      </dgm:t>
    </dgm:pt>
    <dgm:pt modelId="{EF510E1F-9E9E-44BF-81DB-E6D5D9DED4E9}" type="sibTrans" cxnId="{B90381DF-546C-4CB4-B2B2-42FD095DFD15}">
      <dgm:prSet/>
      <dgm:spPr/>
      <dgm:t>
        <a:bodyPr/>
        <a:lstStyle/>
        <a:p>
          <a:endParaRPr lang="ru-RU"/>
        </a:p>
      </dgm:t>
    </dgm:pt>
    <dgm:pt modelId="{9A65247E-6A63-4DCF-980C-290212513D4F}">
      <dgm:prSet phldrT="[Текст]" phldr="0"/>
      <dgm:spPr/>
      <dgm:t>
        <a:bodyPr/>
        <a:lstStyle/>
        <a:p>
          <a:r>
            <a:rPr lang="ru-RU" dirty="0"/>
            <a:t>Повышение вероятности ложных ответов вызванных внутренними искажениями ИИ</a:t>
          </a:r>
        </a:p>
      </dgm:t>
    </dgm:pt>
    <dgm:pt modelId="{AA50E826-E443-4944-9294-199B204D5B69}" type="parTrans" cxnId="{7E0C5C5D-8590-4D29-B53A-019B4B0B174F}">
      <dgm:prSet/>
      <dgm:spPr/>
      <dgm:t>
        <a:bodyPr/>
        <a:lstStyle/>
        <a:p>
          <a:endParaRPr lang="ru-RU"/>
        </a:p>
      </dgm:t>
    </dgm:pt>
    <dgm:pt modelId="{BF1BB7F6-A54D-4A05-8E70-A844E2842A9F}" type="sibTrans" cxnId="{7E0C5C5D-8590-4D29-B53A-019B4B0B174F}">
      <dgm:prSet/>
      <dgm:spPr/>
      <dgm:t>
        <a:bodyPr/>
        <a:lstStyle/>
        <a:p>
          <a:endParaRPr lang="ru-RU"/>
        </a:p>
      </dgm:t>
    </dgm:pt>
    <dgm:pt modelId="{2ECA5E9B-CA66-4422-83C4-4069CC847F29}">
      <dgm:prSet phldrT="[Текст]" phldr="0"/>
      <dgm:spPr/>
      <dgm:t>
        <a:bodyPr/>
        <a:lstStyle/>
        <a:p>
          <a:r>
            <a:rPr lang="ru-RU" dirty="0"/>
            <a:t>Усиление искажения предвзятости</a:t>
          </a:r>
        </a:p>
      </dgm:t>
    </dgm:pt>
    <dgm:pt modelId="{B8E8F69D-8CD8-45E7-9849-C81EC4DC364C}" type="parTrans" cxnId="{02AB405E-6A4A-400A-8BE8-218FC4B26BA1}">
      <dgm:prSet/>
      <dgm:spPr/>
      <dgm:t>
        <a:bodyPr/>
        <a:lstStyle/>
        <a:p>
          <a:endParaRPr lang="ru-RU"/>
        </a:p>
      </dgm:t>
    </dgm:pt>
    <dgm:pt modelId="{B0243DE8-89E4-40A8-8EA5-3F6D02589682}" type="sibTrans" cxnId="{02AB405E-6A4A-400A-8BE8-218FC4B26BA1}">
      <dgm:prSet/>
      <dgm:spPr/>
      <dgm:t>
        <a:bodyPr/>
        <a:lstStyle/>
        <a:p>
          <a:endParaRPr lang="ru-RU"/>
        </a:p>
      </dgm:t>
    </dgm:pt>
    <dgm:pt modelId="{339EE69A-3222-43C7-8D77-C18CB55AECC6}">
      <dgm:prSet phldrT="[Текст]" phldr="0"/>
      <dgm:spPr/>
      <dgm:t>
        <a:bodyPr/>
        <a:lstStyle/>
        <a:p>
          <a:r>
            <a:rPr lang="ru-RU" dirty="0"/>
            <a:t>Повышение уровня безусловного доверия к ИИ</a:t>
          </a:r>
        </a:p>
      </dgm:t>
    </dgm:pt>
    <dgm:pt modelId="{C7E2A591-2213-49ED-9297-526817E82E12}" type="parTrans" cxnId="{E697F3B4-AEC3-4581-B1C9-EB9F411333A2}">
      <dgm:prSet/>
      <dgm:spPr/>
      <dgm:t>
        <a:bodyPr/>
        <a:lstStyle/>
        <a:p>
          <a:endParaRPr lang="ru-RU"/>
        </a:p>
      </dgm:t>
    </dgm:pt>
    <dgm:pt modelId="{1BE6A58B-6471-4690-A0EE-8152F54C1499}" type="sibTrans" cxnId="{E697F3B4-AEC3-4581-B1C9-EB9F411333A2}">
      <dgm:prSet/>
      <dgm:spPr/>
      <dgm:t>
        <a:bodyPr/>
        <a:lstStyle/>
        <a:p>
          <a:endParaRPr lang="ru-RU"/>
        </a:p>
      </dgm:t>
    </dgm:pt>
    <dgm:pt modelId="{1FA7E210-F94B-418A-9D55-EAB4273828EF}">
      <dgm:prSet phldrT="[Текст]" phldr="0"/>
      <dgm:spPr/>
      <dgm:t>
        <a:bodyPr/>
        <a:lstStyle/>
        <a:p>
          <a:r>
            <a:rPr lang="ru-RU"/>
            <a:t>Повышение прозрачности ответа ИИ</a:t>
          </a:r>
          <a:endParaRPr lang="ru-RU" dirty="0"/>
        </a:p>
      </dgm:t>
    </dgm:pt>
    <dgm:pt modelId="{D4E8E372-6CB3-4631-92A7-3D14AAE67277}" type="parTrans" cxnId="{DCDF88DE-07C6-4F97-8F10-B65579525584}">
      <dgm:prSet/>
      <dgm:spPr/>
      <dgm:t>
        <a:bodyPr/>
        <a:lstStyle/>
        <a:p>
          <a:endParaRPr lang="ru-RU"/>
        </a:p>
      </dgm:t>
    </dgm:pt>
    <dgm:pt modelId="{42246368-78EF-4DBF-A1B2-EF408272F54D}" type="sibTrans" cxnId="{DCDF88DE-07C6-4F97-8F10-B65579525584}">
      <dgm:prSet/>
      <dgm:spPr/>
      <dgm:t>
        <a:bodyPr/>
        <a:lstStyle/>
        <a:p>
          <a:endParaRPr lang="ru-RU"/>
        </a:p>
      </dgm:t>
    </dgm:pt>
    <dgm:pt modelId="{425E4C81-461B-43E6-AF93-ED6795B96414}" type="pres">
      <dgm:prSet presAssocID="{B9A832BE-DF6D-429D-89C0-C736DABFB92B}" presName="vert0" presStyleCnt="0">
        <dgm:presLayoutVars>
          <dgm:dir/>
          <dgm:animOne val="branch"/>
          <dgm:animLvl val="lvl"/>
        </dgm:presLayoutVars>
      </dgm:prSet>
      <dgm:spPr/>
    </dgm:pt>
    <dgm:pt modelId="{12EFEC9F-C8F4-49FE-9FA4-6717572167BE}" type="pres">
      <dgm:prSet presAssocID="{EE6A4C98-6BF9-40DC-81B1-8D1A7A3EB687}" presName="thickLine" presStyleLbl="alignNode1" presStyleIdx="0" presStyleCnt="2"/>
      <dgm:spPr/>
    </dgm:pt>
    <dgm:pt modelId="{9C92E319-CACA-4D82-AD99-B1E24AD52DAC}" type="pres">
      <dgm:prSet presAssocID="{EE6A4C98-6BF9-40DC-81B1-8D1A7A3EB687}" presName="horz1" presStyleCnt="0"/>
      <dgm:spPr/>
    </dgm:pt>
    <dgm:pt modelId="{BEEE4C0A-BB1B-4880-8DC8-174729E24119}" type="pres">
      <dgm:prSet presAssocID="{EE6A4C98-6BF9-40DC-81B1-8D1A7A3EB687}" presName="tx1" presStyleLbl="revTx" presStyleIdx="0" presStyleCnt="13"/>
      <dgm:spPr/>
    </dgm:pt>
    <dgm:pt modelId="{632829FE-8155-4442-8E0A-D07862730AD0}" type="pres">
      <dgm:prSet presAssocID="{EE6A4C98-6BF9-40DC-81B1-8D1A7A3EB687}" presName="vert1" presStyleCnt="0"/>
      <dgm:spPr/>
    </dgm:pt>
    <dgm:pt modelId="{7C3319DB-5C43-4477-B419-5465F88A2827}" type="pres">
      <dgm:prSet presAssocID="{5C4DDE62-AD11-406F-98EB-C72A747A4169}" presName="vertSpace2a" presStyleCnt="0"/>
      <dgm:spPr/>
    </dgm:pt>
    <dgm:pt modelId="{CA90329A-5B22-414F-A739-AEE8ABFC35C4}" type="pres">
      <dgm:prSet presAssocID="{5C4DDE62-AD11-406F-98EB-C72A747A4169}" presName="horz2" presStyleCnt="0"/>
      <dgm:spPr/>
    </dgm:pt>
    <dgm:pt modelId="{E5FA565A-E3CA-43E0-9627-C96C64FDA644}" type="pres">
      <dgm:prSet presAssocID="{5C4DDE62-AD11-406F-98EB-C72A747A4169}" presName="horzSpace2" presStyleCnt="0"/>
      <dgm:spPr/>
    </dgm:pt>
    <dgm:pt modelId="{EB75EA9A-8CAF-4EBA-96D2-22D640A661B9}" type="pres">
      <dgm:prSet presAssocID="{5C4DDE62-AD11-406F-98EB-C72A747A4169}" presName="tx2" presStyleLbl="revTx" presStyleIdx="1" presStyleCnt="13"/>
      <dgm:spPr/>
    </dgm:pt>
    <dgm:pt modelId="{AEDE1381-0B19-42FC-B0EE-BE5447948441}" type="pres">
      <dgm:prSet presAssocID="{5C4DDE62-AD11-406F-98EB-C72A747A4169}" presName="vert2" presStyleCnt="0"/>
      <dgm:spPr/>
    </dgm:pt>
    <dgm:pt modelId="{CE193390-5D4A-4BB0-A8CB-B77C8F8D727D}" type="pres">
      <dgm:prSet presAssocID="{F1354824-D712-4C80-BFF1-86A1254D3480}" presName="horz3" presStyleCnt="0"/>
      <dgm:spPr/>
    </dgm:pt>
    <dgm:pt modelId="{CAA2737B-5731-4D8F-B759-053C0791F24A}" type="pres">
      <dgm:prSet presAssocID="{F1354824-D712-4C80-BFF1-86A1254D3480}" presName="horzSpace3" presStyleCnt="0"/>
      <dgm:spPr/>
    </dgm:pt>
    <dgm:pt modelId="{B621A239-87F5-4ECD-B5F8-C21C6DDBB03A}" type="pres">
      <dgm:prSet presAssocID="{F1354824-D712-4C80-BFF1-86A1254D3480}" presName="tx3" presStyleLbl="revTx" presStyleIdx="2" presStyleCnt="13"/>
      <dgm:spPr/>
    </dgm:pt>
    <dgm:pt modelId="{8F25A465-D248-4DCE-985D-8B24A51D4EF5}" type="pres">
      <dgm:prSet presAssocID="{F1354824-D712-4C80-BFF1-86A1254D3480}" presName="vert3" presStyleCnt="0"/>
      <dgm:spPr/>
    </dgm:pt>
    <dgm:pt modelId="{7EB629AB-CE39-4B3F-8A00-70C06922303F}" type="pres">
      <dgm:prSet presAssocID="{2188C09D-E89A-4873-AB34-B9BBAAEF23EB}" presName="thinLine3" presStyleLbl="callout" presStyleIdx="0" presStyleCnt="7"/>
      <dgm:spPr/>
    </dgm:pt>
    <dgm:pt modelId="{35DB1CE5-415C-40C0-8219-CA20917D7EAF}" type="pres">
      <dgm:prSet presAssocID="{B786AB43-EA25-4C09-8770-F3ADFA33F73D}" presName="horz3" presStyleCnt="0"/>
      <dgm:spPr/>
    </dgm:pt>
    <dgm:pt modelId="{EF1F9C04-3887-4FDD-A04F-5FA207531BF4}" type="pres">
      <dgm:prSet presAssocID="{B786AB43-EA25-4C09-8770-F3ADFA33F73D}" presName="horzSpace3" presStyleCnt="0"/>
      <dgm:spPr/>
    </dgm:pt>
    <dgm:pt modelId="{19BF5AE7-FAD2-4BF9-B706-754F840323B3}" type="pres">
      <dgm:prSet presAssocID="{B786AB43-EA25-4C09-8770-F3ADFA33F73D}" presName="tx3" presStyleLbl="revTx" presStyleIdx="3" presStyleCnt="13"/>
      <dgm:spPr/>
    </dgm:pt>
    <dgm:pt modelId="{0279CAE0-E564-4A58-8CC7-ED00A0B1355F}" type="pres">
      <dgm:prSet presAssocID="{B786AB43-EA25-4C09-8770-F3ADFA33F73D}" presName="vert3" presStyleCnt="0"/>
      <dgm:spPr/>
    </dgm:pt>
    <dgm:pt modelId="{76488463-45AD-4D17-99C6-A1C642EA6072}" type="pres">
      <dgm:prSet presAssocID="{5C4DDE62-AD11-406F-98EB-C72A747A4169}" presName="thinLine2b" presStyleLbl="callout" presStyleIdx="1" presStyleCnt="7"/>
      <dgm:spPr/>
    </dgm:pt>
    <dgm:pt modelId="{E89928F0-09A2-4E0A-9EE8-733DFDA8879A}" type="pres">
      <dgm:prSet presAssocID="{5C4DDE62-AD11-406F-98EB-C72A747A4169}" presName="vertSpace2b" presStyleCnt="0"/>
      <dgm:spPr/>
    </dgm:pt>
    <dgm:pt modelId="{3A62B527-4625-451A-A06E-94A3A8F7DC88}" type="pres">
      <dgm:prSet presAssocID="{64BC2411-B882-4813-81C9-B2E410D000CA}" presName="horz2" presStyleCnt="0"/>
      <dgm:spPr/>
    </dgm:pt>
    <dgm:pt modelId="{E7B4568D-77BC-48A8-87CE-1B8EE2172E20}" type="pres">
      <dgm:prSet presAssocID="{64BC2411-B882-4813-81C9-B2E410D000CA}" presName="horzSpace2" presStyleCnt="0"/>
      <dgm:spPr/>
    </dgm:pt>
    <dgm:pt modelId="{D60FEF88-7ABC-40F7-98D5-09D4FC23DDB5}" type="pres">
      <dgm:prSet presAssocID="{64BC2411-B882-4813-81C9-B2E410D000CA}" presName="tx2" presStyleLbl="revTx" presStyleIdx="4" presStyleCnt="13"/>
      <dgm:spPr/>
    </dgm:pt>
    <dgm:pt modelId="{C2EDB82A-7422-4848-B27D-541B141A95E1}" type="pres">
      <dgm:prSet presAssocID="{64BC2411-B882-4813-81C9-B2E410D000CA}" presName="vert2" presStyleCnt="0"/>
      <dgm:spPr/>
    </dgm:pt>
    <dgm:pt modelId="{9DAD92C2-F0AA-4C70-AB77-D200E460ED3A}" type="pres">
      <dgm:prSet presAssocID="{77F6C11A-3D27-4A04-BDC2-2958A2FC3F11}" presName="horz3" presStyleCnt="0"/>
      <dgm:spPr/>
    </dgm:pt>
    <dgm:pt modelId="{776C7A29-CA61-4193-B285-94DEE9873FA4}" type="pres">
      <dgm:prSet presAssocID="{77F6C11A-3D27-4A04-BDC2-2958A2FC3F11}" presName="horzSpace3" presStyleCnt="0"/>
      <dgm:spPr/>
    </dgm:pt>
    <dgm:pt modelId="{02DEBDCC-9644-4073-AA0E-B2B80FE8459E}" type="pres">
      <dgm:prSet presAssocID="{77F6C11A-3D27-4A04-BDC2-2958A2FC3F11}" presName="tx3" presStyleLbl="revTx" presStyleIdx="5" presStyleCnt="13"/>
      <dgm:spPr/>
    </dgm:pt>
    <dgm:pt modelId="{C050FBAF-59BA-4212-B54F-6C8E4BF6726D}" type="pres">
      <dgm:prSet presAssocID="{77F6C11A-3D27-4A04-BDC2-2958A2FC3F11}" presName="vert3" presStyleCnt="0"/>
      <dgm:spPr/>
    </dgm:pt>
    <dgm:pt modelId="{3B8F0261-D025-49BB-8460-39B4257B4855}" type="pres">
      <dgm:prSet presAssocID="{EF510E1F-9E9E-44BF-81DB-E6D5D9DED4E9}" presName="thinLine3" presStyleLbl="callout" presStyleIdx="2" presStyleCnt="7"/>
      <dgm:spPr/>
    </dgm:pt>
    <dgm:pt modelId="{29F9AA86-5348-4198-9940-5686C9D1663A}" type="pres">
      <dgm:prSet presAssocID="{1FA7E210-F94B-418A-9D55-EAB4273828EF}" presName="horz3" presStyleCnt="0"/>
      <dgm:spPr/>
    </dgm:pt>
    <dgm:pt modelId="{A474A640-82EE-4EBB-A607-22A3223BA1AB}" type="pres">
      <dgm:prSet presAssocID="{1FA7E210-F94B-418A-9D55-EAB4273828EF}" presName="horzSpace3" presStyleCnt="0"/>
      <dgm:spPr/>
    </dgm:pt>
    <dgm:pt modelId="{60E0FB84-A85C-4DDA-8120-7788775A728D}" type="pres">
      <dgm:prSet presAssocID="{1FA7E210-F94B-418A-9D55-EAB4273828EF}" presName="tx3" presStyleLbl="revTx" presStyleIdx="6" presStyleCnt="13"/>
      <dgm:spPr/>
    </dgm:pt>
    <dgm:pt modelId="{08F2B380-FDDE-4040-939E-D5C711DBFA88}" type="pres">
      <dgm:prSet presAssocID="{1FA7E210-F94B-418A-9D55-EAB4273828EF}" presName="vert3" presStyleCnt="0"/>
      <dgm:spPr/>
    </dgm:pt>
    <dgm:pt modelId="{209F9CEC-B82D-4C68-8D51-270916B4234F}" type="pres">
      <dgm:prSet presAssocID="{64BC2411-B882-4813-81C9-B2E410D000CA}" presName="thinLine2b" presStyleLbl="callout" presStyleIdx="3" presStyleCnt="7"/>
      <dgm:spPr>
        <a:ln>
          <a:noFill/>
        </a:ln>
      </dgm:spPr>
    </dgm:pt>
    <dgm:pt modelId="{A1612628-0615-4868-B913-588A946202CE}" type="pres">
      <dgm:prSet presAssocID="{64BC2411-B882-4813-81C9-B2E410D000CA}" presName="vertSpace2b" presStyleCnt="0"/>
      <dgm:spPr/>
    </dgm:pt>
    <dgm:pt modelId="{E3226D0E-55C5-4804-8328-1C39A3159515}" type="pres">
      <dgm:prSet presAssocID="{A4CE644E-9349-4CBE-81AD-B0EC4B1D293A}" presName="thickLine" presStyleLbl="alignNode1" presStyleIdx="1" presStyleCnt="2"/>
      <dgm:spPr/>
    </dgm:pt>
    <dgm:pt modelId="{6596387A-400B-43F0-9C5F-EAD42A57B22C}" type="pres">
      <dgm:prSet presAssocID="{A4CE644E-9349-4CBE-81AD-B0EC4B1D293A}" presName="horz1" presStyleCnt="0"/>
      <dgm:spPr/>
    </dgm:pt>
    <dgm:pt modelId="{600E95B5-2376-4A0A-81D9-6FBE648D35A3}" type="pres">
      <dgm:prSet presAssocID="{A4CE644E-9349-4CBE-81AD-B0EC4B1D293A}" presName="tx1" presStyleLbl="revTx" presStyleIdx="7" presStyleCnt="13"/>
      <dgm:spPr/>
    </dgm:pt>
    <dgm:pt modelId="{BB0AE3DE-3F6A-496A-AB16-4E7FED817A0E}" type="pres">
      <dgm:prSet presAssocID="{A4CE644E-9349-4CBE-81AD-B0EC4B1D293A}" presName="vert1" presStyleCnt="0"/>
      <dgm:spPr/>
    </dgm:pt>
    <dgm:pt modelId="{3A5E963E-D40F-4919-B7EC-E0697660116C}" type="pres">
      <dgm:prSet presAssocID="{6DA2829E-B98B-4E2D-9CA2-0C75A7FD90CD}" presName="vertSpace2a" presStyleCnt="0"/>
      <dgm:spPr/>
    </dgm:pt>
    <dgm:pt modelId="{467E8B6D-7A71-45E0-B28C-EE87D4909303}" type="pres">
      <dgm:prSet presAssocID="{6DA2829E-B98B-4E2D-9CA2-0C75A7FD90CD}" presName="horz2" presStyleCnt="0"/>
      <dgm:spPr/>
    </dgm:pt>
    <dgm:pt modelId="{569D004F-11FE-4F12-93D8-48CABCC09D0C}" type="pres">
      <dgm:prSet presAssocID="{6DA2829E-B98B-4E2D-9CA2-0C75A7FD90CD}" presName="horzSpace2" presStyleCnt="0"/>
      <dgm:spPr/>
    </dgm:pt>
    <dgm:pt modelId="{1EDE6F4E-1431-49CE-B1CF-C8914B2CFCCC}" type="pres">
      <dgm:prSet presAssocID="{6DA2829E-B98B-4E2D-9CA2-0C75A7FD90CD}" presName="tx2" presStyleLbl="revTx" presStyleIdx="8" presStyleCnt="13"/>
      <dgm:spPr/>
    </dgm:pt>
    <dgm:pt modelId="{53B7020B-7D48-43CA-B37B-2329EF6C5C03}" type="pres">
      <dgm:prSet presAssocID="{6DA2829E-B98B-4E2D-9CA2-0C75A7FD90CD}" presName="vert2" presStyleCnt="0"/>
      <dgm:spPr/>
    </dgm:pt>
    <dgm:pt modelId="{4E8906CF-7D5D-4741-BACF-A92B3822B1FE}" type="pres">
      <dgm:prSet presAssocID="{2ECA5E9B-CA66-4422-83C4-4069CC847F29}" presName="horz3" presStyleCnt="0"/>
      <dgm:spPr/>
    </dgm:pt>
    <dgm:pt modelId="{288D6E65-55F4-4786-91EA-EA80464C373F}" type="pres">
      <dgm:prSet presAssocID="{2ECA5E9B-CA66-4422-83C4-4069CC847F29}" presName="horzSpace3" presStyleCnt="0"/>
      <dgm:spPr/>
    </dgm:pt>
    <dgm:pt modelId="{C6D3B54A-AB6E-47CD-B69B-F4A51351327D}" type="pres">
      <dgm:prSet presAssocID="{2ECA5E9B-CA66-4422-83C4-4069CC847F29}" presName="tx3" presStyleLbl="revTx" presStyleIdx="9" presStyleCnt="13"/>
      <dgm:spPr/>
    </dgm:pt>
    <dgm:pt modelId="{B3E417F2-E47A-4BFC-87A9-2E3BD3B277E1}" type="pres">
      <dgm:prSet presAssocID="{2ECA5E9B-CA66-4422-83C4-4069CC847F29}" presName="vert3" presStyleCnt="0"/>
      <dgm:spPr/>
    </dgm:pt>
    <dgm:pt modelId="{22027B22-0519-40E3-AD98-CBB6186325AB}" type="pres">
      <dgm:prSet presAssocID="{B0243DE8-89E4-40A8-8EA5-3F6D02589682}" presName="thinLine3" presStyleLbl="callout" presStyleIdx="4" presStyleCnt="7"/>
      <dgm:spPr/>
    </dgm:pt>
    <dgm:pt modelId="{9136377D-9625-4CEE-9C89-AEDFD5BE6538}" type="pres">
      <dgm:prSet presAssocID="{339EE69A-3222-43C7-8D77-C18CB55AECC6}" presName="horz3" presStyleCnt="0"/>
      <dgm:spPr/>
    </dgm:pt>
    <dgm:pt modelId="{450F5279-7C15-48E2-96DC-4F782E96B328}" type="pres">
      <dgm:prSet presAssocID="{339EE69A-3222-43C7-8D77-C18CB55AECC6}" presName="horzSpace3" presStyleCnt="0"/>
      <dgm:spPr/>
    </dgm:pt>
    <dgm:pt modelId="{CB495111-7702-4FFA-87B1-B662AFA5B293}" type="pres">
      <dgm:prSet presAssocID="{339EE69A-3222-43C7-8D77-C18CB55AECC6}" presName="tx3" presStyleLbl="revTx" presStyleIdx="10" presStyleCnt="13"/>
      <dgm:spPr/>
    </dgm:pt>
    <dgm:pt modelId="{B77A8032-79CE-400B-B207-4B4D28C9CD7C}" type="pres">
      <dgm:prSet presAssocID="{339EE69A-3222-43C7-8D77-C18CB55AECC6}" presName="vert3" presStyleCnt="0"/>
      <dgm:spPr/>
    </dgm:pt>
    <dgm:pt modelId="{7290A87B-2721-446C-A869-E66E14770980}" type="pres">
      <dgm:prSet presAssocID="{6DA2829E-B98B-4E2D-9CA2-0C75A7FD90CD}" presName="thinLine2b" presStyleLbl="callout" presStyleIdx="5" presStyleCnt="7"/>
      <dgm:spPr/>
    </dgm:pt>
    <dgm:pt modelId="{35568A60-F475-4A10-B0A0-11BF00E797B8}" type="pres">
      <dgm:prSet presAssocID="{6DA2829E-B98B-4E2D-9CA2-0C75A7FD90CD}" presName="vertSpace2b" presStyleCnt="0"/>
      <dgm:spPr/>
    </dgm:pt>
    <dgm:pt modelId="{A9BC5AF1-F87C-4861-A357-422C7224F250}" type="pres">
      <dgm:prSet presAssocID="{E704ADC1-4C5D-4F2C-8CBA-9BA6718FEAF5}" presName="horz2" presStyleCnt="0"/>
      <dgm:spPr/>
    </dgm:pt>
    <dgm:pt modelId="{C0FEAE2C-F574-42E7-804C-8089E5896A33}" type="pres">
      <dgm:prSet presAssocID="{E704ADC1-4C5D-4F2C-8CBA-9BA6718FEAF5}" presName="horzSpace2" presStyleCnt="0"/>
      <dgm:spPr/>
    </dgm:pt>
    <dgm:pt modelId="{30FBBE40-CAAF-4680-BFF3-AD2C19BA0A73}" type="pres">
      <dgm:prSet presAssocID="{E704ADC1-4C5D-4F2C-8CBA-9BA6718FEAF5}" presName="tx2" presStyleLbl="revTx" presStyleIdx="11" presStyleCnt="13"/>
      <dgm:spPr/>
    </dgm:pt>
    <dgm:pt modelId="{D751EC03-99E3-4052-8827-87DE4FCFFC8A}" type="pres">
      <dgm:prSet presAssocID="{E704ADC1-4C5D-4F2C-8CBA-9BA6718FEAF5}" presName="vert2" presStyleCnt="0"/>
      <dgm:spPr/>
    </dgm:pt>
    <dgm:pt modelId="{631425C2-6E00-4599-999A-4EDFFB587C5A}" type="pres">
      <dgm:prSet presAssocID="{9A65247E-6A63-4DCF-980C-290212513D4F}" presName="horz3" presStyleCnt="0"/>
      <dgm:spPr/>
    </dgm:pt>
    <dgm:pt modelId="{8922EA08-890A-4572-B429-5E21EAE48B09}" type="pres">
      <dgm:prSet presAssocID="{9A65247E-6A63-4DCF-980C-290212513D4F}" presName="horzSpace3" presStyleCnt="0"/>
      <dgm:spPr/>
    </dgm:pt>
    <dgm:pt modelId="{725E3772-0EC0-455F-9DD3-6D243C65A74E}" type="pres">
      <dgm:prSet presAssocID="{9A65247E-6A63-4DCF-980C-290212513D4F}" presName="tx3" presStyleLbl="revTx" presStyleIdx="12" presStyleCnt="13"/>
      <dgm:spPr/>
    </dgm:pt>
    <dgm:pt modelId="{48DDF577-B171-460C-ADA4-4B3F8258958E}" type="pres">
      <dgm:prSet presAssocID="{9A65247E-6A63-4DCF-980C-290212513D4F}" presName="vert3" presStyleCnt="0"/>
      <dgm:spPr/>
    </dgm:pt>
    <dgm:pt modelId="{72F96BE5-FEB1-4E58-A01E-D01762B6E8B4}" type="pres">
      <dgm:prSet presAssocID="{E704ADC1-4C5D-4F2C-8CBA-9BA6718FEAF5}" presName="thinLine2b" presStyleLbl="callout" presStyleIdx="6" presStyleCnt="7"/>
      <dgm:spPr/>
    </dgm:pt>
    <dgm:pt modelId="{3F67C4D9-4AEA-42A1-8FE8-ECD8F2020D9B}" type="pres">
      <dgm:prSet presAssocID="{E704ADC1-4C5D-4F2C-8CBA-9BA6718FEAF5}" presName="vertSpace2b" presStyleCnt="0"/>
      <dgm:spPr/>
    </dgm:pt>
  </dgm:ptLst>
  <dgm:cxnLst>
    <dgm:cxn modelId="{9EA2780C-A7C9-45DC-A65C-CCB34DBB9ECE}" type="presOf" srcId="{E704ADC1-4C5D-4F2C-8CBA-9BA6718FEAF5}" destId="{30FBBE40-CAAF-4680-BFF3-AD2C19BA0A73}" srcOrd="0" destOrd="0" presId="urn:microsoft.com/office/officeart/2008/layout/LinedList"/>
    <dgm:cxn modelId="{0F759D10-4456-46C0-A335-A7AF4A0057E7}" srcId="{A4CE644E-9349-4CBE-81AD-B0EC4B1D293A}" destId="{E704ADC1-4C5D-4F2C-8CBA-9BA6718FEAF5}" srcOrd="1" destOrd="0" parTransId="{B7F00DAF-B213-49C0-9696-0BFC1628BF56}" sibTransId="{B6EFAEF9-EDB2-403B-9F2B-892E230956D2}"/>
    <dgm:cxn modelId="{29EC1118-075D-4613-8274-796FCAAFB5E8}" type="presOf" srcId="{2ECA5E9B-CA66-4422-83C4-4069CC847F29}" destId="{C6D3B54A-AB6E-47CD-B69B-F4A51351327D}" srcOrd="0" destOrd="0" presId="urn:microsoft.com/office/officeart/2008/layout/LinedList"/>
    <dgm:cxn modelId="{97716427-5622-491F-99E1-09961571BF32}" type="presOf" srcId="{1FA7E210-F94B-418A-9D55-EAB4273828EF}" destId="{60E0FB84-A85C-4DDA-8120-7788775A728D}" srcOrd="0" destOrd="0" presId="urn:microsoft.com/office/officeart/2008/layout/LinedList"/>
    <dgm:cxn modelId="{78329D34-BAF4-411E-A0F3-B4DB1A3DE401}" srcId="{B9A832BE-DF6D-429D-89C0-C736DABFB92B}" destId="{A4CE644E-9349-4CBE-81AD-B0EC4B1D293A}" srcOrd="1" destOrd="0" parTransId="{9B4599B6-F628-489C-BBC6-2033EC88EDB8}" sibTransId="{A0E184FB-B305-4A97-B65E-13718214DDFC}"/>
    <dgm:cxn modelId="{C1B6AE35-198F-4702-91A2-3DAC3E196F31}" type="presOf" srcId="{5C4DDE62-AD11-406F-98EB-C72A747A4169}" destId="{EB75EA9A-8CAF-4EBA-96D2-22D640A661B9}" srcOrd="0" destOrd="0" presId="urn:microsoft.com/office/officeart/2008/layout/LinedList"/>
    <dgm:cxn modelId="{7E0C5C5D-8590-4D29-B53A-019B4B0B174F}" srcId="{E704ADC1-4C5D-4F2C-8CBA-9BA6718FEAF5}" destId="{9A65247E-6A63-4DCF-980C-290212513D4F}" srcOrd="0" destOrd="0" parTransId="{AA50E826-E443-4944-9294-199B204D5B69}" sibTransId="{BF1BB7F6-A54D-4A05-8E70-A844E2842A9F}"/>
    <dgm:cxn modelId="{02AB405E-6A4A-400A-8BE8-218FC4B26BA1}" srcId="{6DA2829E-B98B-4E2D-9CA2-0C75A7FD90CD}" destId="{2ECA5E9B-CA66-4422-83C4-4069CC847F29}" srcOrd="0" destOrd="0" parTransId="{B8E8F69D-8CD8-45E7-9849-C81EC4DC364C}" sibTransId="{B0243DE8-89E4-40A8-8EA5-3F6D02589682}"/>
    <dgm:cxn modelId="{624FC142-D8BA-4DAB-A476-DA7DBAD8C4CA}" type="presOf" srcId="{64BC2411-B882-4813-81C9-B2E410D000CA}" destId="{D60FEF88-7ABC-40F7-98D5-09D4FC23DDB5}" srcOrd="0" destOrd="0" presId="urn:microsoft.com/office/officeart/2008/layout/LinedList"/>
    <dgm:cxn modelId="{706B0144-A50C-482C-865B-1D748F202921}" srcId="{EE6A4C98-6BF9-40DC-81B1-8D1A7A3EB687}" destId="{64BC2411-B882-4813-81C9-B2E410D000CA}" srcOrd="1" destOrd="0" parTransId="{8486608A-C41A-43BE-A448-81833294FBF7}" sibTransId="{31332F45-56B6-4281-8F05-15E9EAF922D2}"/>
    <dgm:cxn modelId="{DF669746-46C6-450B-81C2-2626C57A81E5}" srcId="{5C4DDE62-AD11-406F-98EB-C72A747A4169}" destId="{F1354824-D712-4C80-BFF1-86A1254D3480}" srcOrd="0" destOrd="0" parTransId="{AC1ED7E0-2996-4439-8B94-8F1E454299A0}" sibTransId="{2188C09D-E89A-4873-AB34-B9BBAAEF23EB}"/>
    <dgm:cxn modelId="{1CEFCA74-0F8F-4603-884B-1E13A806C16F}" type="presOf" srcId="{9A65247E-6A63-4DCF-980C-290212513D4F}" destId="{725E3772-0EC0-455F-9DD3-6D243C65A74E}" srcOrd="0" destOrd="0" presId="urn:microsoft.com/office/officeart/2008/layout/LinedList"/>
    <dgm:cxn modelId="{8EAF5E7C-9BA7-4A4A-B4E9-D914B736AD17}" srcId="{5C4DDE62-AD11-406F-98EB-C72A747A4169}" destId="{B786AB43-EA25-4C09-8770-F3ADFA33F73D}" srcOrd="1" destOrd="0" parTransId="{4474954E-E196-4C77-B919-64C877911DD0}" sibTransId="{C8C790F6-BB14-4387-B523-5285DEEBEA44}"/>
    <dgm:cxn modelId="{E6EE9C7E-2ACB-4D6D-A9EC-E53A1EFE7939}" srcId="{A4CE644E-9349-4CBE-81AD-B0EC4B1D293A}" destId="{6DA2829E-B98B-4E2D-9CA2-0C75A7FD90CD}" srcOrd="0" destOrd="0" parTransId="{5CEA0BE1-48AE-4068-B037-5810FC6878D5}" sibTransId="{BE4451BC-46F6-4960-9380-F46218ACFF2F}"/>
    <dgm:cxn modelId="{F831A67E-2DEE-44E4-ACF7-CF0C9809F949}" type="presOf" srcId="{EE6A4C98-6BF9-40DC-81B1-8D1A7A3EB687}" destId="{BEEE4C0A-BB1B-4880-8DC8-174729E24119}" srcOrd="0" destOrd="0" presId="urn:microsoft.com/office/officeart/2008/layout/LinedList"/>
    <dgm:cxn modelId="{1A363B8A-BBF0-4856-B6AE-886CAC5E2096}" type="presOf" srcId="{F1354824-D712-4C80-BFF1-86A1254D3480}" destId="{B621A239-87F5-4ECD-B5F8-C21C6DDBB03A}" srcOrd="0" destOrd="0" presId="urn:microsoft.com/office/officeart/2008/layout/LinedList"/>
    <dgm:cxn modelId="{948C23A5-5EF4-4052-9AFA-D3CCB0C44DC0}" type="presOf" srcId="{A4CE644E-9349-4CBE-81AD-B0EC4B1D293A}" destId="{600E95B5-2376-4A0A-81D9-6FBE648D35A3}" srcOrd="0" destOrd="0" presId="urn:microsoft.com/office/officeart/2008/layout/LinedList"/>
    <dgm:cxn modelId="{75D183AB-15E8-4DAF-9E60-29F2CD68D061}" type="presOf" srcId="{77F6C11A-3D27-4A04-BDC2-2958A2FC3F11}" destId="{02DEBDCC-9644-4073-AA0E-B2B80FE8459E}" srcOrd="0" destOrd="0" presId="urn:microsoft.com/office/officeart/2008/layout/LinedList"/>
    <dgm:cxn modelId="{221925AD-AECE-48EC-B76C-5485212423B9}" type="presOf" srcId="{B9A832BE-DF6D-429D-89C0-C736DABFB92B}" destId="{425E4C81-461B-43E6-AF93-ED6795B96414}" srcOrd="0" destOrd="0" presId="urn:microsoft.com/office/officeart/2008/layout/LinedList"/>
    <dgm:cxn modelId="{E697F3B4-AEC3-4581-B1C9-EB9F411333A2}" srcId="{6DA2829E-B98B-4E2D-9CA2-0C75A7FD90CD}" destId="{339EE69A-3222-43C7-8D77-C18CB55AECC6}" srcOrd="1" destOrd="0" parTransId="{C7E2A591-2213-49ED-9297-526817E82E12}" sibTransId="{1BE6A58B-6471-4690-A0EE-8152F54C1499}"/>
    <dgm:cxn modelId="{ABBC37B5-5995-4A4A-BF1B-D6B8D9EB0541}" type="presOf" srcId="{6DA2829E-B98B-4E2D-9CA2-0C75A7FD90CD}" destId="{1EDE6F4E-1431-49CE-B1CF-C8914B2CFCCC}" srcOrd="0" destOrd="0" presId="urn:microsoft.com/office/officeart/2008/layout/LinedList"/>
    <dgm:cxn modelId="{BB11C3C1-35B1-409D-A700-AE9A7E836F39}" srcId="{B9A832BE-DF6D-429D-89C0-C736DABFB92B}" destId="{EE6A4C98-6BF9-40DC-81B1-8D1A7A3EB687}" srcOrd="0" destOrd="0" parTransId="{8D238BB0-0E49-476A-88E4-46DD1C0A30D3}" sibTransId="{04CBFD9E-5991-41DC-8589-D530D3187670}"/>
    <dgm:cxn modelId="{0508E0D2-0FED-446A-BB98-FE5C5DB5BA16}" type="presOf" srcId="{339EE69A-3222-43C7-8D77-C18CB55AECC6}" destId="{CB495111-7702-4FFA-87B1-B662AFA5B293}" srcOrd="0" destOrd="0" presId="urn:microsoft.com/office/officeart/2008/layout/LinedList"/>
    <dgm:cxn modelId="{700297DD-9F00-4DB9-A45E-1B503D5CAE13}" srcId="{EE6A4C98-6BF9-40DC-81B1-8D1A7A3EB687}" destId="{5C4DDE62-AD11-406F-98EB-C72A747A4169}" srcOrd="0" destOrd="0" parTransId="{A243BDFD-E796-4DC4-B968-171EF9348125}" sibTransId="{B7108A4B-F98D-4025-988F-F3B988E5F405}"/>
    <dgm:cxn modelId="{E25B13DE-4078-4F31-86D2-087F6E5EE2D3}" type="presOf" srcId="{B786AB43-EA25-4C09-8770-F3ADFA33F73D}" destId="{19BF5AE7-FAD2-4BF9-B706-754F840323B3}" srcOrd="0" destOrd="0" presId="urn:microsoft.com/office/officeart/2008/layout/LinedList"/>
    <dgm:cxn modelId="{DCDF88DE-07C6-4F97-8F10-B65579525584}" srcId="{64BC2411-B882-4813-81C9-B2E410D000CA}" destId="{1FA7E210-F94B-418A-9D55-EAB4273828EF}" srcOrd="1" destOrd="0" parTransId="{D4E8E372-6CB3-4631-92A7-3D14AAE67277}" sibTransId="{42246368-78EF-4DBF-A1B2-EF408272F54D}"/>
    <dgm:cxn modelId="{B90381DF-546C-4CB4-B2B2-42FD095DFD15}" srcId="{64BC2411-B882-4813-81C9-B2E410D000CA}" destId="{77F6C11A-3D27-4A04-BDC2-2958A2FC3F11}" srcOrd="0" destOrd="0" parTransId="{9875C779-AEFF-4650-ADC2-7E52C87B6571}" sibTransId="{EF510E1F-9E9E-44BF-81DB-E6D5D9DED4E9}"/>
    <dgm:cxn modelId="{2C48D57C-EA9D-43FD-9776-8BA59D1BCD2C}" type="presParOf" srcId="{425E4C81-461B-43E6-AF93-ED6795B96414}" destId="{12EFEC9F-C8F4-49FE-9FA4-6717572167BE}" srcOrd="0" destOrd="0" presId="urn:microsoft.com/office/officeart/2008/layout/LinedList"/>
    <dgm:cxn modelId="{6E8E5211-7DA4-4587-91E9-314FB1020CD4}" type="presParOf" srcId="{425E4C81-461B-43E6-AF93-ED6795B96414}" destId="{9C92E319-CACA-4D82-AD99-B1E24AD52DAC}" srcOrd="1" destOrd="0" presId="urn:microsoft.com/office/officeart/2008/layout/LinedList"/>
    <dgm:cxn modelId="{A2AC1F4E-5BBC-450A-81DB-4835D905F848}" type="presParOf" srcId="{9C92E319-CACA-4D82-AD99-B1E24AD52DAC}" destId="{BEEE4C0A-BB1B-4880-8DC8-174729E24119}" srcOrd="0" destOrd="0" presId="urn:microsoft.com/office/officeart/2008/layout/LinedList"/>
    <dgm:cxn modelId="{76ED32C3-3CF4-478C-8E7F-3AE5042A29B9}" type="presParOf" srcId="{9C92E319-CACA-4D82-AD99-B1E24AD52DAC}" destId="{632829FE-8155-4442-8E0A-D07862730AD0}" srcOrd="1" destOrd="0" presId="urn:microsoft.com/office/officeart/2008/layout/LinedList"/>
    <dgm:cxn modelId="{82538C2C-FF88-4D32-8658-C4EA24061F34}" type="presParOf" srcId="{632829FE-8155-4442-8E0A-D07862730AD0}" destId="{7C3319DB-5C43-4477-B419-5465F88A2827}" srcOrd="0" destOrd="0" presId="urn:microsoft.com/office/officeart/2008/layout/LinedList"/>
    <dgm:cxn modelId="{9E26AD0F-4898-461E-889C-AECDFFF277CD}" type="presParOf" srcId="{632829FE-8155-4442-8E0A-D07862730AD0}" destId="{CA90329A-5B22-414F-A739-AEE8ABFC35C4}" srcOrd="1" destOrd="0" presId="urn:microsoft.com/office/officeart/2008/layout/LinedList"/>
    <dgm:cxn modelId="{81429E15-532C-4C94-A288-F83FD18079D6}" type="presParOf" srcId="{CA90329A-5B22-414F-A739-AEE8ABFC35C4}" destId="{E5FA565A-E3CA-43E0-9627-C96C64FDA644}" srcOrd="0" destOrd="0" presId="urn:microsoft.com/office/officeart/2008/layout/LinedList"/>
    <dgm:cxn modelId="{7E2A297C-5672-425C-A368-EF1E1770A56D}" type="presParOf" srcId="{CA90329A-5B22-414F-A739-AEE8ABFC35C4}" destId="{EB75EA9A-8CAF-4EBA-96D2-22D640A661B9}" srcOrd="1" destOrd="0" presId="urn:microsoft.com/office/officeart/2008/layout/LinedList"/>
    <dgm:cxn modelId="{6AA7BAB7-CE46-449A-95BE-CDECB5D17991}" type="presParOf" srcId="{CA90329A-5B22-414F-A739-AEE8ABFC35C4}" destId="{AEDE1381-0B19-42FC-B0EE-BE5447948441}" srcOrd="2" destOrd="0" presId="urn:microsoft.com/office/officeart/2008/layout/LinedList"/>
    <dgm:cxn modelId="{7FB78917-69F2-42F1-9A11-875D246AF94B}" type="presParOf" srcId="{AEDE1381-0B19-42FC-B0EE-BE5447948441}" destId="{CE193390-5D4A-4BB0-A8CB-B77C8F8D727D}" srcOrd="0" destOrd="0" presId="urn:microsoft.com/office/officeart/2008/layout/LinedList"/>
    <dgm:cxn modelId="{71AD2D37-32E9-4E6B-A0CB-0F5EDF60ED45}" type="presParOf" srcId="{CE193390-5D4A-4BB0-A8CB-B77C8F8D727D}" destId="{CAA2737B-5731-4D8F-B759-053C0791F24A}" srcOrd="0" destOrd="0" presId="urn:microsoft.com/office/officeart/2008/layout/LinedList"/>
    <dgm:cxn modelId="{7AA514AF-0D49-4E6F-9D14-5F39B39F297E}" type="presParOf" srcId="{CE193390-5D4A-4BB0-A8CB-B77C8F8D727D}" destId="{B621A239-87F5-4ECD-B5F8-C21C6DDBB03A}" srcOrd="1" destOrd="0" presId="urn:microsoft.com/office/officeart/2008/layout/LinedList"/>
    <dgm:cxn modelId="{2AA704C6-20E5-4697-8FF2-25526E7F3B54}" type="presParOf" srcId="{CE193390-5D4A-4BB0-A8CB-B77C8F8D727D}" destId="{8F25A465-D248-4DCE-985D-8B24A51D4EF5}" srcOrd="2" destOrd="0" presId="urn:microsoft.com/office/officeart/2008/layout/LinedList"/>
    <dgm:cxn modelId="{E259904B-E387-41DA-BC41-B419FAB3BE65}" type="presParOf" srcId="{AEDE1381-0B19-42FC-B0EE-BE5447948441}" destId="{7EB629AB-CE39-4B3F-8A00-70C06922303F}" srcOrd="1" destOrd="0" presId="urn:microsoft.com/office/officeart/2008/layout/LinedList"/>
    <dgm:cxn modelId="{58873A49-A166-4DB2-A0B1-BF54BFFBD1F5}" type="presParOf" srcId="{AEDE1381-0B19-42FC-B0EE-BE5447948441}" destId="{35DB1CE5-415C-40C0-8219-CA20917D7EAF}" srcOrd="2" destOrd="0" presId="urn:microsoft.com/office/officeart/2008/layout/LinedList"/>
    <dgm:cxn modelId="{2ECF98BE-4774-446E-9BFC-073C771E6AFB}" type="presParOf" srcId="{35DB1CE5-415C-40C0-8219-CA20917D7EAF}" destId="{EF1F9C04-3887-4FDD-A04F-5FA207531BF4}" srcOrd="0" destOrd="0" presId="urn:microsoft.com/office/officeart/2008/layout/LinedList"/>
    <dgm:cxn modelId="{56390383-F775-4129-93E1-0E6E2D2F8683}" type="presParOf" srcId="{35DB1CE5-415C-40C0-8219-CA20917D7EAF}" destId="{19BF5AE7-FAD2-4BF9-B706-754F840323B3}" srcOrd="1" destOrd="0" presId="urn:microsoft.com/office/officeart/2008/layout/LinedList"/>
    <dgm:cxn modelId="{39C5539A-FF6F-41E6-A500-B5F412C1509C}" type="presParOf" srcId="{35DB1CE5-415C-40C0-8219-CA20917D7EAF}" destId="{0279CAE0-E564-4A58-8CC7-ED00A0B1355F}" srcOrd="2" destOrd="0" presId="urn:microsoft.com/office/officeart/2008/layout/LinedList"/>
    <dgm:cxn modelId="{C2C4C98C-F463-48B7-893C-980BCEEFF09D}" type="presParOf" srcId="{632829FE-8155-4442-8E0A-D07862730AD0}" destId="{76488463-45AD-4D17-99C6-A1C642EA6072}" srcOrd="2" destOrd="0" presId="urn:microsoft.com/office/officeart/2008/layout/LinedList"/>
    <dgm:cxn modelId="{DDD7AB67-2A1B-4885-AE08-FF6159E60E5F}" type="presParOf" srcId="{632829FE-8155-4442-8E0A-D07862730AD0}" destId="{E89928F0-09A2-4E0A-9EE8-733DFDA8879A}" srcOrd="3" destOrd="0" presId="urn:microsoft.com/office/officeart/2008/layout/LinedList"/>
    <dgm:cxn modelId="{842687C1-1029-4BA2-A221-B39E16D8EA12}" type="presParOf" srcId="{632829FE-8155-4442-8E0A-D07862730AD0}" destId="{3A62B527-4625-451A-A06E-94A3A8F7DC88}" srcOrd="4" destOrd="0" presId="urn:microsoft.com/office/officeart/2008/layout/LinedList"/>
    <dgm:cxn modelId="{2F6CB9CD-8929-4C3B-B84A-DD4C64BEADBA}" type="presParOf" srcId="{3A62B527-4625-451A-A06E-94A3A8F7DC88}" destId="{E7B4568D-77BC-48A8-87CE-1B8EE2172E20}" srcOrd="0" destOrd="0" presId="urn:microsoft.com/office/officeart/2008/layout/LinedList"/>
    <dgm:cxn modelId="{364E24F3-CB06-4C53-864E-FF704DFDFE85}" type="presParOf" srcId="{3A62B527-4625-451A-A06E-94A3A8F7DC88}" destId="{D60FEF88-7ABC-40F7-98D5-09D4FC23DDB5}" srcOrd="1" destOrd="0" presId="urn:microsoft.com/office/officeart/2008/layout/LinedList"/>
    <dgm:cxn modelId="{51813EFB-B28C-4C5F-BBC3-33020822116D}" type="presParOf" srcId="{3A62B527-4625-451A-A06E-94A3A8F7DC88}" destId="{C2EDB82A-7422-4848-B27D-541B141A95E1}" srcOrd="2" destOrd="0" presId="urn:microsoft.com/office/officeart/2008/layout/LinedList"/>
    <dgm:cxn modelId="{5B06972C-91A6-43DF-8A82-08A343135174}" type="presParOf" srcId="{C2EDB82A-7422-4848-B27D-541B141A95E1}" destId="{9DAD92C2-F0AA-4C70-AB77-D200E460ED3A}" srcOrd="0" destOrd="0" presId="urn:microsoft.com/office/officeart/2008/layout/LinedList"/>
    <dgm:cxn modelId="{67933DDC-BA4E-43CE-BB73-EBDAA488CF72}" type="presParOf" srcId="{9DAD92C2-F0AA-4C70-AB77-D200E460ED3A}" destId="{776C7A29-CA61-4193-B285-94DEE9873FA4}" srcOrd="0" destOrd="0" presId="urn:microsoft.com/office/officeart/2008/layout/LinedList"/>
    <dgm:cxn modelId="{A53A0DC2-1484-4B14-A13E-3C2CE16D83BF}" type="presParOf" srcId="{9DAD92C2-F0AA-4C70-AB77-D200E460ED3A}" destId="{02DEBDCC-9644-4073-AA0E-B2B80FE8459E}" srcOrd="1" destOrd="0" presId="urn:microsoft.com/office/officeart/2008/layout/LinedList"/>
    <dgm:cxn modelId="{7639EAF0-E1E2-4D89-962A-384655709DE0}" type="presParOf" srcId="{9DAD92C2-F0AA-4C70-AB77-D200E460ED3A}" destId="{C050FBAF-59BA-4212-B54F-6C8E4BF6726D}" srcOrd="2" destOrd="0" presId="urn:microsoft.com/office/officeart/2008/layout/LinedList"/>
    <dgm:cxn modelId="{CF60E062-6319-46F8-8A6D-9ABF2D871E6A}" type="presParOf" srcId="{C2EDB82A-7422-4848-B27D-541B141A95E1}" destId="{3B8F0261-D025-49BB-8460-39B4257B4855}" srcOrd="1" destOrd="0" presId="urn:microsoft.com/office/officeart/2008/layout/LinedList"/>
    <dgm:cxn modelId="{89B04DBB-E792-4BD5-8BAD-A85AFC3C9958}" type="presParOf" srcId="{C2EDB82A-7422-4848-B27D-541B141A95E1}" destId="{29F9AA86-5348-4198-9940-5686C9D1663A}" srcOrd="2" destOrd="0" presId="urn:microsoft.com/office/officeart/2008/layout/LinedList"/>
    <dgm:cxn modelId="{7D418E23-9B87-4B15-A6D8-651D1AF15160}" type="presParOf" srcId="{29F9AA86-5348-4198-9940-5686C9D1663A}" destId="{A474A640-82EE-4EBB-A607-22A3223BA1AB}" srcOrd="0" destOrd="0" presId="urn:microsoft.com/office/officeart/2008/layout/LinedList"/>
    <dgm:cxn modelId="{3A6F04C5-CDE7-4458-ADE0-29E408F4EBD9}" type="presParOf" srcId="{29F9AA86-5348-4198-9940-5686C9D1663A}" destId="{60E0FB84-A85C-4DDA-8120-7788775A728D}" srcOrd="1" destOrd="0" presId="urn:microsoft.com/office/officeart/2008/layout/LinedList"/>
    <dgm:cxn modelId="{4B3D7EF0-7789-4216-8F23-3AE54DDAB9C1}" type="presParOf" srcId="{29F9AA86-5348-4198-9940-5686C9D1663A}" destId="{08F2B380-FDDE-4040-939E-D5C711DBFA88}" srcOrd="2" destOrd="0" presId="urn:microsoft.com/office/officeart/2008/layout/LinedList"/>
    <dgm:cxn modelId="{5D6FCA8F-B1EA-4C1C-9FA8-39CFC993FCFD}" type="presParOf" srcId="{632829FE-8155-4442-8E0A-D07862730AD0}" destId="{209F9CEC-B82D-4C68-8D51-270916B4234F}" srcOrd="5" destOrd="0" presId="urn:microsoft.com/office/officeart/2008/layout/LinedList"/>
    <dgm:cxn modelId="{12EF70F3-D6DC-4D72-A317-D29E5BE1D260}" type="presParOf" srcId="{632829FE-8155-4442-8E0A-D07862730AD0}" destId="{A1612628-0615-4868-B913-588A946202CE}" srcOrd="6" destOrd="0" presId="urn:microsoft.com/office/officeart/2008/layout/LinedList"/>
    <dgm:cxn modelId="{DC0C4286-0583-4FB7-A197-B4F9B7851F86}" type="presParOf" srcId="{425E4C81-461B-43E6-AF93-ED6795B96414}" destId="{E3226D0E-55C5-4804-8328-1C39A3159515}" srcOrd="2" destOrd="0" presId="urn:microsoft.com/office/officeart/2008/layout/LinedList"/>
    <dgm:cxn modelId="{32C19B77-6BB7-44CF-947F-8C36E76C4308}" type="presParOf" srcId="{425E4C81-461B-43E6-AF93-ED6795B96414}" destId="{6596387A-400B-43F0-9C5F-EAD42A57B22C}" srcOrd="3" destOrd="0" presId="urn:microsoft.com/office/officeart/2008/layout/LinedList"/>
    <dgm:cxn modelId="{2EA7B831-BA45-477A-B2F1-A39AE25A90B3}" type="presParOf" srcId="{6596387A-400B-43F0-9C5F-EAD42A57B22C}" destId="{600E95B5-2376-4A0A-81D9-6FBE648D35A3}" srcOrd="0" destOrd="0" presId="urn:microsoft.com/office/officeart/2008/layout/LinedList"/>
    <dgm:cxn modelId="{D74164B8-54BD-4EC3-8A04-87281EE336DA}" type="presParOf" srcId="{6596387A-400B-43F0-9C5F-EAD42A57B22C}" destId="{BB0AE3DE-3F6A-496A-AB16-4E7FED817A0E}" srcOrd="1" destOrd="0" presId="urn:microsoft.com/office/officeart/2008/layout/LinedList"/>
    <dgm:cxn modelId="{03DD869E-4254-4C0B-8D9B-77D4129BA9BD}" type="presParOf" srcId="{BB0AE3DE-3F6A-496A-AB16-4E7FED817A0E}" destId="{3A5E963E-D40F-4919-B7EC-E0697660116C}" srcOrd="0" destOrd="0" presId="urn:microsoft.com/office/officeart/2008/layout/LinedList"/>
    <dgm:cxn modelId="{2EAA85B4-29CD-4038-8FF8-6E05C0CE7F85}" type="presParOf" srcId="{BB0AE3DE-3F6A-496A-AB16-4E7FED817A0E}" destId="{467E8B6D-7A71-45E0-B28C-EE87D4909303}" srcOrd="1" destOrd="0" presId="urn:microsoft.com/office/officeart/2008/layout/LinedList"/>
    <dgm:cxn modelId="{A1CC664E-39A1-4FEC-AD4B-CA3FE0AEED31}" type="presParOf" srcId="{467E8B6D-7A71-45E0-B28C-EE87D4909303}" destId="{569D004F-11FE-4F12-93D8-48CABCC09D0C}" srcOrd="0" destOrd="0" presId="urn:microsoft.com/office/officeart/2008/layout/LinedList"/>
    <dgm:cxn modelId="{25675000-9924-45E8-8BB3-9A1941B843E7}" type="presParOf" srcId="{467E8B6D-7A71-45E0-B28C-EE87D4909303}" destId="{1EDE6F4E-1431-49CE-B1CF-C8914B2CFCCC}" srcOrd="1" destOrd="0" presId="urn:microsoft.com/office/officeart/2008/layout/LinedList"/>
    <dgm:cxn modelId="{9CF72DFC-CAD8-456C-B347-DB9D041CE24A}" type="presParOf" srcId="{467E8B6D-7A71-45E0-B28C-EE87D4909303}" destId="{53B7020B-7D48-43CA-B37B-2329EF6C5C03}" srcOrd="2" destOrd="0" presId="urn:microsoft.com/office/officeart/2008/layout/LinedList"/>
    <dgm:cxn modelId="{90E108B7-B33F-4A35-B916-4D84FC201BE4}" type="presParOf" srcId="{53B7020B-7D48-43CA-B37B-2329EF6C5C03}" destId="{4E8906CF-7D5D-4741-BACF-A92B3822B1FE}" srcOrd="0" destOrd="0" presId="urn:microsoft.com/office/officeart/2008/layout/LinedList"/>
    <dgm:cxn modelId="{E8DD4BDB-EB53-4BBA-A13A-7F92D3ED0D76}" type="presParOf" srcId="{4E8906CF-7D5D-4741-BACF-A92B3822B1FE}" destId="{288D6E65-55F4-4786-91EA-EA80464C373F}" srcOrd="0" destOrd="0" presId="urn:microsoft.com/office/officeart/2008/layout/LinedList"/>
    <dgm:cxn modelId="{749F8A2A-3087-4387-8413-2AB9DA41078A}" type="presParOf" srcId="{4E8906CF-7D5D-4741-BACF-A92B3822B1FE}" destId="{C6D3B54A-AB6E-47CD-B69B-F4A51351327D}" srcOrd="1" destOrd="0" presId="urn:microsoft.com/office/officeart/2008/layout/LinedList"/>
    <dgm:cxn modelId="{7D16CF91-4B2C-4558-B331-09B17E1CD935}" type="presParOf" srcId="{4E8906CF-7D5D-4741-BACF-A92B3822B1FE}" destId="{B3E417F2-E47A-4BFC-87A9-2E3BD3B277E1}" srcOrd="2" destOrd="0" presId="urn:microsoft.com/office/officeart/2008/layout/LinedList"/>
    <dgm:cxn modelId="{D463545E-05EC-42F1-925F-650E4A31B205}" type="presParOf" srcId="{53B7020B-7D48-43CA-B37B-2329EF6C5C03}" destId="{22027B22-0519-40E3-AD98-CBB6186325AB}" srcOrd="1" destOrd="0" presId="urn:microsoft.com/office/officeart/2008/layout/LinedList"/>
    <dgm:cxn modelId="{7986A5B6-5BF7-4CA2-B040-8962F34BBCFF}" type="presParOf" srcId="{53B7020B-7D48-43CA-B37B-2329EF6C5C03}" destId="{9136377D-9625-4CEE-9C89-AEDFD5BE6538}" srcOrd="2" destOrd="0" presId="urn:microsoft.com/office/officeart/2008/layout/LinedList"/>
    <dgm:cxn modelId="{6861CDAB-CDF0-4B60-9069-BFD60A0B373C}" type="presParOf" srcId="{9136377D-9625-4CEE-9C89-AEDFD5BE6538}" destId="{450F5279-7C15-48E2-96DC-4F782E96B328}" srcOrd="0" destOrd="0" presId="urn:microsoft.com/office/officeart/2008/layout/LinedList"/>
    <dgm:cxn modelId="{4CEFE164-22AB-429B-B4EE-2A29D8D02932}" type="presParOf" srcId="{9136377D-9625-4CEE-9C89-AEDFD5BE6538}" destId="{CB495111-7702-4FFA-87B1-B662AFA5B293}" srcOrd="1" destOrd="0" presId="urn:microsoft.com/office/officeart/2008/layout/LinedList"/>
    <dgm:cxn modelId="{DB1EAC58-C068-403B-A624-7F79C8C5389D}" type="presParOf" srcId="{9136377D-9625-4CEE-9C89-AEDFD5BE6538}" destId="{B77A8032-79CE-400B-B207-4B4D28C9CD7C}" srcOrd="2" destOrd="0" presId="urn:microsoft.com/office/officeart/2008/layout/LinedList"/>
    <dgm:cxn modelId="{24CF1891-FBFE-4D32-84E0-B82ED10A91D6}" type="presParOf" srcId="{BB0AE3DE-3F6A-496A-AB16-4E7FED817A0E}" destId="{7290A87B-2721-446C-A869-E66E14770980}" srcOrd="2" destOrd="0" presId="urn:microsoft.com/office/officeart/2008/layout/LinedList"/>
    <dgm:cxn modelId="{1DFCA94E-FF9A-4E2F-9B0B-2E1E6FAC5F8D}" type="presParOf" srcId="{BB0AE3DE-3F6A-496A-AB16-4E7FED817A0E}" destId="{35568A60-F475-4A10-B0A0-11BF00E797B8}" srcOrd="3" destOrd="0" presId="urn:microsoft.com/office/officeart/2008/layout/LinedList"/>
    <dgm:cxn modelId="{1A23BDFF-2266-4D5A-8389-DFEFF289C255}" type="presParOf" srcId="{BB0AE3DE-3F6A-496A-AB16-4E7FED817A0E}" destId="{A9BC5AF1-F87C-4861-A357-422C7224F250}" srcOrd="4" destOrd="0" presId="urn:microsoft.com/office/officeart/2008/layout/LinedList"/>
    <dgm:cxn modelId="{F86A0BF9-1EEE-4CE2-9674-FBE2DA8C8384}" type="presParOf" srcId="{A9BC5AF1-F87C-4861-A357-422C7224F250}" destId="{C0FEAE2C-F574-42E7-804C-8089E5896A33}" srcOrd="0" destOrd="0" presId="urn:microsoft.com/office/officeart/2008/layout/LinedList"/>
    <dgm:cxn modelId="{7F878006-0F74-4523-8BC0-BFE84CE2C6CE}" type="presParOf" srcId="{A9BC5AF1-F87C-4861-A357-422C7224F250}" destId="{30FBBE40-CAAF-4680-BFF3-AD2C19BA0A73}" srcOrd="1" destOrd="0" presId="urn:microsoft.com/office/officeart/2008/layout/LinedList"/>
    <dgm:cxn modelId="{40D45557-1FD2-4424-A46B-F5BFF4963650}" type="presParOf" srcId="{A9BC5AF1-F87C-4861-A357-422C7224F250}" destId="{D751EC03-99E3-4052-8827-87DE4FCFFC8A}" srcOrd="2" destOrd="0" presId="urn:microsoft.com/office/officeart/2008/layout/LinedList"/>
    <dgm:cxn modelId="{EF6B2095-A682-4E01-BCD6-853AA091E6AE}" type="presParOf" srcId="{D751EC03-99E3-4052-8827-87DE4FCFFC8A}" destId="{631425C2-6E00-4599-999A-4EDFFB587C5A}" srcOrd="0" destOrd="0" presId="urn:microsoft.com/office/officeart/2008/layout/LinedList"/>
    <dgm:cxn modelId="{2B5A7CC2-B68F-47F1-B587-A58AF06FFC1E}" type="presParOf" srcId="{631425C2-6E00-4599-999A-4EDFFB587C5A}" destId="{8922EA08-890A-4572-B429-5E21EAE48B09}" srcOrd="0" destOrd="0" presId="urn:microsoft.com/office/officeart/2008/layout/LinedList"/>
    <dgm:cxn modelId="{AA4B871D-BDB2-4B41-A536-121B89DB8A89}" type="presParOf" srcId="{631425C2-6E00-4599-999A-4EDFFB587C5A}" destId="{725E3772-0EC0-455F-9DD3-6D243C65A74E}" srcOrd="1" destOrd="0" presId="urn:microsoft.com/office/officeart/2008/layout/LinedList"/>
    <dgm:cxn modelId="{CB993BCE-7E6B-4A0A-A8D8-9BDF272A232A}" type="presParOf" srcId="{631425C2-6E00-4599-999A-4EDFFB587C5A}" destId="{48DDF577-B171-460C-ADA4-4B3F8258958E}" srcOrd="2" destOrd="0" presId="urn:microsoft.com/office/officeart/2008/layout/LinedList"/>
    <dgm:cxn modelId="{8B3E8DFB-B943-466D-8D0E-A0BFCF4E2BDF}" type="presParOf" srcId="{BB0AE3DE-3F6A-496A-AB16-4E7FED817A0E}" destId="{72F96BE5-FEB1-4E58-A01E-D01762B6E8B4}" srcOrd="5" destOrd="0" presId="urn:microsoft.com/office/officeart/2008/layout/LinedList"/>
    <dgm:cxn modelId="{EA195856-D8E8-42F1-9211-5B60BEBCA50C}" type="presParOf" srcId="{BB0AE3DE-3F6A-496A-AB16-4E7FED817A0E}" destId="{3F67C4D9-4AEA-42A1-8FE8-ECD8F2020D9B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A832BE-DF6D-429D-89C0-C736DABFB92B}" type="doc">
      <dgm:prSet loTypeId="urn:microsoft.com/office/officeart/2008/layout/LinedList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E6A4C98-6BF9-40DC-81B1-8D1A7A3EB687}">
      <dgm:prSet phldrT="[Текст]" phldr="0"/>
      <dgm:spPr/>
      <dgm:t>
        <a:bodyPr/>
        <a:lstStyle/>
        <a:p>
          <a:r>
            <a:rPr lang="ru-RU" dirty="0"/>
            <a:t>Полезно</a:t>
          </a:r>
        </a:p>
      </dgm:t>
    </dgm:pt>
    <dgm:pt modelId="{8D238BB0-0E49-476A-88E4-46DD1C0A30D3}" type="parTrans" cxnId="{BB11C3C1-35B1-409D-A700-AE9A7E836F39}">
      <dgm:prSet/>
      <dgm:spPr/>
      <dgm:t>
        <a:bodyPr/>
        <a:lstStyle/>
        <a:p>
          <a:endParaRPr lang="ru-RU"/>
        </a:p>
      </dgm:t>
    </dgm:pt>
    <dgm:pt modelId="{04CBFD9E-5991-41DC-8589-D530D3187670}" type="sibTrans" cxnId="{BB11C3C1-35B1-409D-A700-AE9A7E836F39}">
      <dgm:prSet/>
      <dgm:spPr/>
      <dgm:t>
        <a:bodyPr/>
        <a:lstStyle/>
        <a:p>
          <a:endParaRPr lang="ru-RU"/>
        </a:p>
      </dgm:t>
    </dgm:pt>
    <dgm:pt modelId="{5C4DDE62-AD11-406F-98EB-C72A747A4169}">
      <dgm:prSet phldrT="[Текст]" phldr="0"/>
      <dgm:spPr/>
      <dgm:t>
        <a:bodyPr/>
        <a:lstStyle/>
        <a:p>
          <a:r>
            <a:rPr lang="ru-RU" dirty="0"/>
            <a:t>Пауза на принятие решения</a:t>
          </a:r>
          <a:r>
            <a:rPr lang="en-US" dirty="0"/>
            <a:t> [18]</a:t>
          </a:r>
          <a:endParaRPr lang="ru-RU" dirty="0"/>
        </a:p>
      </dgm:t>
    </dgm:pt>
    <dgm:pt modelId="{A243BDFD-E796-4DC4-B968-171EF9348125}" type="parTrans" cxnId="{700297DD-9F00-4DB9-A45E-1B503D5CAE13}">
      <dgm:prSet/>
      <dgm:spPr/>
      <dgm:t>
        <a:bodyPr/>
        <a:lstStyle/>
        <a:p>
          <a:endParaRPr lang="ru-RU"/>
        </a:p>
      </dgm:t>
    </dgm:pt>
    <dgm:pt modelId="{B7108A4B-F98D-4025-988F-F3B988E5F405}" type="sibTrans" cxnId="{700297DD-9F00-4DB9-A45E-1B503D5CAE13}">
      <dgm:prSet/>
      <dgm:spPr/>
      <dgm:t>
        <a:bodyPr/>
        <a:lstStyle/>
        <a:p>
          <a:endParaRPr lang="ru-RU"/>
        </a:p>
      </dgm:t>
    </dgm:pt>
    <dgm:pt modelId="{64BC2411-B882-4813-81C9-B2E410D000CA}">
      <dgm:prSet phldrT="[Текст]" phldr="0"/>
      <dgm:spPr/>
      <dgm:t>
        <a:bodyPr/>
        <a:lstStyle/>
        <a:p>
          <a:r>
            <a:rPr lang="ru-RU" dirty="0"/>
            <a:t>Сравнение результатов с пред документированным</a:t>
          </a:r>
          <a:r>
            <a:rPr lang="en-US" dirty="0"/>
            <a:t>[17]</a:t>
          </a:r>
          <a:endParaRPr lang="ru-RU" dirty="0"/>
        </a:p>
      </dgm:t>
    </dgm:pt>
    <dgm:pt modelId="{8486608A-C41A-43BE-A448-81833294FBF7}" type="parTrans" cxnId="{706B0144-A50C-482C-865B-1D748F202921}">
      <dgm:prSet/>
      <dgm:spPr/>
      <dgm:t>
        <a:bodyPr/>
        <a:lstStyle/>
        <a:p>
          <a:endParaRPr lang="ru-RU"/>
        </a:p>
      </dgm:t>
    </dgm:pt>
    <dgm:pt modelId="{31332F45-56B6-4281-8F05-15E9EAF922D2}" type="sibTrans" cxnId="{706B0144-A50C-482C-865B-1D748F202921}">
      <dgm:prSet/>
      <dgm:spPr/>
      <dgm:t>
        <a:bodyPr/>
        <a:lstStyle/>
        <a:p>
          <a:endParaRPr lang="ru-RU"/>
        </a:p>
      </dgm:t>
    </dgm:pt>
    <dgm:pt modelId="{A4CE644E-9349-4CBE-81AD-B0EC4B1D293A}">
      <dgm:prSet phldrT="[Текст]" phldr="0"/>
      <dgm:spPr/>
      <dgm:t>
        <a:bodyPr/>
        <a:lstStyle/>
        <a:p>
          <a:r>
            <a:rPr lang="ru-RU" dirty="0"/>
            <a:t>Вредно</a:t>
          </a:r>
        </a:p>
      </dgm:t>
    </dgm:pt>
    <dgm:pt modelId="{9B4599B6-F628-489C-BBC6-2033EC88EDB8}" type="parTrans" cxnId="{78329D34-BAF4-411E-A0F3-B4DB1A3DE401}">
      <dgm:prSet/>
      <dgm:spPr/>
      <dgm:t>
        <a:bodyPr/>
        <a:lstStyle/>
        <a:p>
          <a:endParaRPr lang="ru-RU"/>
        </a:p>
      </dgm:t>
    </dgm:pt>
    <dgm:pt modelId="{A0E184FB-B305-4A97-B65E-13718214DDFC}" type="sibTrans" cxnId="{78329D34-BAF4-411E-A0F3-B4DB1A3DE401}">
      <dgm:prSet/>
      <dgm:spPr/>
      <dgm:t>
        <a:bodyPr/>
        <a:lstStyle/>
        <a:p>
          <a:endParaRPr lang="ru-RU"/>
        </a:p>
      </dgm:t>
    </dgm:pt>
    <dgm:pt modelId="{6DA2829E-B98B-4E2D-9CA2-0C75A7FD90CD}">
      <dgm:prSet phldrT="[Текст]" phldr="0"/>
      <dgm:spPr/>
      <dgm:t>
        <a:bodyPr/>
        <a:lstStyle/>
        <a:p>
          <a:r>
            <a:rPr lang="ru-RU" dirty="0"/>
            <a:t>Быстрое принятие результатов</a:t>
          </a:r>
        </a:p>
      </dgm:t>
    </dgm:pt>
    <dgm:pt modelId="{5CEA0BE1-48AE-4068-B037-5810FC6878D5}" type="parTrans" cxnId="{E6EE9C7E-2ACB-4D6D-A9EC-E53A1EFE7939}">
      <dgm:prSet/>
      <dgm:spPr/>
      <dgm:t>
        <a:bodyPr/>
        <a:lstStyle/>
        <a:p>
          <a:endParaRPr lang="ru-RU"/>
        </a:p>
      </dgm:t>
    </dgm:pt>
    <dgm:pt modelId="{BE4451BC-46F6-4960-9380-F46218ACFF2F}" type="sibTrans" cxnId="{E6EE9C7E-2ACB-4D6D-A9EC-E53A1EFE7939}">
      <dgm:prSet/>
      <dgm:spPr/>
      <dgm:t>
        <a:bodyPr/>
        <a:lstStyle/>
        <a:p>
          <a:endParaRPr lang="ru-RU"/>
        </a:p>
      </dgm:t>
    </dgm:pt>
    <dgm:pt modelId="{E704ADC1-4C5D-4F2C-8CBA-9BA6718FEAF5}">
      <dgm:prSet phldrT="[Текст]" phldr="0"/>
      <dgm:spPr/>
      <dgm:t>
        <a:bodyPr/>
        <a:lstStyle/>
        <a:p>
          <a:r>
            <a:rPr lang="ru-RU" dirty="0"/>
            <a:t>ИИ как единственные источник</a:t>
          </a:r>
        </a:p>
      </dgm:t>
    </dgm:pt>
    <dgm:pt modelId="{B7F00DAF-B213-49C0-9696-0BFC1628BF56}" type="parTrans" cxnId="{0F759D10-4456-46C0-A335-A7AF4A0057E7}">
      <dgm:prSet/>
      <dgm:spPr/>
      <dgm:t>
        <a:bodyPr/>
        <a:lstStyle/>
        <a:p>
          <a:endParaRPr lang="ru-RU"/>
        </a:p>
      </dgm:t>
    </dgm:pt>
    <dgm:pt modelId="{B6EFAEF9-EDB2-403B-9F2B-892E230956D2}" type="sibTrans" cxnId="{0F759D10-4456-46C0-A335-A7AF4A0057E7}">
      <dgm:prSet/>
      <dgm:spPr/>
      <dgm:t>
        <a:bodyPr/>
        <a:lstStyle/>
        <a:p>
          <a:endParaRPr lang="ru-RU"/>
        </a:p>
      </dgm:t>
    </dgm:pt>
    <dgm:pt modelId="{F1354824-D712-4C80-BFF1-86A1254D3480}">
      <dgm:prSet phldrT="[Текст]" phldr="0"/>
      <dgm:spPr/>
      <dgm:t>
        <a:bodyPr/>
        <a:lstStyle/>
        <a:p>
          <a:r>
            <a:rPr lang="ru-RU" dirty="0"/>
            <a:t>Снижение эффекта уверенного ответа ИИ</a:t>
          </a:r>
        </a:p>
      </dgm:t>
    </dgm:pt>
    <dgm:pt modelId="{AC1ED7E0-2996-4439-8B94-8F1E454299A0}" type="parTrans" cxnId="{DF669746-46C6-450B-81C2-2626C57A81E5}">
      <dgm:prSet/>
      <dgm:spPr/>
      <dgm:t>
        <a:bodyPr/>
        <a:lstStyle/>
        <a:p>
          <a:endParaRPr lang="ru-RU"/>
        </a:p>
      </dgm:t>
    </dgm:pt>
    <dgm:pt modelId="{2188C09D-E89A-4873-AB34-B9BBAAEF23EB}" type="sibTrans" cxnId="{DF669746-46C6-450B-81C2-2626C57A81E5}">
      <dgm:prSet/>
      <dgm:spPr/>
      <dgm:t>
        <a:bodyPr/>
        <a:lstStyle/>
        <a:p>
          <a:endParaRPr lang="ru-RU"/>
        </a:p>
      </dgm:t>
    </dgm:pt>
    <dgm:pt modelId="{B786AB43-EA25-4C09-8770-F3ADFA33F73D}">
      <dgm:prSet phldrT="[Текст]" phldr="0"/>
      <dgm:spPr/>
      <dgm:t>
        <a:bodyPr/>
        <a:lstStyle/>
        <a:p>
          <a:r>
            <a:rPr lang="ru-RU" dirty="0"/>
            <a:t>Снижения эффекта якорения на ИИ</a:t>
          </a:r>
        </a:p>
      </dgm:t>
    </dgm:pt>
    <dgm:pt modelId="{4474954E-E196-4C77-B919-64C877911DD0}" type="parTrans" cxnId="{8EAF5E7C-9BA7-4A4A-B4E9-D914B736AD17}">
      <dgm:prSet/>
      <dgm:spPr/>
      <dgm:t>
        <a:bodyPr/>
        <a:lstStyle/>
        <a:p>
          <a:endParaRPr lang="ru-RU"/>
        </a:p>
      </dgm:t>
    </dgm:pt>
    <dgm:pt modelId="{C8C790F6-BB14-4387-B523-5285DEEBEA44}" type="sibTrans" cxnId="{8EAF5E7C-9BA7-4A4A-B4E9-D914B736AD17}">
      <dgm:prSet/>
      <dgm:spPr/>
      <dgm:t>
        <a:bodyPr/>
        <a:lstStyle/>
        <a:p>
          <a:endParaRPr lang="ru-RU"/>
        </a:p>
      </dgm:t>
    </dgm:pt>
    <dgm:pt modelId="{77F6C11A-3D27-4A04-BDC2-2958A2FC3F11}">
      <dgm:prSet phldrT="[Текст]" phldr="0"/>
      <dgm:spPr/>
      <dgm:t>
        <a:bodyPr/>
        <a:lstStyle/>
        <a:p>
          <a:r>
            <a:rPr lang="ru-RU" dirty="0"/>
            <a:t>Снижения эффекта якорения на решение ИИ</a:t>
          </a:r>
        </a:p>
      </dgm:t>
    </dgm:pt>
    <dgm:pt modelId="{9875C779-AEFF-4650-ADC2-7E52C87B6571}" type="parTrans" cxnId="{B90381DF-546C-4CB4-B2B2-42FD095DFD15}">
      <dgm:prSet/>
      <dgm:spPr/>
      <dgm:t>
        <a:bodyPr/>
        <a:lstStyle/>
        <a:p>
          <a:endParaRPr lang="ru-RU"/>
        </a:p>
      </dgm:t>
    </dgm:pt>
    <dgm:pt modelId="{EF510E1F-9E9E-44BF-81DB-E6D5D9DED4E9}" type="sibTrans" cxnId="{B90381DF-546C-4CB4-B2B2-42FD095DFD15}">
      <dgm:prSet/>
      <dgm:spPr/>
      <dgm:t>
        <a:bodyPr/>
        <a:lstStyle/>
        <a:p>
          <a:endParaRPr lang="ru-RU"/>
        </a:p>
      </dgm:t>
    </dgm:pt>
    <dgm:pt modelId="{9A65247E-6A63-4DCF-980C-290212513D4F}">
      <dgm:prSet phldrT="[Текст]" phldr="0"/>
      <dgm:spPr/>
      <dgm:t>
        <a:bodyPr/>
        <a:lstStyle/>
        <a:p>
          <a:r>
            <a:rPr lang="ru-RU" dirty="0"/>
            <a:t>Увеличение эффектов внутренних искажений ИИ</a:t>
          </a:r>
        </a:p>
      </dgm:t>
    </dgm:pt>
    <dgm:pt modelId="{AA50E826-E443-4944-9294-199B204D5B69}" type="parTrans" cxnId="{7E0C5C5D-8590-4D29-B53A-019B4B0B174F}">
      <dgm:prSet/>
      <dgm:spPr/>
      <dgm:t>
        <a:bodyPr/>
        <a:lstStyle/>
        <a:p>
          <a:endParaRPr lang="ru-RU"/>
        </a:p>
      </dgm:t>
    </dgm:pt>
    <dgm:pt modelId="{BF1BB7F6-A54D-4A05-8E70-A844E2842A9F}" type="sibTrans" cxnId="{7E0C5C5D-8590-4D29-B53A-019B4B0B174F}">
      <dgm:prSet/>
      <dgm:spPr/>
      <dgm:t>
        <a:bodyPr/>
        <a:lstStyle/>
        <a:p>
          <a:endParaRPr lang="ru-RU"/>
        </a:p>
      </dgm:t>
    </dgm:pt>
    <dgm:pt modelId="{2ECA5E9B-CA66-4422-83C4-4069CC847F29}">
      <dgm:prSet phldrT="[Текст]" phldr="0"/>
      <dgm:spPr/>
      <dgm:t>
        <a:bodyPr/>
        <a:lstStyle/>
        <a:p>
          <a:r>
            <a:rPr lang="ru-RU" dirty="0"/>
            <a:t>Усиление эффекта якорения</a:t>
          </a:r>
        </a:p>
      </dgm:t>
    </dgm:pt>
    <dgm:pt modelId="{B8E8F69D-8CD8-45E7-9849-C81EC4DC364C}" type="parTrans" cxnId="{02AB405E-6A4A-400A-8BE8-218FC4B26BA1}">
      <dgm:prSet/>
      <dgm:spPr/>
      <dgm:t>
        <a:bodyPr/>
        <a:lstStyle/>
        <a:p>
          <a:endParaRPr lang="ru-RU"/>
        </a:p>
      </dgm:t>
    </dgm:pt>
    <dgm:pt modelId="{B0243DE8-89E4-40A8-8EA5-3F6D02589682}" type="sibTrans" cxnId="{02AB405E-6A4A-400A-8BE8-218FC4B26BA1}">
      <dgm:prSet/>
      <dgm:spPr/>
      <dgm:t>
        <a:bodyPr/>
        <a:lstStyle/>
        <a:p>
          <a:endParaRPr lang="ru-RU"/>
        </a:p>
      </dgm:t>
    </dgm:pt>
    <dgm:pt modelId="{339EE69A-3222-43C7-8D77-C18CB55AECC6}">
      <dgm:prSet phldrT="[Текст]" phldr="0"/>
      <dgm:spPr/>
      <dgm:t>
        <a:bodyPr/>
        <a:lstStyle/>
        <a:p>
          <a:r>
            <a:rPr lang="ru-RU" dirty="0"/>
            <a:t>Увеличение эффекта когнитивной разгрузки</a:t>
          </a:r>
        </a:p>
      </dgm:t>
    </dgm:pt>
    <dgm:pt modelId="{C7E2A591-2213-49ED-9297-526817E82E12}" type="parTrans" cxnId="{E697F3B4-AEC3-4581-B1C9-EB9F411333A2}">
      <dgm:prSet/>
      <dgm:spPr/>
      <dgm:t>
        <a:bodyPr/>
        <a:lstStyle/>
        <a:p>
          <a:endParaRPr lang="ru-RU"/>
        </a:p>
      </dgm:t>
    </dgm:pt>
    <dgm:pt modelId="{1BE6A58B-6471-4690-A0EE-8152F54C1499}" type="sibTrans" cxnId="{E697F3B4-AEC3-4581-B1C9-EB9F411333A2}">
      <dgm:prSet/>
      <dgm:spPr/>
      <dgm:t>
        <a:bodyPr/>
        <a:lstStyle/>
        <a:p>
          <a:endParaRPr lang="ru-RU"/>
        </a:p>
      </dgm:t>
    </dgm:pt>
    <dgm:pt modelId="{ABF08BDD-8B80-4F79-8CC1-055AFCBE3B65}">
      <dgm:prSet phldrT="[Текст]" phldr="0"/>
      <dgm:spPr/>
      <dgm:t>
        <a:bodyPr/>
        <a:lstStyle/>
        <a:p>
          <a:r>
            <a:rPr lang="ru-RU"/>
            <a:t>Повышение уровня метакогнитивности при сравнении</a:t>
          </a:r>
          <a:endParaRPr lang="ru-RU" dirty="0"/>
        </a:p>
      </dgm:t>
    </dgm:pt>
    <dgm:pt modelId="{DECC3429-4B89-4528-A07A-2F63514CB220}" type="parTrans" cxnId="{53486B50-2C3C-4EC0-803A-398A04EE76E4}">
      <dgm:prSet/>
      <dgm:spPr/>
      <dgm:t>
        <a:bodyPr/>
        <a:lstStyle/>
        <a:p>
          <a:endParaRPr lang="ru-RU"/>
        </a:p>
      </dgm:t>
    </dgm:pt>
    <dgm:pt modelId="{F7EBA63C-BD32-47BA-8AC8-3B074A81DB8A}" type="sibTrans" cxnId="{53486B50-2C3C-4EC0-803A-398A04EE76E4}">
      <dgm:prSet/>
      <dgm:spPr/>
      <dgm:t>
        <a:bodyPr/>
        <a:lstStyle/>
        <a:p>
          <a:endParaRPr lang="ru-RU"/>
        </a:p>
      </dgm:t>
    </dgm:pt>
    <dgm:pt modelId="{425E4C81-461B-43E6-AF93-ED6795B96414}" type="pres">
      <dgm:prSet presAssocID="{B9A832BE-DF6D-429D-89C0-C736DABFB92B}" presName="vert0" presStyleCnt="0">
        <dgm:presLayoutVars>
          <dgm:dir/>
          <dgm:animOne val="branch"/>
          <dgm:animLvl val="lvl"/>
        </dgm:presLayoutVars>
      </dgm:prSet>
      <dgm:spPr/>
    </dgm:pt>
    <dgm:pt modelId="{12EFEC9F-C8F4-49FE-9FA4-6717572167BE}" type="pres">
      <dgm:prSet presAssocID="{EE6A4C98-6BF9-40DC-81B1-8D1A7A3EB687}" presName="thickLine" presStyleLbl="alignNode1" presStyleIdx="0" presStyleCnt="2"/>
      <dgm:spPr/>
    </dgm:pt>
    <dgm:pt modelId="{9C92E319-CACA-4D82-AD99-B1E24AD52DAC}" type="pres">
      <dgm:prSet presAssocID="{EE6A4C98-6BF9-40DC-81B1-8D1A7A3EB687}" presName="horz1" presStyleCnt="0"/>
      <dgm:spPr/>
    </dgm:pt>
    <dgm:pt modelId="{BEEE4C0A-BB1B-4880-8DC8-174729E24119}" type="pres">
      <dgm:prSet presAssocID="{EE6A4C98-6BF9-40DC-81B1-8D1A7A3EB687}" presName="tx1" presStyleLbl="revTx" presStyleIdx="0" presStyleCnt="13"/>
      <dgm:spPr/>
    </dgm:pt>
    <dgm:pt modelId="{632829FE-8155-4442-8E0A-D07862730AD0}" type="pres">
      <dgm:prSet presAssocID="{EE6A4C98-6BF9-40DC-81B1-8D1A7A3EB687}" presName="vert1" presStyleCnt="0"/>
      <dgm:spPr/>
    </dgm:pt>
    <dgm:pt modelId="{7C3319DB-5C43-4477-B419-5465F88A2827}" type="pres">
      <dgm:prSet presAssocID="{5C4DDE62-AD11-406F-98EB-C72A747A4169}" presName="vertSpace2a" presStyleCnt="0"/>
      <dgm:spPr/>
    </dgm:pt>
    <dgm:pt modelId="{CA90329A-5B22-414F-A739-AEE8ABFC35C4}" type="pres">
      <dgm:prSet presAssocID="{5C4DDE62-AD11-406F-98EB-C72A747A4169}" presName="horz2" presStyleCnt="0"/>
      <dgm:spPr/>
    </dgm:pt>
    <dgm:pt modelId="{E5FA565A-E3CA-43E0-9627-C96C64FDA644}" type="pres">
      <dgm:prSet presAssocID="{5C4DDE62-AD11-406F-98EB-C72A747A4169}" presName="horzSpace2" presStyleCnt="0"/>
      <dgm:spPr/>
    </dgm:pt>
    <dgm:pt modelId="{EB75EA9A-8CAF-4EBA-96D2-22D640A661B9}" type="pres">
      <dgm:prSet presAssocID="{5C4DDE62-AD11-406F-98EB-C72A747A4169}" presName="tx2" presStyleLbl="revTx" presStyleIdx="1" presStyleCnt="13"/>
      <dgm:spPr/>
    </dgm:pt>
    <dgm:pt modelId="{AEDE1381-0B19-42FC-B0EE-BE5447948441}" type="pres">
      <dgm:prSet presAssocID="{5C4DDE62-AD11-406F-98EB-C72A747A4169}" presName="vert2" presStyleCnt="0"/>
      <dgm:spPr/>
    </dgm:pt>
    <dgm:pt modelId="{CE193390-5D4A-4BB0-A8CB-B77C8F8D727D}" type="pres">
      <dgm:prSet presAssocID="{F1354824-D712-4C80-BFF1-86A1254D3480}" presName="horz3" presStyleCnt="0"/>
      <dgm:spPr/>
    </dgm:pt>
    <dgm:pt modelId="{CAA2737B-5731-4D8F-B759-053C0791F24A}" type="pres">
      <dgm:prSet presAssocID="{F1354824-D712-4C80-BFF1-86A1254D3480}" presName="horzSpace3" presStyleCnt="0"/>
      <dgm:spPr/>
    </dgm:pt>
    <dgm:pt modelId="{B621A239-87F5-4ECD-B5F8-C21C6DDBB03A}" type="pres">
      <dgm:prSet presAssocID="{F1354824-D712-4C80-BFF1-86A1254D3480}" presName="tx3" presStyleLbl="revTx" presStyleIdx="2" presStyleCnt="13"/>
      <dgm:spPr/>
    </dgm:pt>
    <dgm:pt modelId="{8F25A465-D248-4DCE-985D-8B24A51D4EF5}" type="pres">
      <dgm:prSet presAssocID="{F1354824-D712-4C80-BFF1-86A1254D3480}" presName="vert3" presStyleCnt="0"/>
      <dgm:spPr/>
    </dgm:pt>
    <dgm:pt modelId="{7EB629AB-CE39-4B3F-8A00-70C06922303F}" type="pres">
      <dgm:prSet presAssocID="{2188C09D-E89A-4873-AB34-B9BBAAEF23EB}" presName="thinLine3" presStyleLbl="callout" presStyleIdx="0" presStyleCnt="7"/>
      <dgm:spPr/>
    </dgm:pt>
    <dgm:pt modelId="{35DB1CE5-415C-40C0-8219-CA20917D7EAF}" type="pres">
      <dgm:prSet presAssocID="{B786AB43-EA25-4C09-8770-F3ADFA33F73D}" presName="horz3" presStyleCnt="0"/>
      <dgm:spPr/>
    </dgm:pt>
    <dgm:pt modelId="{EF1F9C04-3887-4FDD-A04F-5FA207531BF4}" type="pres">
      <dgm:prSet presAssocID="{B786AB43-EA25-4C09-8770-F3ADFA33F73D}" presName="horzSpace3" presStyleCnt="0"/>
      <dgm:spPr/>
    </dgm:pt>
    <dgm:pt modelId="{19BF5AE7-FAD2-4BF9-B706-754F840323B3}" type="pres">
      <dgm:prSet presAssocID="{B786AB43-EA25-4C09-8770-F3ADFA33F73D}" presName="tx3" presStyleLbl="revTx" presStyleIdx="3" presStyleCnt="13"/>
      <dgm:spPr/>
    </dgm:pt>
    <dgm:pt modelId="{0279CAE0-E564-4A58-8CC7-ED00A0B1355F}" type="pres">
      <dgm:prSet presAssocID="{B786AB43-EA25-4C09-8770-F3ADFA33F73D}" presName="vert3" presStyleCnt="0"/>
      <dgm:spPr/>
    </dgm:pt>
    <dgm:pt modelId="{76488463-45AD-4D17-99C6-A1C642EA6072}" type="pres">
      <dgm:prSet presAssocID="{5C4DDE62-AD11-406F-98EB-C72A747A4169}" presName="thinLine2b" presStyleLbl="callout" presStyleIdx="1" presStyleCnt="7"/>
      <dgm:spPr/>
    </dgm:pt>
    <dgm:pt modelId="{E89928F0-09A2-4E0A-9EE8-733DFDA8879A}" type="pres">
      <dgm:prSet presAssocID="{5C4DDE62-AD11-406F-98EB-C72A747A4169}" presName="vertSpace2b" presStyleCnt="0"/>
      <dgm:spPr/>
    </dgm:pt>
    <dgm:pt modelId="{3A62B527-4625-451A-A06E-94A3A8F7DC88}" type="pres">
      <dgm:prSet presAssocID="{64BC2411-B882-4813-81C9-B2E410D000CA}" presName="horz2" presStyleCnt="0"/>
      <dgm:spPr/>
    </dgm:pt>
    <dgm:pt modelId="{E7B4568D-77BC-48A8-87CE-1B8EE2172E20}" type="pres">
      <dgm:prSet presAssocID="{64BC2411-B882-4813-81C9-B2E410D000CA}" presName="horzSpace2" presStyleCnt="0"/>
      <dgm:spPr/>
    </dgm:pt>
    <dgm:pt modelId="{D60FEF88-7ABC-40F7-98D5-09D4FC23DDB5}" type="pres">
      <dgm:prSet presAssocID="{64BC2411-B882-4813-81C9-B2E410D000CA}" presName="tx2" presStyleLbl="revTx" presStyleIdx="4" presStyleCnt="13"/>
      <dgm:spPr/>
    </dgm:pt>
    <dgm:pt modelId="{C2EDB82A-7422-4848-B27D-541B141A95E1}" type="pres">
      <dgm:prSet presAssocID="{64BC2411-B882-4813-81C9-B2E410D000CA}" presName="vert2" presStyleCnt="0"/>
      <dgm:spPr/>
    </dgm:pt>
    <dgm:pt modelId="{9DAD92C2-F0AA-4C70-AB77-D200E460ED3A}" type="pres">
      <dgm:prSet presAssocID="{77F6C11A-3D27-4A04-BDC2-2958A2FC3F11}" presName="horz3" presStyleCnt="0"/>
      <dgm:spPr/>
    </dgm:pt>
    <dgm:pt modelId="{776C7A29-CA61-4193-B285-94DEE9873FA4}" type="pres">
      <dgm:prSet presAssocID="{77F6C11A-3D27-4A04-BDC2-2958A2FC3F11}" presName="horzSpace3" presStyleCnt="0"/>
      <dgm:spPr/>
    </dgm:pt>
    <dgm:pt modelId="{02DEBDCC-9644-4073-AA0E-B2B80FE8459E}" type="pres">
      <dgm:prSet presAssocID="{77F6C11A-3D27-4A04-BDC2-2958A2FC3F11}" presName="tx3" presStyleLbl="revTx" presStyleIdx="5" presStyleCnt="13"/>
      <dgm:spPr/>
    </dgm:pt>
    <dgm:pt modelId="{C050FBAF-59BA-4212-B54F-6C8E4BF6726D}" type="pres">
      <dgm:prSet presAssocID="{77F6C11A-3D27-4A04-BDC2-2958A2FC3F11}" presName="vert3" presStyleCnt="0"/>
      <dgm:spPr/>
    </dgm:pt>
    <dgm:pt modelId="{ED72B5AC-AF56-4A65-A656-D6921E81AA84}" type="pres">
      <dgm:prSet presAssocID="{EF510E1F-9E9E-44BF-81DB-E6D5D9DED4E9}" presName="thinLine3" presStyleLbl="callout" presStyleIdx="2" presStyleCnt="7"/>
      <dgm:spPr/>
    </dgm:pt>
    <dgm:pt modelId="{2A842FDF-58C0-4A6B-A4FD-3730A9060B3C}" type="pres">
      <dgm:prSet presAssocID="{ABF08BDD-8B80-4F79-8CC1-055AFCBE3B65}" presName="horz3" presStyleCnt="0"/>
      <dgm:spPr/>
    </dgm:pt>
    <dgm:pt modelId="{16189A82-E36D-49E8-B2A4-91B5E04CB291}" type="pres">
      <dgm:prSet presAssocID="{ABF08BDD-8B80-4F79-8CC1-055AFCBE3B65}" presName="horzSpace3" presStyleCnt="0"/>
      <dgm:spPr/>
    </dgm:pt>
    <dgm:pt modelId="{3FAE8B10-EE45-4372-85F4-A1BBDC3C56C9}" type="pres">
      <dgm:prSet presAssocID="{ABF08BDD-8B80-4F79-8CC1-055AFCBE3B65}" presName="tx3" presStyleLbl="revTx" presStyleIdx="6" presStyleCnt="13"/>
      <dgm:spPr/>
    </dgm:pt>
    <dgm:pt modelId="{C8ACA1C0-BC69-49D6-B136-9F3D9F97BB80}" type="pres">
      <dgm:prSet presAssocID="{ABF08BDD-8B80-4F79-8CC1-055AFCBE3B65}" presName="vert3" presStyleCnt="0"/>
      <dgm:spPr/>
    </dgm:pt>
    <dgm:pt modelId="{209F9CEC-B82D-4C68-8D51-270916B4234F}" type="pres">
      <dgm:prSet presAssocID="{64BC2411-B882-4813-81C9-B2E410D000CA}" presName="thinLine2b" presStyleLbl="callout" presStyleIdx="3" presStyleCnt="7"/>
      <dgm:spPr>
        <a:ln>
          <a:noFill/>
        </a:ln>
      </dgm:spPr>
    </dgm:pt>
    <dgm:pt modelId="{A1612628-0615-4868-B913-588A946202CE}" type="pres">
      <dgm:prSet presAssocID="{64BC2411-B882-4813-81C9-B2E410D000CA}" presName="vertSpace2b" presStyleCnt="0"/>
      <dgm:spPr/>
    </dgm:pt>
    <dgm:pt modelId="{E3226D0E-55C5-4804-8328-1C39A3159515}" type="pres">
      <dgm:prSet presAssocID="{A4CE644E-9349-4CBE-81AD-B0EC4B1D293A}" presName="thickLine" presStyleLbl="alignNode1" presStyleIdx="1" presStyleCnt="2"/>
      <dgm:spPr/>
    </dgm:pt>
    <dgm:pt modelId="{6596387A-400B-43F0-9C5F-EAD42A57B22C}" type="pres">
      <dgm:prSet presAssocID="{A4CE644E-9349-4CBE-81AD-B0EC4B1D293A}" presName="horz1" presStyleCnt="0"/>
      <dgm:spPr/>
    </dgm:pt>
    <dgm:pt modelId="{600E95B5-2376-4A0A-81D9-6FBE648D35A3}" type="pres">
      <dgm:prSet presAssocID="{A4CE644E-9349-4CBE-81AD-B0EC4B1D293A}" presName="tx1" presStyleLbl="revTx" presStyleIdx="7" presStyleCnt="13"/>
      <dgm:spPr/>
    </dgm:pt>
    <dgm:pt modelId="{BB0AE3DE-3F6A-496A-AB16-4E7FED817A0E}" type="pres">
      <dgm:prSet presAssocID="{A4CE644E-9349-4CBE-81AD-B0EC4B1D293A}" presName="vert1" presStyleCnt="0"/>
      <dgm:spPr/>
    </dgm:pt>
    <dgm:pt modelId="{3A5E963E-D40F-4919-B7EC-E0697660116C}" type="pres">
      <dgm:prSet presAssocID="{6DA2829E-B98B-4E2D-9CA2-0C75A7FD90CD}" presName="vertSpace2a" presStyleCnt="0"/>
      <dgm:spPr/>
    </dgm:pt>
    <dgm:pt modelId="{467E8B6D-7A71-45E0-B28C-EE87D4909303}" type="pres">
      <dgm:prSet presAssocID="{6DA2829E-B98B-4E2D-9CA2-0C75A7FD90CD}" presName="horz2" presStyleCnt="0"/>
      <dgm:spPr/>
    </dgm:pt>
    <dgm:pt modelId="{569D004F-11FE-4F12-93D8-48CABCC09D0C}" type="pres">
      <dgm:prSet presAssocID="{6DA2829E-B98B-4E2D-9CA2-0C75A7FD90CD}" presName="horzSpace2" presStyleCnt="0"/>
      <dgm:spPr/>
    </dgm:pt>
    <dgm:pt modelId="{1EDE6F4E-1431-49CE-B1CF-C8914B2CFCCC}" type="pres">
      <dgm:prSet presAssocID="{6DA2829E-B98B-4E2D-9CA2-0C75A7FD90CD}" presName="tx2" presStyleLbl="revTx" presStyleIdx="8" presStyleCnt="13"/>
      <dgm:spPr/>
    </dgm:pt>
    <dgm:pt modelId="{53B7020B-7D48-43CA-B37B-2329EF6C5C03}" type="pres">
      <dgm:prSet presAssocID="{6DA2829E-B98B-4E2D-9CA2-0C75A7FD90CD}" presName="vert2" presStyleCnt="0"/>
      <dgm:spPr/>
    </dgm:pt>
    <dgm:pt modelId="{4E8906CF-7D5D-4741-BACF-A92B3822B1FE}" type="pres">
      <dgm:prSet presAssocID="{2ECA5E9B-CA66-4422-83C4-4069CC847F29}" presName="horz3" presStyleCnt="0"/>
      <dgm:spPr/>
    </dgm:pt>
    <dgm:pt modelId="{288D6E65-55F4-4786-91EA-EA80464C373F}" type="pres">
      <dgm:prSet presAssocID="{2ECA5E9B-CA66-4422-83C4-4069CC847F29}" presName="horzSpace3" presStyleCnt="0"/>
      <dgm:spPr/>
    </dgm:pt>
    <dgm:pt modelId="{C6D3B54A-AB6E-47CD-B69B-F4A51351327D}" type="pres">
      <dgm:prSet presAssocID="{2ECA5E9B-CA66-4422-83C4-4069CC847F29}" presName="tx3" presStyleLbl="revTx" presStyleIdx="9" presStyleCnt="13"/>
      <dgm:spPr/>
    </dgm:pt>
    <dgm:pt modelId="{B3E417F2-E47A-4BFC-87A9-2E3BD3B277E1}" type="pres">
      <dgm:prSet presAssocID="{2ECA5E9B-CA66-4422-83C4-4069CC847F29}" presName="vert3" presStyleCnt="0"/>
      <dgm:spPr/>
    </dgm:pt>
    <dgm:pt modelId="{22027B22-0519-40E3-AD98-CBB6186325AB}" type="pres">
      <dgm:prSet presAssocID="{B0243DE8-89E4-40A8-8EA5-3F6D02589682}" presName="thinLine3" presStyleLbl="callout" presStyleIdx="4" presStyleCnt="7"/>
      <dgm:spPr/>
    </dgm:pt>
    <dgm:pt modelId="{9136377D-9625-4CEE-9C89-AEDFD5BE6538}" type="pres">
      <dgm:prSet presAssocID="{339EE69A-3222-43C7-8D77-C18CB55AECC6}" presName="horz3" presStyleCnt="0"/>
      <dgm:spPr/>
    </dgm:pt>
    <dgm:pt modelId="{450F5279-7C15-48E2-96DC-4F782E96B328}" type="pres">
      <dgm:prSet presAssocID="{339EE69A-3222-43C7-8D77-C18CB55AECC6}" presName="horzSpace3" presStyleCnt="0"/>
      <dgm:spPr/>
    </dgm:pt>
    <dgm:pt modelId="{CB495111-7702-4FFA-87B1-B662AFA5B293}" type="pres">
      <dgm:prSet presAssocID="{339EE69A-3222-43C7-8D77-C18CB55AECC6}" presName="tx3" presStyleLbl="revTx" presStyleIdx="10" presStyleCnt="13"/>
      <dgm:spPr/>
    </dgm:pt>
    <dgm:pt modelId="{B77A8032-79CE-400B-B207-4B4D28C9CD7C}" type="pres">
      <dgm:prSet presAssocID="{339EE69A-3222-43C7-8D77-C18CB55AECC6}" presName="vert3" presStyleCnt="0"/>
      <dgm:spPr/>
    </dgm:pt>
    <dgm:pt modelId="{7290A87B-2721-446C-A869-E66E14770980}" type="pres">
      <dgm:prSet presAssocID="{6DA2829E-B98B-4E2D-9CA2-0C75A7FD90CD}" presName="thinLine2b" presStyleLbl="callout" presStyleIdx="5" presStyleCnt="7"/>
      <dgm:spPr/>
    </dgm:pt>
    <dgm:pt modelId="{35568A60-F475-4A10-B0A0-11BF00E797B8}" type="pres">
      <dgm:prSet presAssocID="{6DA2829E-B98B-4E2D-9CA2-0C75A7FD90CD}" presName="vertSpace2b" presStyleCnt="0"/>
      <dgm:spPr/>
    </dgm:pt>
    <dgm:pt modelId="{A9BC5AF1-F87C-4861-A357-422C7224F250}" type="pres">
      <dgm:prSet presAssocID="{E704ADC1-4C5D-4F2C-8CBA-9BA6718FEAF5}" presName="horz2" presStyleCnt="0"/>
      <dgm:spPr/>
    </dgm:pt>
    <dgm:pt modelId="{C0FEAE2C-F574-42E7-804C-8089E5896A33}" type="pres">
      <dgm:prSet presAssocID="{E704ADC1-4C5D-4F2C-8CBA-9BA6718FEAF5}" presName="horzSpace2" presStyleCnt="0"/>
      <dgm:spPr/>
    </dgm:pt>
    <dgm:pt modelId="{30FBBE40-CAAF-4680-BFF3-AD2C19BA0A73}" type="pres">
      <dgm:prSet presAssocID="{E704ADC1-4C5D-4F2C-8CBA-9BA6718FEAF5}" presName="tx2" presStyleLbl="revTx" presStyleIdx="11" presStyleCnt="13"/>
      <dgm:spPr/>
    </dgm:pt>
    <dgm:pt modelId="{D751EC03-99E3-4052-8827-87DE4FCFFC8A}" type="pres">
      <dgm:prSet presAssocID="{E704ADC1-4C5D-4F2C-8CBA-9BA6718FEAF5}" presName="vert2" presStyleCnt="0"/>
      <dgm:spPr/>
    </dgm:pt>
    <dgm:pt modelId="{631425C2-6E00-4599-999A-4EDFFB587C5A}" type="pres">
      <dgm:prSet presAssocID="{9A65247E-6A63-4DCF-980C-290212513D4F}" presName="horz3" presStyleCnt="0"/>
      <dgm:spPr/>
    </dgm:pt>
    <dgm:pt modelId="{8922EA08-890A-4572-B429-5E21EAE48B09}" type="pres">
      <dgm:prSet presAssocID="{9A65247E-6A63-4DCF-980C-290212513D4F}" presName="horzSpace3" presStyleCnt="0"/>
      <dgm:spPr/>
    </dgm:pt>
    <dgm:pt modelId="{725E3772-0EC0-455F-9DD3-6D243C65A74E}" type="pres">
      <dgm:prSet presAssocID="{9A65247E-6A63-4DCF-980C-290212513D4F}" presName="tx3" presStyleLbl="revTx" presStyleIdx="12" presStyleCnt="13"/>
      <dgm:spPr/>
    </dgm:pt>
    <dgm:pt modelId="{48DDF577-B171-460C-ADA4-4B3F8258958E}" type="pres">
      <dgm:prSet presAssocID="{9A65247E-6A63-4DCF-980C-290212513D4F}" presName="vert3" presStyleCnt="0"/>
      <dgm:spPr/>
    </dgm:pt>
    <dgm:pt modelId="{72F96BE5-FEB1-4E58-A01E-D01762B6E8B4}" type="pres">
      <dgm:prSet presAssocID="{E704ADC1-4C5D-4F2C-8CBA-9BA6718FEAF5}" presName="thinLine2b" presStyleLbl="callout" presStyleIdx="6" presStyleCnt="7"/>
      <dgm:spPr/>
    </dgm:pt>
    <dgm:pt modelId="{3F67C4D9-4AEA-42A1-8FE8-ECD8F2020D9B}" type="pres">
      <dgm:prSet presAssocID="{E704ADC1-4C5D-4F2C-8CBA-9BA6718FEAF5}" presName="vertSpace2b" presStyleCnt="0"/>
      <dgm:spPr/>
    </dgm:pt>
  </dgm:ptLst>
  <dgm:cxnLst>
    <dgm:cxn modelId="{9EA2780C-A7C9-45DC-A65C-CCB34DBB9ECE}" type="presOf" srcId="{E704ADC1-4C5D-4F2C-8CBA-9BA6718FEAF5}" destId="{30FBBE40-CAAF-4680-BFF3-AD2C19BA0A73}" srcOrd="0" destOrd="0" presId="urn:microsoft.com/office/officeart/2008/layout/LinedList"/>
    <dgm:cxn modelId="{0F759D10-4456-46C0-A335-A7AF4A0057E7}" srcId="{A4CE644E-9349-4CBE-81AD-B0EC4B1D293A}" destId="{E704ADC1-4C5D-4F2C-8CBA-9BA6718FEAF5}" srcOrd="1" destOrd="0" parTransId="{B7F00DAF-B213-49C0-9696-0BFC1628BF56}" sibTransId="{B6EFAEF9-EDB2-403B-9F2B-892E230956D2}"/>
    <dgm:cxn modelId="{29EC1118-075D-4613-8274-796FCAAFB5E8}" type="presOf" srcId="{2ECA5E9B-CA66-4422-83C4-4069CC847F29}" destId="{C6D3B54A-AB6E-47CD-B69B-F4A51351327D}" srcOrd="0" destOrd="0" presId="urn:microsoft.com/office/officeart/2008/layout/LinedList"/>
    <dgm:cxn modelId="{78329D34-BAF4-411E-A0F3-B4DB1A3DE401}" srcId="{B9A832BE-DF6D-429D-89C0-C736DABFB92B}" destId="{A4CE644E-9349-4CBE-81AD-B0EC4B1D293A}" srcOrd="1" destOrd="0" parTransId="{9B4599B6-F628-489C-BBC6-2033EC88EDB8}" sibTransId="{A0E184FB-B305-4A97-B65E-13718214DDFC}"/>
    <dgm:cxn modelId="{C1B6AE35-198F-4702-91A2-3DAC3E196F31}" type="presOf" srcId="{5C4DDE62-AD11-406F-98EB-C72A747A4169}" destId="{EB75EA9A-8CAF-4EBA-96D2-22D640A661B9}" srcOrd="0" destOrd="0" presId="urn:microsoft.com/office/officeart/2008/layout/LinedList"/>
    <dgm:cxn modelId="{7E0C5C5D-8590-4D29-B53A-019B4B0B174F}" srcId="{E704ADC1-4C5D-4F2C-8CBA-9BA6718FEAF5}" destId="{9A65247E-6A63-4DCF-980C-290212513D4F}" srcOrd="0" destOrd="0" parTransId="{AA50E826-E443-4944-9294-199B204D5B69}" sibTransId="{BF1BB7F6-A54D-4A05-8E70-A844E2842A9F}"/>
    <dgm:cxn modelId="{02AB405E-6A4A-400A-8BE8-218FC4B26BA1}" srcId="{6DA2829E-B98B-4E2D-9CA2-0C75A7FD90CD}" destId="{2ECA5E9B-CA66-4422-83C4-4069CC847F29}" srcOrd="0" destOrd="0" parTransId="{B8E8F69D-8CD8-45E7-9849-C81EC4DC364C}" sibTransId="{B0243DE8-89E4-40A8-8EA5-3F6D02589682}"/>
    <dgm:cxn modelId="{6669A962-A685-4E8B-85F2-7AEA9C77D8DB}" type="presOf" srcId="{9A65247E-6A63-4DCF-980C-290212513D4F}" destId="{725E3772-0EC0-455F-9DD3-6D243C65A74E}" srcOrd="0" destOrd="0" presId="urn:microsoft.com/office/officeart/2008/layout/LinedList"/>
    <dgm:cxn modelId="{624FC142-D8BA-4DAB-A476-DA7DBAD8C4CA}" type="presOf" srcId="{64BC2411-B882-4813-81C9-B2E410D000CA}" destId="{D60FEF88-7ABC-40F7-98D5-09D4FC23DDB5}" srcOrd="0" destOrd="0" presId="urn:microsoft.com/office/officeart/2008/layout/LinedList"/>
    <dgm:cxn modelId="{706B0144-A50C-482C-865B-1D748F202921}" srcId="{EE6A4C98-6BF9-40DC-81B1-8D1A7A3EB687}" destId="{64BC2411-B882-4813-81C9-B2E410D000CA}" srcOrd="1" destOrd="0" parTransId="{8486608A-C41A-43BE-A448-81833294FBF7}" sibTransId="{31332F45-56B6-4281-8F05-15E9EAF922D2}"/>
    <dgm:cxn modelId="{DF669746-46C6-450B-81C2-2626C57A81E5}" srcId="{5C4DDE62-AD11-406F-98EB-C72A747A4169}" destId="{F1354824-D712-4C80-BFF1-86A1254D3480}" srcOrd="0" destOrd="0" parTransId="{AC1ED7E0-2996-4439-8B94-8F1E454299A0}" sibTransId="{2188C09D-E89A-4873-AB34-B9BBAAEF23EB}"/>
    <dgm:cxn modelId="{53486B50-2C3C-4EC0-803A-398A04EE76E4}" srcId="{64BC2411-B882-4813-81C9-B2E410D000CA}" destId="{ABF08BDD-8B80-4F79-8CC1-055AFCBE3B65}" srcOrd="1" destOrd="0" parTransId="{DECC3429-4B89-4528-A07A-2F63514CB220}" sibTransId="{F7EBA63C-BD32-47BA-8AC8-3B074A81DB8A}"/>
    <dgm:cxn modelId="{394D897B-8663-47FB-8BE6-4E97C4D6B046}" type="presOf" srcId="{B786AB43-EA25-4C09-8770-F3ADFA33F73D}" destId="{19BF5AE7-FAD2-4BF9-B706-754F840323B3}" srcOrd="0" destOrd="0" presId="urn:microsoft.com/office/officeart/2008/layout/LinedList"/>
    <dgm:cxn modelId="{8EAF5E7C-9BA7-4A4A-B4E9-D914B736AD17}" srcId="{5C4DDE62-AD11-406F-98EB-C72A747A4169}" destId="{B786AB43-EA25-4C09-8770-F3ADFA33F73D}" srcOrd="1" destOrd="0" parTransId="{4474954E-E196-4C77-B919-64C877911DD0}" sibTransId="{C8C790F6-BB14-4387-B523-5285DEEBEA44}"/>
    <dgm:cxn modelId="{E6EE9C7E-2ACB-4D6D-A9EC-E53A1EFE7939}" srcId="{A4CE644E-9349-4CBE-81AD-B0EC4B1D293A}" destId="{6DA2829E-B98B-4E2D-9CA2-0C75A7FD90CD}" srcOrd="0" destOrd="0" parTransId="{5CEA0BE1-48AE-4068-B037-5810FC6878D5}" sibTransId="{BE4451BC-46F6-4960-9380-F46218ACFF2F}"/>
    <dgm:cxn modelId="{F831A67E-2DEE-44E4-ACF7-CF0C9809F949}" type="presOf" srcId="{EE6A4C98-6BF9-40DC-81B1-8D1A7A3EB687}" destId="{BEEE4C0A-BB1B-4880-8DC8-174729E24119}" srcOrd="0" destOrd="0" presId="urn:microsoft.com/office/officeart/2008/layout/LinedList"/>
    <dgm:cxn modelId="{948C23A5-5EF4-4052-9AFA-D3CCB0C44DC0}" type="presOf" srcId="{A4CE644E-9349-4CBE-81AD-B0EC4B1D293A}" destId="{600E95B5-2376-4A0A-81D9-6FBE648D35A3}" srcOrd="0" destOrd="0" presId="urn:microsoft.com/office/officeart/2008/layout/LinedList"/>
    <dgm:cxn modelId="{221925AD-AECE-48EC-B76C-5485212423B9}" type="presOf" srcId="{B9A832BE-DF6D-429D-89C0-C736DABFB92B}" destId="{425E4C81-461B-43E6-AF93-ED6795B96414}" srcOrd="0" destOrd="0" presId="urn:microsoft.com/office/officeart/2008/layout/LinedList"/>
    <dgm:cxn modelId="{E697F3B4-AEC3-4581-B1C9-EB9F411333A2}" srcId="{6DA2829E-B98B-4E2D-9CA2-0C75A7FD90CD}" destId="{339EE69A-3222-43C7-8D77-C18CB55AECC6}" srcOrd="1" destOrd="0" parTransId="{C7E2A591-2213-49ED-9297-526817E82E12}" sibTransId="{1BE6A58B-6471-4690-A0EE-8152F54C1499}"/>
    <dgm:cxn modelId="{ABBC37B5-5995-4A4A-BF1B-D6B8D9EB0541}" type="presOf" srcId="{6DA2829E-B98B-4E2D-9CA2-0C75A7FD90CD}" destId="{1EDE6F4E-1431-49CE-B1CF-C8914B2CFCCC}" srcOrd="0" destOrd="0" presId="urn:microsoft.com/office/officeart/2008/layout/LinedList"/>
    <dgm:cxn modelId="{BB11C3C1-35B1-409D-A700-AE9A7E836F39}" srcId="{B9A832BE-DF6D-429D-89C0-C736DABFB92B}" destId="{EE6A4C98-6BF9-40DC-81B1-8D1A7A3EB687}" srcOrd="0" destOrd="0" parTransId="{8D238BB0-0E49-476A-88E4-46DD1C0A30D3}" sibTransId="{04CBFD9E-5991-41DC-8589-D530D3187670}"/>
    <dgm:cxn modelId="{0508E0D2-0FED-446A-BB98-FE5C5DB5BA16}" type="presOf" srcId="{339EE69A-3222-43C7-8D77-C18CB55AECC6}" destId="{CB495111-7702-4FFA-87B1-B662AFA5B293}" srcOrd="0" destOrd="0" presId="urn:microsoft.com/office/officeart/2008/layout/LinedList"/>
    <dgm:cxn modelId="{700297DD-9F00-4DB9-A45E-1B503D5CAE13}" srcId="{EE6A4C98-6BF9-40DC-81B1-8D1A7A3EB687}" destId="{5C4DDE62-AD11-406F-98EB-C72A747A4169}" srcOrd="0" destOrd="0" parTransId="{A243BDFD-E796-4DC4-B968-171EF9348125}" sibTransId="{B7108A4B-F98D-4025-988F-F3B988E5F405}"/>
    <dgm:cxn modelId="{B90381DF-546C-4CB4-B2B2-42FD095DFD15}" srcId="{64BC2411-B882-4813-81C9-B2E410D000CA}" destId="{77F6C11A-3D27-4A04-BDC2-2958A2FC3F11}" srcOrd="0" destOrd="0" parTransId="{9875C779-AEFF-4650-ADC2-7E52C87B6571}" sibTransId="{EF510E1F-9E9E-44BF-81DB-E6D5D9DED4E9}"/>
    <dgm:cxn modelId="{8F1786EC-2C05-438E-A54A-393BD7CE7F75}" type="presOf" srcId="{F1354824-D712-4C80-BFF1-86A1254D3480}" destId="{B621A239-87F5-4ECD-B5F8-C21C6DDBB03A}" srcOrd="0" destOrd="0" presId="urn:microsoft.com/office/officeart/2008/layout/LinedList"/>
    <dgm:cxn modelId="{4FA7EDF5-1D31-4A2D-B369-FD8C17C91B00}" type="presOf" srcId="{77F6C11A-3D27-4A04-BDC2-2958A2FC3F11}" destId="{02DEBDCC-9644-4073-AA0E-B2B80FE8459E}" srcOrd="0" destOrd="0" presId="urn:microsoft.com/office/officeart/2008/layout/LinedList"/>
    <dgm:cxn modelId="{447E76F6-E621-4594-A7D8-7B076C15966C}" type="presOf" srcId="{ABF08BDD-8B80-4F79-8CC1-055AFCBE3B65}" destId="{3FAE8B10-EE45-4372-85F4-A1BBDC3C56C9}" srcOrd="0" destOrd="0" presId="urn:microsoft.com/office/officeart/2008/layout/LinedList"/>
    <dgm:cxn modelId="{2C48D57C-EA9D-43FD-9776-8BA59D1BCD2C}" type="presParOf" srcId="{425E4C81-461B-43E6-AF93-ED6795B96414}" destId="{12EFEC9F-C8F4-49FE-9FA4-6717572167BE}" srcOrd="0" destOrd="0" presId="urn:microsoft.com/office/officeart/2008/layout/LinedList"/>
    <dgm:cxn modelId="{6E8E5211-7DA4-4587-91E9-314FB1020CD4}" type="presParOf" srcId="{425E4C81-461B-43E6-AF93-ED6795B96414}" destId="{9C92E319-CACA-4D82-AD99-B1E24AD52DAC}" srcOrd="1" destOrd="0" presId="urn:microsoft.com/office/officeart/2008/layout/LinedList"/>
    <dgm:cxn modelId="{A2AC1F4E-5BBC-450A-81DB-4835D905F848}" type="presParOf" srcId="{9C92E319-CACA-4D82-AD99-B1E24AD52DAC}" destId="{BEEE4C0A-BB1B-4880-8DC8-174729E24119}" srcOrd="0" destOrd="0" presId="urn:microsoft.com/office/officeart/2008/layout/LinedList"/>
    <dgm:cxn modelId="{76ED32C3-3CF4-478C-8E7F-3AE5042A29B9}" type="presParOf" srcId="{9C92E319-CACA-4D82-AD99-B1E24AD52DAC}" destId="{632829FE-8155-4442-8E0A-D07862730AD0}" srcOrd="1" destOrd="0" presId="urn:microsoft.com/office/officeart/2008/layout/LinedList"/>
    <dgm:cxn modelId="{82538C2C-FF88-4D32-8658-C4EA24061F34}" type="presParOf" srcId="{632829FE-8155-4442-8E0A-D07862730AD0}" destId="{7C3319DB-5C43-4477-B419-5465F88A2827}" srcOrd="0" destOrd="0" presId="urn:microsoft.com/office/officeart/2008/layout/LinedList"/>
    <dgm:cxn modelId="{9E26AD0F-4898-461E-889C-AECDFFF277CD}" type="presParOf" srcId="{632829FE-8155-4442-8E0A-D07862730AD0}" destId="{CA90329A-5B22-414F-A739-AEE8ABFC35C4}" srcOrd="1" destOrd="0" presId="urn:microsoft.com/office/officeart/2008/layout/LinedList"/>
    <dgm:cxn modelId="{81429E15-532C-4C94-A288-F83FD18079D6}" type="presParOf" srcId="{CA90329A-5B22-414F-A739-AEE8ABFC35C4}" destId="{E5FA565A-E3CA-43E0-9627-C96C64FDA644}" srcOrd="0" destOrd="0" presId="urn:microsoft.com/office/officeart/2008/layout/LinedList"/>
    <dgm:cxn modelId="{7E2A297C-5672-425C-A368-EF1E1770A56D}" type="presParOf" srcId="{CA90329A-5B22-414F-A739-AEE8ABFC35C4}" destId="{EB75EA9A-8CAF-4EBA-96D2-22D640A661B9}" srcOrd="1" destOrd="0" presId="urn:microsoft.com/office/officeart/2008/layout/LinedList"/>
    <dgm:cxn modelId="{6AA7BAB7-CE46-449A-95BE-CDECB5D17991}" type="presParOf" srcId="{CA90329A-5B22-414F-A739-AEE8ABFC35C4}" destId="{AEDE1381-0B19-42FC-B0EE-BE5447948441}" srcOrd="2" destOrd="0" presId="urn:microsoft.com/office/officeart/2008/layout/LinedList"/>
    <dgm:cxn modelId="{A0DE8304-C889-4775-AAA4-5CB621031D73}" type="presParOf" srcId="{AEDE1381-0B19-42FC-B0EE-BE5447948441}" destId="{CE193390-5D4A-4BB0-A8CB-B77C8F8D727D}" srcOrd="0" destOrd="0" presId="urn:microsoft.com/office/officeart/2008/layout/LinedList"/>
    <dgm:cxn modelId="{068CE172-0562-426D-9854-1F6E25F82426}" type="presParOf" srcId="{CE193390-5D4A-4BB0-A8CB-B77C8F8D727D}" destId="{CAA2737B-5731-4D8F-B759-053C0791F24A}" srcOrd="0" destOrd="0" presId="urn:microsoft.com/office/officeart/2008/layout/LinedList"/>
    <dgm:cxn modelId="{3E8053E9-2020-4DA8-919B-B43F550335AE}" type="presParOf" srcId="{CE193390-5D4A-4BB0-A8CB-B77C8F8D727D}" destId="{B621A239-87F5-4ECD-B5F8-C21C6DDBB03A}" srcOrd="1" destOrd="0" presId="urn:microsoft.com/office/officeart/2008/layout/LinedList"/>
    <dgm:cxn modelId="{6CC4429C-E953-4CD4-ABC3-7343B08F849E}" type="presParOf" srcId="{CE193390-5D4A-4BB0-A8CB-B77C8F8D727D}" destId="{8F25A465-D248-4DCE-985D-8B24A51D4EF5}" srcOrd="2" destOrd="0" presId="urn:microsoft.com/office/officeart/2008/layout/LinedList"/>
    <dgm:cxn modelId="{85B425FD-377D-4739-8509-F39AD1F604B9}" type="presParOf" srcId="{AEDE1381-0B19-42FC-B0EE-BE5447948441}" destId="{7EB629AB-CE39-4B3F-8A00-70C06922303F}" srcOrd="1" destOrd="0" presId="urn:microsoft.com/office/officeart/2008/layout/LinedList"/>
    <dgm:cxn modelId="{FA6D839E-CD02-445A-826A-A01133EEDA9B}" type="presParOf" srcId="{AEDE1381-0B19-42FC-B0EE-BE5447948441}" destId="{35DB1CE5-415C-40C0-8219-CA20917D7EAF}" srcOrd="2" destOrd="0" presId="urn:microsoft.com/office/officeart/2008/layout/LinedList"/>
    <dgm:cxn modelId="{D24538FD-A752-41F1-B4DB-C35935A5B1D7}" type="presParOf" srcId="{35DB1CE5-415C-40C0-8219-CA20917D7EAF}" destId="{EF1F9C04-3887-4FDD-A04F-5FA207531BF4}" srcOrd="0" destOrd="0" presId="urn:microsoft.com/office/officeart/2008/layout/LinedList"/>
    <dgm:cxn modelId="{2ABA5EA2-B505-413B-AF35-5BFFB55BFB42}" type="presParOf" srcId="{35DB1CE5-415C-40C0-8219-CA20917D7EAF}" destId="{19BF5AE7-FAD2-4BF9-B706-754F840323B3}" srcOrd="1" destOrd="0" presId="urn:microsoft.com/office/officeart/2008/layout/LinedList"/>
    <dgm:cxn modelId="{C0B49B2F-21B9-41DA-81BF-80515297C47B}" type="presParOf" srcId="{35DB1CE5-415C-40C0-8219-CA20917D7EAF}" destId="{0279CAE0-E564-4A58-8CC7-ED00A0B1355F}" srcOrd="2" destOrd="0" presId="urn:microsoft.com/office/officeart/2008/layout/LinedList"/>
    <dgm:cxn modelId="{C2C4C98C-F463-48B7-893C-980BCEEFF09D}" type="presParOf" srcId="{632829FE-8155-4442-8E0A-D07862730AD0}" destId="{76488463-45AD-4D17-99C6-A1C642EA6072}" srcOrd="2" destOrd="0" presId="urn:microsoft.com/office/officeart/2008/layout/LinedList"/>
    <dgm:cxn modelId="{DDD7AB67-2A1B-4885-AE08-FF6159E60E5F}" type="presParOf" srcId="{632829FE-8155-4442-8E0A-D07862730AD0}" destId="{E89928F0-09A2-4E0A-9EE8-733DFDA8879A}" srcOrd="3" destOrd="0" presId="urn:microsoft.com/office/officeart/2008/layout/LinedList"/>
    <dgm:cxn modelId="{842687C1-1029-4BA2-A221-B39E16D8EA12}" type="presParOf" srcId="{632829FE-8155-4442-8E0A-D07862730AD0}" destId="{3A62B527-4625-451A-A06E-94A3A8F7DC88}" srcOrd="4" destOrd="0" presId="urn:microsoft.com/office/officeart/2008/layout/LinedList"/>
    <dgm:cxn modelId="{2F6CB9CD-8929-4C3B-B84A-DD4C64BEADBA}" type="presParOf" srcId="{3A62B527-4625-451A-A06E-94A3A8F7DC88}" destId="{E7B4568D-77BC-48A8-87CE-1B8EE2172E20}" srcOrd="0" destOrd="0" presId="urn:microsoft.com/office/officeart/2008/layout/LinedList"/>
    <dgm:cxn modelId="{364E24F3-CB06-4C53-864E-FF704DFDFE85}" type="presParOf" srcId="{3A62B527-4625-451A-A06E-94A3A8F7DC88}" destId="{D60FEF88-7ABC-40F7-98D5-09D4FC23DDB5}" srcOrd="1" destOrd="0" presId="urn:microsoft.com/office/officeart/2008/layout/LinedList"/>
    <dgm:cxn modelId="{51813EFB-B28C-4C5F-BBC3-33020822116D}" type="presParOf" srcId="{3A62B527-4625-451A-A06E-94A3A8F7DC88}" destId="{C2EDB82A-7422-4848-B27D-541B141A95E1}" srcOrd="2" destOrd="0" presId="urn:microsoft.com/office/officeart/2008/layout/LinedList"/>
    <dgm:cxn modelId="{EC996719-A509-4AA5-8576-080C470179F3}" type="presParOf" srcId="{C2EDB82A-7422-4848-B27D-541B141A95E1}" destId="{9DAD92C2-F0AA-4C70-AB77-D200E460ED3A}" srcOrd="0" destOrd="0" presId="urn:microsoft.com/office/officeart/2008/layout/LinedList"/>
    <dgm:cxn modelId="{7CBC8452-2299-42F4-924F-5EFB33D9E2AB}" type="presParOf" srcId="{9DAD92C2-F0AA-4C70-AB77-D200E460ED3A}" destId="{776C7A29-CA61-4193-B285-94DEE9873FA4}" srcOrd="0" destOrd="0" presId="urn:microsoft.com/office/officeart/2008/layout/LinedList"/>
    <dgm:cxn modelId="{5C176B6A-6D2C-4299-8429-3686769B503F}" type="presParOf" srcId="{9DAD92C2-F0AA-4C70-AB77-D200E460ED3A}" destId="{02DEBDCC-9644-4073-AA0E-B2B80FE8459E}" srcOrd="1" destOrd="0" presId="urn:microsoft.com/office/officeart/2008/layout/LinedList"/>
    <dgm:cxn modelId="{81EC79E4-4E64-400B-92D4-FA1E8568558D}" type="presParOf" srcId="{9DAD92C2-F0AA-4C70-AB77-D200E460ED3A}" destId="{C050FBAF-59BA-4212-B54F-6C8E4BF6726D}" srcOrd="2" destOrd="0" presId="urn:microsoft.com/office/officeart/2008/layout/LinedList"/>
    <dgm:cxn modelId="{8ACD2608-EF68-4F05-801C-8C91D7E775AF}" type="presParOf" srcId="{C2EDB82A-7422-4848-B27D-541B141A95E1}" destId="{ED72B5AC-AF56-4A65-A656-D6921E81AA84}" srcOrd="1" destOrd="0" presId="urn:microsoft.com/office/officeart/2008/layout/LinedList"/>
    <dgm:cxn modelId="{FBD3B751-6DEA-47B9-8942-BA63E9E27553}" type="presParOf" srcId="{C2EDB82A-7422-4848-B27D-541B141A95E1}" destId="{2A842FDF-58C0-4A6B-A4FD-3730A9060B3C}" srcOrd="2" destOrd="0" presId="urn:microsoft.com/office/officeart/2008/layout/LinedList"/>
    <dgm:cxn modelId="{D5E82924-092E-47DD-A67B-D3D9B889A53D}" type="presParOf" srcId="{2A842FDF-58C0-4A6B-A4FD-3730A9060B3C}" destId="{16189A82-E36D-49E8-B2A4-91B5E04CB291}" srcOrd="0" destOrd="0" presId="urn:microsoft.com/office/officeart/2008/layout/LinedList"/>
    <dgm:cxn modelId="{94108D69-FB3F-4A2C-907C-6D0ACC260C37}" type="presParOf" srcId="{2A842FDF-58C0-4A6B-A4FD-3730A9060B3C}" destId="{3FAE8B10-EE45-4372-85F4-A1BBDC3C56C9}" srcOrd="1" destOrd="0" presId="urn:microsoft.com/office/officeart/2008/layout/LinedList"/>
    <dgm:cxn modelId="{195C98A2-E55B-43BA-A6C7-0243CCB91344}" type="presParOf" srcId="{2A842FDF-58C0-4A6B-A4FD-3730A9060B3C}" destId="{C8ACA1C0-BC69-49D6-B136-9F3D9F97BB80}" srcOrd="2" destOrd="0" presId="urn:microsoft.com/office/officeart/2008/layout/LinedList"/>
    <dgm:cxn modelId="{5D6FCA8F-B1EA-4C1C-9FA8-39CFC993FCFD}" type="presParOf" srcId="{632829FE-8155-4442-8E0A-D07862730AD0}" destId="{209F9CEC-B82D-4C68-8D51-270916B4234F}" srcOrd="5" destOrd="0" presId="urn:microsoft.com/office/officeart/2008/layout/LinedList"/>
    <dgm:cxn modelId="{12EF70F3-D6DC-4D72-A317-D29E5BE1D260}" type="presParOf" srcId="{632829FE-8155-4442-8E0A-D07862730AD0}" destId="{A1612628-0615-4868-B913-588A946202CE}" srcOrd="6" destOrd="0" presId="urn:microsoft.com/office/officeart/2008/layout/LinedList"/>
    <dgm:cxn modelId="{DC0C4286-0583-4FB7-A197-B4F9B7851F86}" type="presParOf" srcId="{425E4C81-461B-43E6-AF93-ED6795B96414}" destId="{E3226D0E-55C5-4804-8328-1C39A3159515}" srcOrd="2" destOrd="0" presId="urn:microsoft.com/office/officeart/2008/layout/LinedList"/>
    <dgm:cxn modelId="{32C19B77-6BB7-44CF-947F-8C36E76C4308}" type="presParOf" srcId="{425E4C81-461B-43E6-AF93-ED6795B96414}" destId="{6596387A-400B-43F0-9C5F-EAD42A57B22C}" srcOrd="3" destOrd="0" presId="urn:microsoft.com/office/officeart/2008/layout/LinedList"/>
    <dgm:cxn modelId="{2EA7B831-BA45-477A-B2F1-A39AE25A90B3}" type="presParOf" srcId="{6596387A-400B-43F0-9C5F-EAD42A57B22C}" destId="{600E95B5-2376-4A0A-81D9-6FBE648D35A3}" srcOrd="0" destOrd="0" presId="urn:microsoft.com/office/officeart/2008/layout/LinedList"/>
    <dgm:cxn modelId="{D74164B8-54BD-4EC3-8A04-87281EE336DA}" type="presParOf" srcId="{6596387A-400B-43F0-9C5F-EAD42A57B22C}" destId="{BB0AE3DE-3F6A-496A-AB16-4E7FED817A0E}" srcOrd="1" destOrd="0" presId="urn:microsoft.com/office/officeart/2008/layout/LinedList"/>
    <dgm:cxn modelId="{03DD869E-4254-4C0B-8D9B-77D4129BA9BD}" type="presParOf" srcId="{BB0AE3DE-3F6A-496A-AB16-4E7FED817A0E}" destId="{3A5E963E-D40F-4919-B7EC-E0697660116C}" srcOrd="0" destOrd="0" presId="urn:microsoft.com/office/officeart/2008/layout/LinedList"/>
    <dgm:cxn modelId="{2EAA85B4-29CD-4038-8FF8-6E05C0CE7F85}" type="presParOf" srcId="{BB0AE3DE-3F6A-496A-AB16-4E7FED817A0E}" destId="{467E8B6D-7A71-45E0-B28C-EE87D4909303}" srcOrd="1" destOrd="0" presId="urn:microsoft.com/office/officeart/2008/layout/LinedList"/>
    <dgm:cxn modelId="{A1CC664E-39A1-4FEC-AD4B-CA3FE0AEED31}" type="presParOf" srcId="{467E8B6D-7A71-45E0-B28C-EE87D4909303}" destId="{569D004F-11FE-4F12-93D8-48CABCC09D0C}" srcOrd="0" destOrd="0" presId="urn:microsoft.com/office/officeart/2008/layout/LinedList"/>
    <dgm:cxn modelId="{25675000-9924-45E8-8BB3-9A1941B843E7}" type="presParOf" srcId="{467E8B6D-7A71-45E0-B28C-EE87D4909303}" destId="{1EDE6F4E-1431-49CE-B1CF-C8914B2CFCCC}" srcOrd="1" destOrd="0" presId="urn:microsoft.com/office/officeart/2008/layout/LinedList"/>
    <dgm:cxn modelId="{9CF72DFC-CAD8-456C-B347-DB9D041CE24A}" type="presParOf" srcId="{467E8B6D-7A71-45E0-B28C-EE87D4909303}" destId="{53B7020B-7D48-43CA-B37B-2329EF6C5C03}" srcOrd="2" destOrd="0" presId="urn:microsoft.com/office/officeart/2008/layout/LinedList"/>
    <dgm:cxn modelId="{90E108B7-B33F-4A35-B916-4D84FC201BE4}" type="presParOf" srcId="{53B7020B-7D48-43CA-B37B-2329EF6C5C03}" destId="{4E8906CF-7D5D-4741-BACF-A92B3822B1FE}" srcOrd="0" destOrd="0" presId="urn:microsoft.com/office/officeart/2008/layout/LinedList"/>
    <dgm:cxn modelId="{E8DD4BDB-EB53-4BBA-A13A-7F92D3ED0D76}" type="presParOf" srcId="{4E8906CF-7D5D-4741-BACF-A92B3822B1FE}" destId="{288D6E65-55F4-4786-91EA-EA80464C373F}" srcOrd="0" destOrd="0" presId="urn:microsoft.com/office/officeart/2008/layout/LinedList"/>
    <dgm:cxn modelId="{749F8A2A-3087-4387-8413-2AB9DA41078A}" type="presParOf" srcId="{4E8906CF-7D5D-4741-BACF-A92B3822B1FE}" destId="{C6D3B54A-AB6E-47CD-B69B-F4A51351327D}" srcOrd="1" destOrd="0" presId="urn:microsoft.com/office/officeart/2008/layout/LinedList"/>
    <dgm:cxn modelId="{7D16CF91-4B2C-4558-B331-09B17E1CD935}" type="presParOf" srcId="{4E8906CF-7D5D-4741-BACF-A92B3822B1FE}" destId="{B3E417F2-E47A-4BFC-87A9-2E3BD3B277E1}" srcOrd="2" destOrd="0" presId="urn:microsoft.com/office/officeart/2008/layout/LinedList"/>
    <dgm:cxn modelId="{D463545E-05EC-42F1-925F-650E4A31B205}" type="presParOf" srcId="{53B7020B-7D48-43CA-B37B-2329EF6C5C03}" destId="{22027B22-0519-40E3-AD98-CBB6186325AB}" srcOrd="1" destOrd="0" presId="urn:microsoft.com/office/officeart/2008/layout/LinedList"/>
    <dgm:cxn modelId="{7986A5B6-5BF7-4CA2-B040-8962F34BBCFF}" type="presParOf" srcId="{53B7020B-7D48-43CA-B37B-2329EF6C5C03}" destId="{9136377D-9625-4CEE-9C89-AEDFD5BE6538}" srcOrd="2" destOrd="0" presId="urn:microsoft.com/office/officeart/2008/layout/LinedList"/>
    <dgm:cxn modelId="{6861CDAB-CDF0-4B60-9069-BFD60A0B373C}" type="presParOf" srcId="{9136377D-9625-4CEE-9C89-AEDFD5BE6538}" destId="{450F5279-7C15-48E2-96DC-4F782E96B328}" srcOrd="0" destOrd="0" presId="urn:microsoft.com/office/officeart/2008/layout/LinedList"/>
    <dgm:cxn modelId="{4CEFE164-22AB-429B-B4EE-2A29D8D02932}" type="presParOf" srcId="{9136377D-9625-4CEE-9C89-AEDFD5BE6538}" destId="{CB495111-7702-4FFA-87B1-B662AFA5B293}" srcOrd="1" destOrd="0" presId="urn:microsoft.com/office/officeart/2008/layout/LinedList"/>
    <dgm:cxn modelId="{DB1EAC58-C068-403B-A624-7F79C8C5389D}" type="presParOf" srcId="{9136377D-9625-4CEE-9C89-AEDFD5BE6538}" destId="{B77A8032-79CE-400B-B207-4B4D28C9CD7C}" srcOrd="2" destOrd="0" presId="urn:microsoft.com/office/officeart/2008/layout/LinedList"/>
    <dgm:cxn modelId="{24CF1891-FBFE-4D32-84E0-B82ED10A91D6}" type="presParOf" srcId="{BB0AE3DE-3F6A-496A-AB16-4E7FED817A0E}" destId="{7290A87B-2721-446C-A869-E66E14770980}" srcOrd="2" destOrd="0" presId="urn:microsoft.com/office/officeart/2008/layout/LinedList"/>
    <dgm:cxn modelId="{1DFCA94E-FF9A-4E2F-9B0B-2E1E6FAC5F8D}" type="presParOf" srcId="{BB0AE3DE-3F6A-496A-AB16-4E7FED817A0E}" destId="{35568A60-F475-4A10-B0A0-11BF00E797B8}" srcOrd="3" destOrd="0" presId="urn:microsoft.com/office/officeart/2008/layout/LinedList"/>
    <dgm:cxn modelId="{1A23BDFF-2266-4D5A-8389-DFEFF289C255}" type="presParOf" srcId="{BB0AE3DE-3F6A-496A-AB16-4E7FED817A0E}" destId="{A9BC5AF1-F87C-4861-A357-422C7224F250}" srcOrd="4" destOrd="0" presId="urn:microsoft.com/office/officeart/2008/layout/LinedList"/>
    <dgm:cxn modelId="{F86A0BF9-1EEE-4CE2-9674-FBE2DA8C8384}" type="presParOf" srcId="{A9BC5AF1-F87C-4861-A357-422C7224F250}" destId="{C0FEAE2C-F574-42E7-804C-8089E5896A33}" srcOrd="0" destOrd="0" presId="urn:microsoft.com/office/officeart/2008/layout/LinedList"/>
    <dgm:cxn modelId="{7F878006-0F74-4523-8BC0-BFE84CE2C6CE}" type="presParOf" srcId="{A9BC5AF1-F87C-4861-A357-422C7224F250}" destId="{30FBBE40-CAAF-4680-BFF3-AD2C19BA0A73}" srcOrd="1" destOrd="0" presId="urn:microsoft.com/office/officeart/2008/layout/LinedList"/>
    <dgm:cxn modelId="{40D45557-1FD2-4424-A46B-F5BFF4963650}" type="presParOf" srcId="{A9BC5AF1-F87C-4861-A357-422C7224F250}" destId="{D751EC03-99E3-4052-8827-87DE4FCFFC8A}" srcOrd="2" destOrd="0" presId="urn:microsoft.com/office/officeart/2008/layout/LinedList"/>
    <dgm:cxn modelId="{73368837-780E-43D7-B854-501CEA5D40A7}" type="presParOf" srcId="{D751EC03-99E3-4052-8827-87DE4FCFFC8A}" destId="{631425C2-6E00-4599-999A-4EDFFB587C5A}" srcOrd="0" destOrd="0" presId="urn:microsoft.com/office/officeart/2008/layout/LinedList"/>
    <dgm:cxn modelId="{EDDB70AD-C7C2-404D-8AEB-795E8442E098}" type="presParOf" srcId="{631425C2-6E00-4599-999A-4EDFFB587C5A}" destId="{8922EA08-890A-4572-B429-5E21EAE48B09}" srcOrd="0" destOrd="0" presId="urn:microsoft.com/office/officeart/2008/layout/LinedList"/>
    <dgm:cxn modelId="{5F0C29D0-E994-406D-AEB4-D1BB3BD59496}" type="presParOf" srcId="{631425C2-6E00-4599-999A-4EDFFB587C5A}" destId="{725E3772-0EC0-455F-9DD3-6D243C65A74E}" srcOrd="1" destOrd="0" presId="urn:microsoft.com/office/officeart/2008/layout/LinedList"/>
    <dgm:cxn modelId="{2F13218F-2C2A-411A-8A28-21D648783635}" type="presParOf" srcId="{631425C2-6E00-4599-999A-4EDFFB587C5A}" destId="{48DDF577-B171-460C-ADA4-4B3F8258958E}" srcOrd="2" destOrd="0" presId="urn:microsoft.com/office/officeart/2008/layout/LinedList"/>
    <dgm:cxn modelId="{8B3E8DFB-B943-466D-8D0E-A0BFCF4E2BDF}" type="presParOf" srcId="{BB0AE3DE-3F6A-496A-AB16-4E7FED817A0E}" destId="{72F96BE5-FEB1-4E58-A01E-D01762B6E8B4}" srcOrd="5" destOrd="0" presId="urn:microsoft.com/office/officeart/2008/layout/LinedList"/>
    <dgm:cxn modelId="{EA195856-D8E8-42F1-9211-5B60BEBCA50C}" type="presParOf" srcId="{BB0AE3DE-3F6A-496A-AB16-4E7FED817A0E}" destId="{3F67C4D9-4AEA-42A1-8FE8-ECD8F2020D9B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2F9779-4F3F-490A-B6D7-466F81CA8050}">
      <dsp:nvSpPr>
        <dsp:cNvPr id="0" name=""/>
        <dsp:cNvSpPr/>
      </dsp:nvSpPr>
      <dsp:spPr>
        <a:xfrm>
          <a:off x="0" y="19892"/>
          <a:ext cx="106246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BFE23-AD95-46B6-8A86-B6AF5C08CD81}">
      <dsp:nvSpPr>
        <dsp:cNvPr id="0" name=""/>
        <dsp:cNvSpPr/>
      </dsp:nvSpPr>
      <dsp:spPr>
        <a:xfrm>
          <a:off x="0" y="19892"/>
          <a:ext cx="2124935" cy="1584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Вопросы</a:t>
          </a:r>
        </a:p>
      </dsp:txBody>
      <dsp:txXfrm>
        <a:off x="0" y="19892"/>
        <a:ext cx="2124935" cy="1584339"/>
      </dsp:txXfrm>
    </dsp:sp>
    <dsp:sp modelId="{D9101D8A-1DF5-468F-B2FE-8496CF2FFA70}">
      <dsp:nvSpPr>
        <dsp:cNvPr id="0" name=""/>
        <dsp:cNvSpPr/>
      </dsp:nvSpPr>
      <dsp:spPr>
        <a:xfrm>
          <a:off x="2284305" y="33678"/>
          <a:ext cx="8340372" cy="736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kern="1200" dirty="0">
              <a:solidFill>
                <a:srgbClr val="000000"/>
              </a:solidFill>
              <a:effectLst/>
              <a:latin typeface="+mn-lt"/>
            </a:rPr>
            <a:t>Какие систематические механизмы когнитивных искажений действуют при взаимодействии человек-ИИ?</a:t>
          </a:r>
          <a:endParaRPr lang="ru-RU" sz="1800" kern="1200" dirty="0">
            <a:latin typeface="+mn-lt"/>
          </a:endParaRPr>
        </a:p>
      </dsp:txBody>
      <dsp:txXfrm>
        <a:off x="2284305" y="33678"/>
        <a:ext cx="8340372" cy="736470"/>
      </dsp:txXfrm>
    </dsp:sp>
    <dsp:sp modelId="{9508BBA4-702D-4C30-9C4D-D690E1278721}">
      <dsp:nvSpPr>
        <dsp:cNvPr id="0" name=""/>
        <dsp:cNvSpPr/>
      </dsp:nvSpPr>
      <dsp:spPr>
        <a:xfrm>
          <a:off x="2124935" y="793186"/>
          <a:ext cx="8499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A3BD74-E629-472E-8AA5-92436DAFEAAC}">
      <dsp:nvSpPr>
        <dsp:cNvPr id="0" name=""/>
        <dsp:cNvSpPr/>
      </dsp:nvSpPr>
      <dsp:spPr>
        <a:xfrm>
          <a:off x="2284305" y="806972"/>
          <a:ext cx="8340372" cy="736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kern="1200" dirty="0">
              <a:solidFill>
                <a:srgbClr val="000000"/>
              </a:solidFill>
              <a:effectLst/>
              <a:latin typeface="+mn-lt"/>
            </a:rPr>
            <a:t>Возможны ли практики на основе поведенческой психологии для снижения искажени</a:t>
          </a:r>
          <a:r>
            <a:rPr lang="ru-RU" sz="1800" kern="1200" dirty="0">
              <a:solidFill>
                <a:srgbClr val="000000"/>
              </a:solidFill>
              <a:latin typeface="+mn-lt"/>
            </a:rPr>
            <a:t>й</a:t>
          </a:r>
          <a:r>
            <a:rPr lang="ru-RU" sz="1800" b="0" kern="1200" dirty="0">
              <a:solidFill>
                <a:srgbClr val="000000"/>
              </a:solidFill>
              <a:effectLst/>
              <a:latin typeface="+mn-lt"/>
            </a:rPr>
            <a:t>?</a:t>
          </a:r>
          <a:endParaRPr lang="ru-RU" sz="1800" kern="1200" dirty="0">
            <a:latin typeface="+mn-lt"/>
          </a:endParaRPr>
        </a:p>
      </dsp:txBody>
      <dsp:txXfrm>
        <a:off x="2284305" y="806972"/>
        <a:ext cx="8340372" cy="736470"/>
      </dsp:txXfrm>
    </dsp:sp>
    <dsp:sp modelId="{F563C1A0-3D7E-4C00-B828-71C0DDC2BE75}">
      <dsp:nvSpPr>
        <dsp:cNvPr id="0" name=""/>
        <dsp:cNvSpPr/>
      </dsp:nvSpPr>
      <dsp:spPr>
        <a:xfrm>
          <a:off x="2124935" y="1566480"/>
          <a:ext cx="8499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77493A-DE99-49DA-8CFC-10FD43CDB0E1}">
      <dsp:nvSpPr>
        <dsp:cNvPr id="0" name=""/>
        <dsp:cNvSpPr/>
      </dsp:nvSpPr>
      <dsp:spPr>
        <a:xfrm>
          <a:off x="0" y="1604232"/>
          <a:ext cx="106246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4AFD0-7A1A-4DDA-9D62-47A7714797F9}">
      <dsp:nvSpPr>
        <dsp:cNvPr id="0" name=""/>
        <dsp:cNvSpPr/>
      </dsp:nvSpPr>
      <dsp:spPr>
        <a:xfrm>
          <a:off x="0" y="1604232"/>
          <a:ext cx="2124935" cy="1584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Гипотезы</a:t>
          </a:r>
        </a:p>
      </dsp:txBody>
      <dsp:txXfrm>
        <a:off x="0" y="1604232"/>
        <a:ext cx="2124935" cy="1584339"/>
      </dsp:txXfrm>
    </dsp:sp>
    <dsp:sp modelId="{5AEE0FC8-7720-4ABA-83A1-20E71CA7B3F8}">
      <dsp:nvSpPr>
        <dsp:cNvPr id="0" name=""/>
        <dsp:cNvSpPr/>
      </dsp:nvSpPr>
      <dsp:spPr>
        <a:xfrm>
          <a:off x="2284305" y="1617567"/>
          <a:ext cx="8340372" cy="71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kern="1200" dirty="0">
              <a:solidFill>
                <a:srgbClr val="000000"/>
              </a:solidFill>
              <a:effectLst/>
              <a:latin typeface="+mn-lt"/>
            </a:rPr>
            <a:t>Существуют три взаимодействующих механизма: усиление предубеждений, якорение и наследование предвзятости</a:t>
          </a:r>
          <a:endParaRPr lang="ru-RU" sz="1800" kern="1200" dirty="0">
            <a:latin typeface="+mn-lt"/>
          </a:endParaRPr>
        </a:p>
      </dsp:txBody>
      <dsp:txXfrm>
        <a:off x="2284305" y="1617567"/>
        <a:ext cx="8340372" cy="712366"/>
      </dsp:txXfrm>
    </dsp:sp>
    <dsp:sp modelId="{B11920DA-9C19-4EB8-BFD3-FCC936374217}">
      <dsp:nvSpPr>
        <dsp:cNvPr id="0" name=""/>
        <dsp:cNvSpPr/>
      </dsp:nvSpPr>
      <dsp:spPr>
        <a:xfrm>
          <a:off x="2124935" y="2352216"/>
          <a:ext cx="8499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C0974-C7B1-4AD2-B417-40EE8F3F3A65}">
      <dsp:nvSpPr>
        <dsp:cNvPr id="0" name=""/>
        <dsp:cNvSpPr/>
      </dsp:nvSpPr>
      <dsp:spPr>
        <a:xfrm>
          <a:off x="2284305" y="2365552"/>
          <a:ext cx="8340372" cy="71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kern="1200" dirty="0">
              <a:solidFill>
                <a:srgbClr val="000000"/>
              </a:solidFill>
              <a:effectLst/>
              <a:latin typeface="+mn-lt"/>
            </a:rPr>
            <a:t>Практики саморегуляции на основе поведенческой психологии измеримо снижают искажения</a:t>
          </a:r>
          <a:endParaRPr lang="ru-RU" sz="1800" kern="1200" dirty="0">
            <a:latin typeface="+mn-lt"/>
          </a:endParaRPr>
        </a:p>
      </dsp:txBody>
      <dsp:txXfrm>
        <a:off x="2284305" y="2365552"/>
        <a:ext cx="8340372" cy="712366"/>
      </dsp:txXfrm>
    </dsp:sp>
    <dsp:sp modelId="{5534AD0C-FAD7-4444-AB39-028C7B46BA89}">
      <dsp:nvSpPr>
        <dsp:cNvPr id="0" name=""/>
        <dsp:cNvSpPr/>
      </dsp:nvSpPr>
      <dsp:spPr>
        <a:xfrm flipV="1">
          <a:off x="2124935" y="3100201"/>
          <a:ext cx="8488607" cy="5153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E7281-E679-4C66-9031-6854B857821B}">
      <dsp:nvSpPr>
        <dsp:cNvPr id="0" name=""/>
        <dsp:cNvSpPr/>
      </dsp:nvSpPr>
      <dsp:spPr>
        <a:xfrm>
          <a:off x="0" y="3188571"/>
          <a:ext cx="106246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90E12-79D1-4389-BD2A-F35A9E0BDF31}">
      <dsp:nvSpPr>
        <dsp:cNvPr id="0" name=""/>
        <dsp:cNvSpPr/>
      </dsp:nvSpPr>
      <dsp:spPr>
        <a:xfrm>
          <a:off x="0" y="3188571"/>
          <a:ext cx="2124935" cy="1584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Методология</a:t>
          </a:r>
        </a:p>
      </dsp:txBody>
      <dsp:txXfrm>
        <a:off x="0" y="3188571"/>
        <a:ext cx="2124935" cy="1584339"/>
      </dsp:txXfrm>
    </dsp:sp>
    <dsp:sp modelId="{77E9AD36-5524-4279-B1F9-894008EA8C77}">
      <dsp:nvSpPr>
        <dsp:cNvPr id="0" name=""/>
        <dsp:cNvSpPr/>
      </dsp:nvSpPr>
      <dsp:spPr>
        <a:xfrm>
          <a:off x="2284305" y="3225395"/>
          <a:ext cx="8340372" cy="736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+mn-lt"/>
            </a:rPr>
            <a:t>Систематический синтез эмпирических исследований</a:t>
          </a:r>
        </a:p>
      </dsp:txBody>
      <dsp:txXfrm>
        <a:off x="2284305" y="3225395"/>
        <a:ext cx="8340372" cy="736470"/>
      </dsp:txXfrm>
    </dsp:sp>
    <dsp:sp modelId="{1C1B3510-488A-4FE8-BC6E-0CD6C3F61519}">
      <dsp:nvSpPr>
        <dsp:cNvPr id="0" name=""/>
        <dsp:cNvSpPr/>
      </dsp:nvSpPr>
      <dsp:spPr>
        <a:xfrm>
          <a:off x="2124935" y="3961866"/>
          <a:ext cx="8499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4D6FB-C1CB-43F9-9D21-78C37C104B08}">
      <dsp:nvSpPr>
        <dsp:cNvPr id="0" name=""/>
        <dsp:cNvSpPr/>
      </dsp:nvSpPr>
      <dsp:spPr>
        <a:xfrm>
          <a:off x="2284305" y="3998689"/>
          <a:ext cx="8340372" cy="736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+mn-lt"/>
            </a:rPr>
            <a:t>5</a:t>
          </a:r>
          <a:r>
            <a:rPr lang="ru-RU" sz="1200" b="0" kern="1200" dirty="0">
              <a:solidFill>
                <a:srgbClr val="000000"/>
              </a:solidFill>
              <a:effectLst/>
              <a:latin typeface="+mn-lt"/>
            </a:rPr>
            <a:t> независимых исследований</a:t>
          </a:r>
          <a:br>
            <a:rPr lang="ru-RU" sz="1200" b="0" kern="1200" dirty="0">
              <a:solidFill>
                <a:srgbClr val="000000"/>
              </a:solidFill>
              <a:effectLst/>
              <a:latin typeface="+mn-lt"/>
            </a:rPr>
          </a:br>
          <a:r>
            <a:rPr lang="ru-RU" sz="1200" b="0" kern="1200" dirty="0">
              <a:solidFill>
                <a:srgbClr val="000000"/>
              </a:solidFill>
              <a:effectLst/>
              <a:latin typeface="+mn-lt"/>
            </a:rPr>
            <a:t>3 домена (медицина, менеджмент, образование)</a:t>
          </a:r>
          <a:br>
            <a:rPr lang="ru-RU" sz="1200" b="0" kern="1200" dirty="0">
              <a:solidFill>
                <a:srgbClr val="000000"/>
              </a:solidFill>
              <a:effectLst/>
              <a:latin typeface="+mn-lt"/>
            </a:rPr>
          </a:br>
          <a:r>
            <a:rPr lang="ru-RU" sz="1200" b="0" kern="1200" dirty="0">
              <a:solidFill>
                <a:srgbClr val="000000"/>
              </a:solidFill>
              <a:effectLst/>
              <a:latin typeface="+mn-lt"/>
            </a:rPr>
            <a:t>N&gt;2,000 совокупно</a:t>
          </a:r>
          <a:endParaRPr lang="ru-RU" sz="1200" kern="1200" dirty="0">
            <a:latin typeface="+mn-lt"/>
          </a:endParaRPr>
        </a:p>
      </dsp:txBody>
      <dsp:txXfrm>
        <a:off x="2284305" y="3998689"/>
        <a:ext cx="8340372" cy="736470"/>
      </dsp:txXfrm>
    </dsp:sp>
    <dsp:sp modelId="{6C8AEE3A-1C09-496B-800F-0AC34F54F01A}">
      <dsp:nvSpPr>
        <dsp:cNvPr id="0" name=""/>
        <dsp:cNvSpPr/>
      </dsp:nvSpPr>
      <dsp:spPr>
        <a:xfrm>
          <a:off x="2124935" y="4735160"/>
          <a:ext cx="8499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E053C-491E-43AD-92D6-2502580F5480}">
      <dsp:nvSpPr>
        <dsp:cNvPr id="0" name=""/>
        <dsp:cNvSpPr/>
      </dsp:nvSpPr>
      <dsp:spPr>
        <a:xfrm>
          <a:off x="2040353" y="1704"/>
          <a:ext cx="1190304" cy="773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ИИ выдает уверенный ответ</a:t>
          </a:r>
        </a:p>
      </dsp:txBody>
      <dsp:txXfrm>
        <a:off x="2078122" y="39473"/>
        <a:ext cx="1114766" cy="698159"/>
      </dsp:txXfrm>
    </dsp:sp>
    <dsp:sp modelId="{17CB1101-D285-4DC1-8E45-9AF50E4752CB}">
      <dsp:nvSpPr>
        <dsp:cNvPr id="0" name=""/>
        <dsp:cNvSpPr/>
      </dsp:nvSpPr>
      <dsp:spPr>
        <a:xfrm>
          <a:off x="1357840" y="388553"/>
          <a:ext cx="2555331" cy="2555331"/>
        </a:xfrm>
        <a:custGeom>
          <a:avLst/>
          <a:gdLst/>
          <a:ahLst/>
          <a:cxnLst/>
          <a:rect l="0" t="0" r="0" b="0"/>
          <a:pathLst>
            <a:path>
              <a:moveTo>
                <a:pt x="2036962" y="250096"/>
              </a:moveTo>
              <a:arcTo wR="1277665" hR="1277665" stAng="18387698" swAng="1632900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B4D6D1-B244-4124-AC1D-15070E2CB06D}">
      <dsp:nvSpPr>
        <dsp:cNvPr id="0" name=""/>
        <dsp:cNvSpPr/>
      </dsp:nvSpPr>
      <dsp:spPr>
        <a:xfrm>
          <a:off x="3318019" y="1279370"/>
          <a:ext cx="1190304" cy="773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Человек воспринимает ответ как объективный</a:t>
          </a:r>
        </a:p>
      </dsp:txBody>
      <dsp:txXfrm>
        <a:off x="3355788" y="1317139"/>
        <a:ext cx="1114766" cy="698159"/>
      </dsp:txXfrm>
    </dsp:sp>
    <dsp:sp modelId="{D1D50028-90C7-4AD1-92C3-90106D8B55A4}">
      <dsp:nvSpPr>
        <dsp:cNvPr id="0" name=""/>
        <dsp:cNvSpPr/>
      </dsp:nvSpPr>
      <dsp:spPr>
        <a:xfrm>
          <a:off x="1357840" y="388553"/>
          <a:ext cx="2555331" cy="2555331"/>
        </a:xfrm>
        <a:custGeom>
          <a:avLst/>
          <a:gdLst/>
          <a:ahLst/>
          <a:cxnLst/>
          <a:rect l="0" t="0" r="0" b="0"/>
          <a:pathLst>
            <a:path>
              <a:moveTo>
                <a:pt x="2422844" y="1844229"/>
              </a:moveTo>
              <a:arcTo wR="1277665" hR="1277665" stAng="1579402" swAng="1632900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C180C-ECDC-4D65-9EAA-3FEAF9FFC856}">
      <dsp:nvSpPr>
        <dsp:cNvPr id="0" name=""/>
        <dsp:cNvSpPr/>
      </dsp:nvSpPr>
      <dsp:spPr>
        <a:xfrm>
          <a:off x="2040353" y="2557036"/>
          <a:ext cx="1190304" cy="773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Доверие к ИИ повышается</a:t>
          </a:r>
        </a:p>
      </dsp:txBody>
      <dsp:txXfrm>
        <a:off x="2078122" y="2594805"/>
        <a:ext cx="1114766" cy="698159"/>
      </dsp:txXfrm>
    </dsp:sp>
    <dsp:sp modelId="{72BFC5E4-6CF9-41C7-B2FC-475A6BD6E8A5}">
      <dsp:nvSpPr>
        <dsp:cNvPr id="0" name=""/>
        <dsp:cNvSpPr/>
      </dsp:nvSpPr>
      <dsp:spPr>
        <a:xfrm>
          <a:off x="1357840" y="388553"/>
          <a:ext cx="2555331" cy="2555331"/>
        </a:xfrm>
        <a:custGeom>
          <a:avLst/>
          <a:gdLst/>
          <a:ahLst/>
          <a:cxnLst/>
          <a:rect l="0" t="0" r="0" b="0"/>
          <a:pathLst>
            <a:path>
              <a:moveTo>
                <a:pt x="518368" y="2305234"/>
              </a:moveTo>
              <a:arcTo wR="1277665" hR="1277665" stAng="7587698" swAng="1632900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7BC50-28C7-4B71-9B77-9626F5000537}">
      <dsp:nvSpPr>
        <dsp:cNvPr id="0" name=""/>
        <dsp:cNvSpPr/>
      </dsp:nvSpPr>
      <dsp:spPr>
        <a:xfrm>
          <a:off x="497309" y="1279370"/>
          <a:ext cx="1721061" cy="773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Усиление предубеждений подтвержденных ИИ, в т.ч. в ее объективности</a:t>
          </a:r>
        </a:p>
      </dsp:txBody>
      <dsp:txXfrm>
        <a:off x="535078" y="1317139"/>
        <a:ext cx="1645523" cy="698159"/>
      </dsp:txXfrm>
    </dsp:sp>
    <dsp:sp modelId="{41D2090D-D5EB-46FF-8082-4CA85E142E4A}">
      <dsp:nvSpPr>
        <dsp:cNvPr id="0" name=""/>
        <dsp:cNvSpPr/>
      </dsp:nvSpPr>
      <dsp:spPr>
        <a:xfrm>
          <a:off x="1357840" y="388553"/>
          <a:ext cx="2555331" cy="2555331"/>
        </a:xfrm>
        <a:custGeom>
          <a:avLst/>
          <a:gdLst/>
          <a:ahLst/>
          <a:cxnLst/>
          <a:rect l="0" t="0" r="0" b="0"/>
          <a:pathLst>
            <a:path>
              <a:moveTo>
                <a:pt x="132486" y="711101"/>
              </a:moveTo>
              <a:arcTo wR="1277665" hR="1277665" stAng="12379402" swAng="1632900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4AC0D-EBA5-4022-903B-AE31C32CA1EE}">
      <dsp:nvSpPr>
        <dsp:cNvPr id="0" name=""/>
        <dsp:cNvSpPr/>
      </dsp:nvSpPr>
      <dsp:spPr>
        <a:xfrm>
          <a:off x="4626" y="961874"/>
          <a:ext cx="1434308" cy="860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ИИ ответ выглядит качественно</a:t>
          </a:r>
        </a:p>
      </dsp:txBody>
      <dsp:txXfrm>
        <a:off x="29832" y="987080"/>
        <a:ext cx="1383896" cy="810172"/>
      </dsp:txXfrm>
    </dsp:sp>
    <dsp:sp modelId="{63BF028F-BC27-4B7E-A50C-D25E1E6DB642}">
      <dsp:nvSpPr>
        <dsp:cNvPr id="0" name=""/>
        <dsp:cNvSpPr/>
      </dsp:nvSpPr>
      <dsp:spPr>
        <a:xfrm>
          <a:off x="1582365" y="1214312"/>
          <a:ext cx="304073" cy="355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500" kern="1200"/>
        </a:p>
      </dsp:txBody>
      <dsp:txXfrm>
        <a:off x="1582365" y="1285454"/>
        <a:ext cx="212851" cy="213424"/>
      </dsp:txXfrm>
    </dsp:sp>
    <dsp:sp modelId="{0806C26D-1A51-44E8-9350-E58E747CC2DA}">
      <dsp:nvSpPr>
        <dsp:cNvPr id="0" name=""/>
        <dsp:cNvSpPr/>
      </dsp:nvSpPr>
      <dsp:spPr>
        <a:xfrm>
          <a:off x="2012658" y="961874"/>
          <a:ext cx="1434308" cy="860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Человек воспринимает результат как свой</a:t>
          </a:r>
        </a:p>
      </dsp:txBody>
      <dsp:txXfrm>
        <a:off x="2037864" y="987080"/>
        <a:ext cx="1383896" cy="810172"/>
      </dsp:txXfrm>
    </dsp:sp>
    <dsp:sp modelId="{7D10207B-ACBF-440C-90A4-84F6EC28D9C5}">
      <dsp:nvSpPr>
        <dsp:cNvPr id="0" name=""/>
        <dsp:cNvSpPr/>
      </dsp:nvSpPr>
      <dsp:spPr>
        <a:xfrm>
          <a:off x="3590397" y="1214312"/>
          <a:ext cx="304073" cy="355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500" kern="1200"/>
        </a:p>
      </dsp:txBody>
      <dsp:txXfrm>
        <a:off x="3590397" y="1285454"/>
        <a:ext cx="212851" cy="213424"/>
      </dsp:txXfrm>
    </dsp:sp>
    <dsp:sp modelId="{986EDAC4-92AC-4BE6-AFDC-9D57B5D53944}">
      <dsp:nvSpPr>
        <dsp:cNvPr id="0" name=""/>
        <dsp:cNvSpPr/>
      </dsp:nvSpPr>
      <dsp:spPr>
        <a:xfrm>
          <a:off x="4020689" y="961874"/>
          <a:ext cx="1434308" cy="860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Положительная обратная связь</a:t>
          </a:r>
        </a:p>
      </dsp:txBody>
      <dsp:txXfrm>
        <a:off x="4045895" y="987080"/>
        <a:ext cx="1383896" cy="810172"/>
      </dsp:txXfrm>
    </dsp:sp>
    <dsp:sp modelId="{580A59AD-5810-451D-8AE3-7787D0C0BFA0}">
      <dsp:nvSpPr>
        <dsp:cNvPr id="0" name=""/>
        <dsp:cNvSpPr/>
      </dsp:nvSpPr>
      <dsp:spPr>
        <a:xfrm>
          <a:off x="5598428" y="1214312"/>
          <a:ext cx="304073" cy="355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500" kern="1200"/>
        </a:p>
      </dsp:txBody>
      <dsp:txXfrm>
        <a:off x="5598428" y="1285454"/>
        <a:ext cx="212851" cy="213424"/>
      </dsp:txXfrm>
    </dsp:sp>
    <dsp:sp modelId="{394925E9-D4B5-4BF8-B27B-5CBB76599F09}">
      <dsp:nvSpPr>
        <dsp:cNvPr id="0" name=""/>
        <dsp:cNvSpPr/>
      </dsp:nvSpPr>
      <dsp:spPr>
        <a:xfrm>
          <a:off x="6028721" y="961874"/>
          <a:ext cx="1434308" cy="860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Человек присваивает успех себе</a:t>
          </a:r>
        </a:p>
      </dsp:txBody>
      <dsp:txXfrm>
        <a:off x="6053927" y="987080"/>
        <a:ext cx="1383896" cy="810172"/>
      </dsp:txXfrm>
    </dsp:sp>
    <dsp:sp modelId="{4EBE4D2C-3123-49CB-939C-16300BEC6332}">
      <dsp:nvSpPr>
        <dsp:cNvPr id="0" name=""/>
        <dsp:cNvSpPr/>
      </dsp:nvSpPr>
      <dsp:spPr>
        <a:xfrm>
          <a:off x="7606460" y="1214312"/>
          <a:ext cx="304073" cy="355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500" kern="1200"/>
        </a:p>
      </dsp:txBody>
      <dsp:txXfrm>
        <a:off x="7606460" y="1285454"/>
        <a:ext cx="212851" cy="213424"/>
      </dsp:txXfrm>
    </dsp:sp>
    <dsp:sp modelId="{5B076CA9-A15B-4B12-8C40-F2060BEE035C}">
      <dsp:nvSpPr>
        <dsp:cNvPr id="0" name=""/>
        <dsp:cNvSpPr/>
      </dsp:nvSpPr>
      <dsp:spPr>
        <a:xfrm>
          <a:off x="8036752" y="961874"/>
          <a:ext cx="1434308" cy="860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Формирование ложной уверенности и закрепление</a:t>
          </a:r>
        </a:p>
      </dsp:txBody>
      <dsp:txXfrm>
        <a:off x="8061958" y="987080"/>
        <a:ext cx="1383896" cy="8101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4D3D8-7023-44F2-8022-5826AFE67766}">
      <dsp:nvSpPr>
        <dsp:cNvPr id="0" name=""/>
        <dsp:cNvSpPr/>
      </dsp:nvSpPr>
      <dsp:spPr>
        <a:xfrm>
          <a:off x="2073205" y="1753"/>
          <a:ext cx="1246210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Обучение ИИ с встраиванием искажений</a:t>
          </a:r>
        </a:p>
      </dsp:txBody>
      <dsp:txXfrm>
        <a:off x="2112748" y="41296"/>
        <a:ext cx="1167124" cy="730950"/>
      </dsp:txXfrm>
    </dsp:sp>
    <dsp:sp modelId="{4713B530-4E61-4F2F-BD1E-FB6C2EDD942D}">
      <dsp:nvSpPr>
        <dsp:cNvPr id="0" name=""/>
        <dsp:cNvSpPr/>
      </dsp:nvSpPr>
      <dsp:spPr>
        <a:xfrm>
          <a:off x="1359140" y="406790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2130851" y="260988"/>
              </a:moveTo>
              <a:arcTo wR="1337204" hR="1337204" stAng="18384395" swAng="1619837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2BD630-96A5-4E25-9969-45EB2AFC032B}">
      <dsp:nvSpPr>
        <dsp:cNvPr id="0" name=""/>
        <dsp:cNvSpPr/>
      </dsp:nvSpPr>
      <dsp:spPr>
        <a:xfrm>
          <a:off x="3410417" y="1331634"/>
          <a:ext cx="1246210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Выдача ответов с искажениями</a:t>
          </a:r>
        </a:p>
      </dsp:txBody>
      <dsp:txXfrm>
        <a:off x="3449960" y="1371177"/>
        <a:ext cx="1167124" cy="730950"/>
      </dsp:txXfrm>
    </dsp:sp>
    <dsp:sp modelId="{B8E28A8B-5111-43CF-B011-BC5EB447DE38}">
      <dsp:nvSpPr>
        <dsp:cNvPr id="0" name=""/>
        <dsp:cNvSpPr/>
      </dsp:nvSpPr>
      <dsp:spPr>
        <a:xfrm>
          <a:off x="1118032" y="166983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2433490" y="2102890"/>
              </a:moveTo>
              <a:arcTo wR="1337204" hR="1337204" stAng="2095912" swAng="1189416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B0C03-878B-4DFC-8E53-00C8402739B3}">
      <dsp:nvSpPr>
        <dsp:cNvPr id="0" name=""/>
        <dsp:cNvSpPr/>
      </dsp:nvSpPr>
      <dsp:spPr>
        <a:xfrm>
          <a:off x="1722054" y="2676163"/>
          <a:ext cx="1948512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Получение положительной обратной связи от пользователей с возросшими искажениями</a:t>
          </a:r>
        </a:p>
      </dsp:txBody>
      <dsp:txXfrm>
        <a:off x="1761597" y="2715706"/>
        <a:ext cx="1869426" cy="730950"/>
      </dsp:txXfrm>
    </dsp:sp>
    <dsp:sp modelId="{ABFFB2A9-40B0-4614-80DB-4EEBB926301D}">
      <dsp:nvSpPr>
        <dsp:cNvPr id="0" name=""/>
        <dsp:cNvSpPr/>
      </dsp:nvSpPr>
      <dsp:spPr>
        <a:xfrm>
          <a:off x="1598568" y="167309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566351" y="2429863"/>
              </a:moveTo>
              <a:arcTo wR="1337204" hR="1337204" stAng="7512142" swAng="1175716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ECE29F-0C49-44F0-81A9-B68296D26353}">
      <dsp:nvSpPr>
        <dsp:cNvPr id="0" name=""/>
        <dsp:cNvSpPr/>
      </dsp:nvSpPr>
      <dsp:spPr>
        <a:xfrm>
          <a:off x="589502" y="1338958"/>
          <a:ext cx="1539207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Обучающие данные с искажениями</a:t>
          </a:r>
        </a:p>
      </dsp:txBody>
      <dsp:txXfrm>
        <a:off x="629045" y="1378501"/>
        <a:ext cx="1460121" cy="730950"/>
      </dsp:txXfrm>
    </dsp:sp>
    <dsp:sp modelId="{32A55310-897E-4545-BB95-288685DF642F}">
      <dsp:nvSpPr>
        <dsp:cNvPr id="0" name=""/>
        <dsp:cNvSpPr/>
      </dsp:nvSpPr>
      <dsp:spPr>
        <a:xfrm>
          <a:off x="1359106" y="406772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138694" y="744170"/>
              </a:moveTo>
              <a:arcTo wR="1337204" hR="1337204" stAng="12379597" swAng="1632257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4D3D8-7023-44F2-8022-5826AFE67766}">
      <dsp:nvSpPr>
        <dsp:cNvPr id="0" name=""/>
        <dsp:cNvSpPr/>
      </dsp:nvSpPr>
      <dsp:spPr>
        <a:xfrm>
          <a:off x="1817872" y="-34509"/>
          <a:ext cx="1584930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Ответ с мультипликацией искажений</a:t>
          </a:r>
        </a:p>
      </dsp:txBody>
      <dsp:txXfrm>
        <a:off x="1857415" y="5034"/>
        <a:ext cx="1505844" cy="730950"/>
      </dsp:txXfrm>
    </dsp:sp>
    <dsp:sp modelId="{4713B530-4E61-4F2F-BD1E-FB6C2EDD942D}">
      <dsp:nvSpPr>
        <dsp:cNvPr id="0" name=""/>
        <dsp:cNvSpPr/>
      </dsp:nvSpPr>
      <dsp:spPr>
        <a:xfrm>
          <a:off x="1364868" y="432322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2177135" y="296708"/>
              </a:moveTo>
              <a:arcTo wR="1337204" hR="1337204" stAng="18534711" swAng="1354629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2BD630-96A5-4E25-9969-45EB2AFC032B}">
      <dsp:nvSpPr>
        <dsp:cNvPr id="0" name=""/>
        <dsp:cNvSpPr/>
      </dsp:nvSpPr>
      <dsp:spPr>
        <a:xfrm>
          <a:off x="3229450" y="1285920"/>
          <a:ext cx="1568206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Некритическое восприятие ответов ИИ</a:t>
          </a:r>
        </a:p>
      </dsp:txBody>
      <dsp:txXfrm>
        <a:off x="3268993" y="1325463"/>
        <a:ext cx="1489120" cy="730950"/>
      </dsp:txXfrm>
    </dsp:sp>
    <dsp:sp modelId="{B8E28A8B-5111-43CF-B011-BC5EB447DE38}">
      <dsp:nvSpPr>
        <dsp:cNvPr id="0" name=""/>
        <dsp:cNvSpPr/>
      </dsp:nvSpPr>
      <dsp:spPr>
        <a:xfrm>
          <a:off x="1365165" y="301256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2528728" y="1944154"/>
              </a:moveTo>
              <a:arcTo wR="1337204" hR="1337204" stAng="1619628" swAng="1291601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B0C03-878B-4DFC-8E53-00C8402739B3}">
      <dsp:nvSpPr>
        <dsp:cNvPr id="0" name=""/>
        <dsp:cNvSpPr/>
      </dsp:nvSpPr>
      <dsp:spPr>
        <a:xfrm>
          <a:off x="1761051" y="2567373"/>
          <a:ext cx="1698572" cy="9550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Увеличение когнитивных искажений и снижение критичности</a:t>
          </a:r>
        </a:p>
      </dsp:txBody>
      <dsp:txXfrm>
        <a:off x="1807675" y="2613997"/>
        <a:ext cx="1605324" cy="861842"/>
      </dsp:txXfrm>
    </dsp:sp>
    <dsp:sp modelId="{ABFFB2A9-40B0-4614-80DB-4EEBB926301D}">
      <dsp:nvSpPr>
        <dsp:cNvPr id="0" name=""/>
        <dsp:cNvSpPr/>
      </dsp:nvSpPr>
      <dsp:spPr>
        <a:xfrm>
          <a:off x="892256" y="150901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695752" y="2510514"/>
              </a:moveTo>
              <a:arcTo wR="1337204" hR="1337204" stAng="7119933" swAng="1523818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ECE29F-0C49-44F0-81A9-B68296D26353}">
      <dsp:nvSpPr>
        <dsp:cNvPr id="0" name=""/>
        <dsp:cNvSpPr/>
      </dsp:nvSpPr>
      <dsp:spPr>
        <a:xfrm>
          <a:off x="236460" y="1301249"/>
          <a:ext cx="1517311" cy="81003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Формулирование запроса с искажениями</a:t>
          </a:r>
        </a:p>
      </dsp:txBody>
      <dsp:txXfrm>
        <a:off x="276003" y="1340792"/>
        <a:ext cx="1438225" cy="730950"/>
      </dsp:txXfrm>
    </dsp:sp>
    <dsp:sp modelId="{32A55310-897E-4545-BB95-288685DF642F}">
      <dsp:nvSpPr>
        <dsp:cNvPr id="0" name=""/>
        <dsp:cNvSpPr/>
      </dsp:nvSpPr>
      <dsp:spPr>
        <a:xfrm>
          <a:off x="906434" y="561034"/>
          <a:ext cx="2674409" cy="2674409"/>
        </a:xfrm>
        <a:custGeom>
          <a:avLst/>
          <a:gdLst/>
          <a:ahLst/>
          <a:cxnLst/>
          <a:rect l="0" t="0" r="0" b="0"/>
          <a:pathLst>
            <a:path>
              <a:moveTo>
                <a:pt x="245473" y="565039"/>
              </a:moveTo>
              <a:arcTo wR="1337204" hR="1337204" stAng="12916271" swAng="1644440"/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7017D-FC04-4E19-92A4-0E4AD260CAC9}">
      <dsp:nvSpPr>
        <dsp:cNvPr id="0" name=""/>
        <dsp:cNvSpPr/>
      </dsp:nvSpPr>
      <dsp:spPr>
        <a:xfrm>
          <a:off x="0" y="3527855"/>
          <a:ext cx="7841005" cy="11579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После взаимодействия с ИИ</a:t>
          </a:r>
        </a:p>
      </dsp:txBody>
      <dsp:txXfrm>
        <a:off x="0" y="3527855"/>
        <a:ext cx="7841005" cy="625277"/>
      </dsp:txXfrm>
    </dsp:sp>
    <dsp:sp modelId="{5C702C03-1DD6-48E9-B507-EBEFD7E9B60E}">
      <dsp:nvSpPr>
        <dsp:cNvPr id="0" name=""/>
        <dsp:cNvSpPr/>
      </dsp:nvSpPr>
      <dsp:spPr>
        <a:xfrm>
          <a:off x="0" y="4129974"/>
          <a:ext cx="3920502" cy="5326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Пауза на принятие решения</a:t>
          </a:r>
        </a:p>
      </dsp:txBody>
      <dsp:txXfrm>
        <a:off x="0" y="4129974"/>
        <a:ext cx="3920502" cy="532643"/>
      </dsp:txXfrm>
    </dsp:sp>
    <dsp:sp modelId="{2F1C2297-4ED9-4CE2-8EEB-48BA9135765D}">
      <dsp:nvSpPr>
        <dsp:cNvPr id="0" name=""/>
        <dsp:cNvSpPr/>
      </dsp:nvSpPr>
      <dsp:spPr>
        <a:xfrm>
          <a:off x="3920502" y="4129974"/>
          <a:ext cx="3920502" cy="53264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Сопоставление решения ИИ и собственного задокументированного мнения</a:t>
          </a:r>
          <a:endParaRPr lang="ru-RU" sz="1500" kern="1200" dirty="0"/>
        </a:p>
      </dsp:txBody>
      <dsp:txXfrm>
        <a:off x="3920502" y="4129974"/>
        <a:ext cx="3920502" cy="532643"/>
      </dsp:txXfrm>
    </dsp:sp>
    <dsp:sp modelId="{75556D74-BF3C-4416-AC54-5638CEB2A1EE}">
      <dsp:nvSpPr>
        <dsp:cNvPr id="0" name=""/>
        <dsp:cNvSpPr/>
      </dsp:nvSpPr>
      <dsp:spPr>
        <a:xfrm rot="10800000">
          <a:off x="0" y="1764342"/>
          <a:ext cx="7841005" cy="178088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Во время взаимодействия с ИИ</a:t>
          </a:r>
        </a:p>
      </dsp:txBody>
      <dsp:txXfrm rot="-10800000">
        <a:off x="0" y="1764342"/>
        <a:ext cx="7841005" cy="625089"/>
      </dsp:txXfrm>
    </dsp:sp>
    <dsp:sp modelId="{E6FCBCA7-90A8-4E23-BBED-EC6AF910AF6D}">
      <dsp:nvSpPr>
        <dsp:cNvPr id="0" name=""/>
        <dsp:cNvSpPr/>
      </dsp:nvSpPr>
      <dsp:spPr>
        <a:xfrm>
          <a:off x="0" y="2389431"/>
          <a:ext cx="7841005" cy="5324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 err="1"/>
            <a:t>Метакогнитивная</a:t>
          </a:r>
          <a:r>
            <a:rPr lang="ru-RU" sz="1500" kern="1200" dirty="0"/>
            <a:t> калибровка</a:t>
          </a:r>
        </a:p>
      </dsp:txBody>
      <dsp:txXfrm>
        <a:off x="0" y="2389431"/>
        <a:ext cx="7841005" cy="532483"/>
      </dsp:txXfrm>
    </dsp:sp>
    <dsp:sp modelId="{17757DFA-4ADA-41E4-A0D6-1E8B7673216F}">
      <dsp:nvSpPr>
        <dsp:cNvPr id="0" name=""/>
        <dsp:cNvSpPr/>
      </dsp:nvSpPr>
      <dsp:spPr>
        <a:xfrm rot="10800000">
          <a:off x="0" y="828"/>
          <a:ext cx="7841005" cy="178088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До взаимодействия с ИИ</a:t>
          </a:r>
        </a:p>
      </dsp:txBody>
      <dsp:txXfrm rot="-10800000">
        <a:off x="0" y="828"/>
        <a:ext cx="7841005" cy="625089"/>
      </dsp:txXfrm>
    </dsp:sp>
    <dsp:sp modelId="{9C81198E-9E3B-4DDB-88C5-16661CE89DB4}">
      <dsp:nvSpPr>
        <dsp:cNvPr id="0" name=""/>
        <dsp:cNvSpPr/>
      </dsp:nvSpPr>
      <dsp:spPr>
        <a:xfrm>
          <a:off x="0" y="625918"/>
          <a:ext cx="7841005" cy="5324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Документирование собственного мнения о вопросе</a:t>
          </a:r>
        </a:p>
      </dsp:txBody>
      <dsp:txXfrm>
        <a:off x="0" y="625918"/>
        <a:ext cx="7841005" cy="5324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FEC9F-C8F4-49FE-9FA4-6717572167BE}">
      <dsp:nvSpPr>
        <dsp:cNvPr id="0" name=""/>
        <dsp:cNvSpPr/>
      </dsp:nvSpPr>
      <dsp:spPr>
        <a:xfrm>
          <a:off x="0" y="0"/>
          <a:ext cx="977035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E4C0A-BB1B-4880-8DC8-174729E24119}">
      <dsp:nvSpPr>
        <dsp:cNvPr id="0" name=""/>
        <dsp:cNvSpPr/>
      </dsp:nvSpPr>
      <dsp:spPr>
        <a:xfrm>
          <a:off x="0" y="0"/>
          <a:ext cx="1954071" cy="235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Полезно</a:t>
          </a:r>
        </a:p>
      </dsp:txBody>
      <dsp:txXfrm>
        <a:off x="0" y="0"/>
        <a:ext cx="1954071" cy="2351661"/>
      </dsp:txXfrm>
    </dsp:sp>
    <dsp:sp modelId="{EB75EA9A-8CAF-4EBA-96D2-22D640A661B9}">
      <dsp:nvSpPr>
        <dsp:cNvPr id="0" name=""/>
        <dsp:cNvSpPr/>
      </dsp:nvSpPr>
      <dsp:spPr>
        <a:xfrm>
          <a:off x="2100627" y="54657"/>
          <a:ext cx="3761588" cy="109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Самостоятельное рассуждение об обсуждаемом вопросе</a:t>
          </a:r>
          <a:r>
            <a:rPr lang="en-US" sz="2200" kern="1200" dirty="0"/>
            <a:t> [16]</a:t>
          </a:r>
          <a:r>
            <a:rPr lang="ru-RU" sz="2200" kern="1200" dirty="0"/>
            <a:t> </a:t>
          </a:r>
        </a:p>
      </dsp:txBody>
      <dsp:txXfrm>
        <a:off x="2100627" y="54657"/>
        <a:ext cx="3761588" cy="1093154"/>
      </dsp:txXfrm>
    </dsp:sp>
    <dsp:sp modelId="{B621A239-87F5-4ECD-B5F8-C21C6DDBB03A}">
      <dsp:nvSpPr>
        <dsp:cNvPr id="0" name=""/>
        <dsp:cNvSpPr/>
      </dsp:nvSpPr>
      <dsp:spPr>
        <a:xfrm>
          <a:off x="6008770" y="54657"/>
          <a:ext cx="3761588" cy="546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Стимулирование метакогнитивности на следующих этапах</a:t>
          </a:r>
          <a:endParaRPr lang="ru-RU" sz="1500" kern="1200" dirty="0"/>
        </a:p>
      </dsp:txBody>
      <dsp:txXfrm>
        <a:off x="6008770" y="54657"/>
        <a:ext cx="3761588" cy="546577"/>
      </dsp:txXfrm>
    </dsp:sp>
    <dsp:sp modelId="{7EB629AB-CE39-4B3F-8A00-70C06922303F}">
      <dsp:nvSpPr>
        <dsp:cNvPr id="0" name=""/>
        <dsp:cNvSpPr/>
      </dsp:nvSpPr>
      <dsp:spPr>
        <a:xfrm>
          <a:off x="5862215" y="601235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F5AE7-FAD2-4BF9-B706-754F840323B3}">
      <dsp:nvSpPr>
        <dsp:cNvPr id="0" name=""/>
        <dsp:cNvSpPr/>
      </dsp:nvSpPr>
      <dsp:spPr>
        <a:xfrm>
          <a:off x="6008770" y="601235"/>
          <a:ext cx="3761588" cy="546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Снижение влияния когнитивной разгрузки</a:t>
          </a:r>
        </a:p>
      </dsp:txBody>
      <dsp:txXfrm>
        <a:off x="6008770" y="601235"/>
        <a:ext cx="3761588" cy="546577"/>
      </dsp:txXfrm>
    </dsp:sp>
    <dsp:sp modelId="{76488463-45AD-4D17-99C6-A1C642EA6072}">
      <dsp:nvSpPr>
        <dsp:cNvPr id="0" name=""/>
        <dsp:cNvSpPr/>
      </dsp:nvSpPr>
      <dsp:spPr>
        <a:xfrm>
          <a:off x="1954071" y="1147812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FEF88-7ABC-40F7-98D5-09D4FC23DDB5}">
      <dsp:nvSpPr>
        <dsp:cNvPr id="0" name=""/>
        <dsp:cNvSpPr/>
      </dsp:nvSpPr>
      <dsp:spPr>
        <a:xfrm>
          <a:off x="2100627" y="1202470"/>
          <a:ext cx="3761588" cy="109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Явное фиксирование собственного мнения </a:t>
          </a:r>
          <a:r>
            <a:rPr lang="en-US" sz="2200" kern="1200" dirty="0"/>
            <a:t>[17]</a:t>
          </a:r>
          <a:endParaRPr lang="ru-RU" sz="2200" kern="1200" dirty="0"/>
        </a:p>
      </dsp:txBody>
      <dsp:txXfrm>
        <a:off x="2100627" y="1202470"/>
        <a:ext cx="3761588" cy="1093154"/>
      </dsp:txXfrm>
    </dsp:sp>
    <dsp:sp modelId="{02DEBDCC-9644-4073-AA0E-B2B80FE8459E}">
      <dsp:nvSpPr>
        <dsp:cNvPr id="0" name=""/>
        <dsp:cNvSpPr/>
      </dsp:nvSpPr>
      <dsp:spPr>
        <a:xfrm>
          <a:off x="6008770" y="1202470"/>
          <a:ext cx="3761588" cy="109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Снижения эффекта якорения на решение ИИ</a:t>
          </a:r>
        </a:p>
      </dsp:txBody>
      <dsp:txXfrm>
        <a:off x="6008770" y="1202470"/>
        <a:ext cx="3761588" cy="1093154"/>
      </dsp:txXfrm>
    </dsp:sp>
    <dsp:sp modelId="{209F9CEC-B82D-4C68-8D51-270916B4234F}">
      <dsp:nvSpPr>
        <dsp:cNvPr id="0" name=""/>
        <dsp:cNvSpPr/>
      </dsp:nvSpPr>
      <dsp:spPr>
        <a:xfrm>
          <a:off x="1954071" y="2295625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26D0E-55C5-4804-8328-1C39A3159515}">
      <dsp:nvSpPr>
        <dsp:cNvPr id="0" name=""/>
        <dsp:cNvSpPr/>
      </dsp:nvSpPr>
      <dsp:spPr>
        <a:xfrm>
          <a:off x="0" y="2351661"/>
          <a:ext cx="977035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E95B5-2376-4A0A-81D9-6FBE648D35A3}">
      <dsp:nvSpPr>
        <dsp:cNvPr id="0" name=""/>
        <dsp:cNvSpPr/>
      </dsp:nvSpPr>
      <dsp:spPr>
        <a:xfrm>
          <a:off x="0" y="2351661"/>
          <a:ext cx="1954071" cy="235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Вредно</a:t>
          </a:r>
        </a:p>
      </dsp:txBody>
      <dsp:txXfrm>
        <a:off x="0" y="2351661"/>
        <a:ext cx="1954071" cy="2351661"/>
      </dsp:txXfrm>
    </dsp:sp>
    <dsp:sp modelId="{1EDE6F4E-1431-49CE-B1CF-C8914B2CFCCC}">
      <dsp:nvSpPr>
        <dsp:cNvPr id="0" name=""/>
        <dsp:cNvSpPr/>
      </dsp:nvSpPr>
      <dsp:spPr>
        <a:xfrm>
          <a:off x="2100627" y="2406318"/>
          <a:ext cx="3761588" cy="109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Чтение других рассуждений ИИ на эту тему</a:t>
          </a:r>
        </a:p>
      </dsp:txBody>
      <dsp:txXfrm>
        <a:off x="2100627" y="2406318"/>
        <a:ext cx="3761588" cy="1093154"/>
      </dsp:txXfrm>
    </dsp:sp>
    <dsp:sp modelId="{C6D3B54A-AB6E-47CD-B69B-F4A51351327D}">
      <dsp:nvSpPr>
        <dsp:cNvPr id="0" name=""/>
        <dsp:cNvSpPr/>
      </dsp:nvSpPr>
      <dsp:spPr>
        <a:xfrm>
          <a:off x="6008770" y="2406318"/>
          <a:ext cx="3761588" cy="546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Закрепление авторитета ИИ</a:t>
          </a:r>
        </a:p>
      </dsp:txBody>
      <dsp:txXfrm>
        <a:off x="6008770" y="2406318"/>
        <a:ext cx="3761588" cy="546577"/>
      </dsp:txXfrm>
    </dsp:sp>
    <dsp:sp modelId="{22027B22-0519-40E3-AD98-CBB6186325AB}">
      <dsp:nvSpPr>
        <dsp:cNvPr id="0" name=""/>
        <dsp:cNvSpPr/>
      </dsp:nvSpPr>
      <dsp:spPr>
        <a:xfrm>
          <a:off x="5862215" y="2952896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95111-7702-4FFA-87B1-B662AFA5B293}">
      <dsp:nvSpPr>
        <dsp:cNvPr id="0" name=""/>
        <dsp:cNvSpPr/>
      </dsp:nvSpPr>
      <dsp:spPr>
        <a:xfrm>
          <a:off x="6008770" y="2952896"/>
          <a:ext cx="3761588" cy="546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Усиление искажений, заложенных в ИИ</a:t>
          </a:r>
        </a:p>
      </dsp:txBody>
      <dsp:txXfrm>
        <a:off x="6008770" y="2952896"/>
        <a:ext cx="3761588" cy="546577"/>
      </dsp:txXfrm>
    </dsp:sp>
    <dsp:sp modelId="{7290A87B-2721-446C-A869-E66E14770980}">
      <dsp:nvSpPr>
        <dsp:cNvPr id="0" name=""/>
        <dsp:cNvSpPr/>
      </dsp:nvSpPr>
      <dsp:spPr>
        <a:xfrm>
          <a:off x="1954071" y="3499473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BBE40-CAAF-4680-BFF3-AD2C19BA0A73}">
      <dsp:nvSpPr>
        <dsp:cNvPr id="0" name=""/>
        <dsp:cNvSpPr/>
      </dsp:nvSpPr>
      <dsp:spPr>
        <a:xfrm>
          <a:off x="2100627" y="3554131"/>
          <a:ext cx="3761588" cy="109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Запоминание своего мнения</a:t>
          </a:r>
        </a:p>
      </dsp:txBody>
      <dsp:txXfrm>
        <a:off x="2100627" y="3554131"/>
        <a:ext cx="3761588" cy="1093154"/>
      </dsp:txXfrm>
    </dsp:sp>
    <dsp:sp modelId="{725E3772-0EC0-455F-9DD3-6D243C65A74E}">
      <dsp:nvSpPr>
        <dsp:cNvPr id="0" name=""/>
        <dsp:cNvSpPr/>
      </dsp:nvSpPr>
      <dsp:spPr>
        <a:xfrm>
          <a:off x="6008770" y="3554131"/>
          <a:ext cx="3761588" cy="1093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Якорь ИИ перекроет незафиксированные воспоминания</a:t>
          </a:r>
        </a:p>
      </dsp:txBody>
      <dsp:txXfrm>
        <a:off x="6008770" y="3554131"/>
        <a:ext cx="3761588" cy="1093154"/>
      </dsp:txXfrm>
    </dsp:sp>
    <dsp:sp modelId="{72F96BE5-FEB1-4E58-A01E-D01762B6E8B4}">
      <dsp:nvSpPr>
        <dsp:cNvPr id="0" name=""/>
        <dsp:cNvSpPr/>
      </dsp:nvSpPr>
      <dsp:spPr>
        <a:xfrm>
          <a:off x="1954071" y="4647286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FEC9F-C8F4-49FE-9FA4-6717572167BE}">
      <dsp:nvSpPr>
        <dsp:cNvPr id="0" name=""/>
        <dsp:cNvSpPr/>
      </dsp:nvSpPr>
      <dsp:spPr>
        <a:xfrm>
          <a:off x="0" y="0"/>
          <a:ext cx="977035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E4C0A-BB1B-4880-8DC8-174729E24119}">
      <dsp:nvSpPr>
        <dsp:cNvPr id="0" name=""/>
        <dsp:cNvSpPr/>
      </dsp:nvSpPr>
      <dsp:spPr>
        <a:xfrm>
          <a:off x="0" y="0"/>
          <a:ext cx="1954071" cy="2490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Полезно</a:t>
          </a:r>
        </a:p>
      </dsp:txBody>
      <dsp:txXfrm>
        <a:off x="0" y="0"/>
        <a:ext cx="1954071" cy="2490160"/>
      </dsp:txXfrm>
    </dsp:sp>
    <dsp:sp modelId="{EB75EA9A-8CAF-4EBA-96D2-22D640A661B9}">
      <dsp:nvSpPr>
        <dsp:cNvPr id="0" name=""/>
        <dsp:cNvSpPr/>
      </dsp:nvSpPr>
      <dsp:spPr>
        <a:xfrm>
          <a:off x="2100627" y="57876"/>
          <a:ext cx="3761588" cy="1157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Явно запрашивать самоанализ и самокритику ИИ</a:t>
          </a:r>
        </a:p>
      </dsp:txBody>
      <dsp:txXfrm>
        <a:off x="2100627" y="57876"/>
        <a:ext cx="3761588" cy="1157535"/>
      </dsp:txXfrm>
    </dsp:sp>
    <dsp:sp modelId="{B621A239-87F5-4ECD-B5F8-C21C6DDBB03A}">
      <dsp:nvSpPr>
        <dsp:cNvPr id="0" name=""/>
        <dsp:cNvSpPr/>
      </dsp:nvSpPr>
      <dsp:spPr>
        <a:xfrm>
          <a:off x="6008770" y="57876"/>
          <a:ext cx="3761588" cy="57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Имитация </a:t>
          </a:r>
          <a:r>
            <a:rPr lang="ru-RU" sz="1600" kern="1200" dirty="0" err="1"/>
            <a:t>метакогнитивных</a:t>
          </a:r>
          <a:r>
            <a:rPr lang="ru-RU" sz="1600" kern="1200" dirty="0"/>
            <a:t> механизмов со стороны ИИ</a:t>
          </a:r>
        </a:p>
      </dsp:txBody>
      <dsp:txXfrm>
        <a:off x="6008770" y="57876"/>
        <a:ext cx="3761588" cy="578767"/>
      </dsp:txXfrm>
    </dsp:sp>
    <dsp:sp modelId="{7EB629AB-CE39-4B3F-8A00-70C06922303F}">
      <dsp:nvSpPr>
        <dsp:cNvPr id="0" name=""/>
        <dsp:cNvSpPr/>
      </dsp:nvSpPr>
      <dsp:spPr>
        <a:xfrm>
          <a:off x="5862215" y="636644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F5AE7-FAD2-4BF9-B706-754F840323B3}">
      <dsp:nvSpPr>
        <dsp:cNvPr id="0" name=""/>
        <dsp:cNvSpPr/>
      </dsp:nvSpPr>
      <dsp:spPr>
        <a:xfrm>
          <a:off x="6008770" y="636644"/>
          <a:ext cx="3761588" cy="57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Повышение уровня </a:t>
          </a:r>
          <a:r>
            <a:rPr lang="ru-RU" sz="1600" kern="1200" dirty="0" err="1"/>
            <a:t>метакогнитиности</a:t>
          </a:r>
          <a:r>
            <a:rPr lang="ru-RU" sz="1600" kern="1200" dirty="0"/>
            <a:t> и критичности у пользователя</a:t>
          </a:r>
        </a:p>
      </dsp:txBody>
      <dsp:txXfrm>
        <a:off x="6008770" y="636644"/>
        <a:ext cx="3761588" cy="578767"/>
      </dsp:txXfrm>
    </dsp:sp>
    <dsp:sp modelId="{76488463-45AD-4D17-99C6-A1C642EA6072}">
      <dsp:nvSpPr>
        <dsp:cNvPr id="0" name=""/>
        <dsp:cNvSpPr/>
      </dsp:nvSpPr>
      <dsp:spPr>
        <a:xfrm>
          <a:off x="1954071" y="1215412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FEF88-7ABC-40F7-98D5-09D4FC23DDB5}">
      <dsp:nvSpPr>
        <dsp:cNvPr id="0" name=""/>
        <dsp:cNvSpPr/>
      </dsp:nvSpPr>
      <dsp:spPr>
        <a:xfrm>
          <a:off x="2100627" y="1273289"/>
          <a:ext cx="3761588" cy="1157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Запрос на предварительное обоснование и </a:t>
          </a:r>
          <a:r>
            <a:rPr lang="ru-RU" sz="1800" kern="1200" dirty="0" err="1"/>
            <a:t>переформулирование</a:t>
          </a:r>
          <a:r>
            <a:rPr lang="ru-RU" sz="1800" kern="1200" dirty="0"/>
            <a:t> неопределенных формулировок</a:t>
          </a:r>
        </a:p>
      </dsp:txBody>
      <dsp:txXfrm>
        <a:off x="2100627" y="1273289"/>
        <a:ext cx="3761588" cy="1157535"/>
      </dsp:txXfrm>
    </dsp:sp>
    <dsp:sp modelId="{02DEBDCC-9644-4073-AA0E-B2B80FE8459E}">
      <dsp:nvSpPr>
        <dsp:cNvPr id="0" name=""/>
        <dsp:cNvSpPr/>
      </dsp:nvSpPr>
      <dsp:spPr>
        <a:xfrm>
          <a:off x="6008770" y="1273289"/>
          <a:ext cx="3761588" cy="57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Снижение уровня когнитивной разгрузки</a:t>
          </a:r>
        </a:p>
      </dsp:txBody>
      <dsp:txXfrm>
        <a:off x="6008770" y="1273289"/>
        <a:ext cx="3761588" cy="578767"/>
      </dsp:txXfrm>
    </dsp:sp>
    <dsp:sp modelId="{3B8F0261-D025-49BB-8460-39B4257B4855}">
      <dsp:nvSpPr>
        <dsp:cNvPr id="0" name=""/>
        <dsp:cNvSpPr/>
      </dsp:nvSpPr>
      <dsp:spPr>
        <a:xfrm>
          <a:off x="5862215" y="1852056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0FB84-A85C-4DDA-8120-7788775A728D}">
      <dsp:nvSpPr>
        <dsp:cNvPr id="0" name=""/>
        <dsp:cNvSpPr/>
      </dsp:nvSpPr>
      <dsp:spPr>
        <a:xfrm>
          <a:off x="6008770" y="1852056"/>
          <a:ext cx="3761588" cy="57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Повышение прозрачности ответа ИИ</a:t>
          </a:r>
          <a:endParaRPr lang="ru-RU" sz="1600" kern="1200" dirty="0"/>
        </a:p>
      </dsp:txBody>
      <dsp:txXfrm>
        <a:off x="6008770" y="1852056"/>
        <a:ext cx="3761588" cy="578767"/>
      </dsp:txXfrm>
    </dsp:sp>
    <dsp:sp modelId="{209F9CEC-B82D-4C68-8D51-270916B4234F}">
      <dsp:nvSpPr>
        <dsp:cNvPr id="0" name=""/>
        <dsp:cNvSpPr/>
      </dsp:nvSpPr>
      <dsp:spPr>
        <a:xfrm>
          <a:off x="1954071" y="2430824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26D0E-55C5-4804-8328-1C39A3159515}">
      <dsp:nvSpPr>
        <dsp:cNvPr id="0" name=""/>
        <dsp:cNvSpPr/>
      </dsp:nvSpPr>
      <dsp:spPr>
        <a:xfrm>
          <a:off x="0" y="2490160"/>
          <a:ext cx="977035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E95B5-2376-4A0A-81D9-6FBE648D35A3}">
      <dsp:nvSpPr>
        <dsp:cNvPr id="0" name=""/>
        <dsp:cNvSpPr/>
      </dsp:nvSpPr>
      <dsp:spPr>
        <a:xfrm>
          <a:off x="0" y="2490160"/>
          <a:ext cx="1954071" cy="2490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Вредно</a:t>
          </a:r>
        </a:p>
      </dsp:txBody>
      <dsp:txXfrm>
        <a:off x="0" y="2490160"/>
        <a:ext cx="1954071" cy="2490160"/>
      </dsp:txXfrm>
    </dsp:sp>
    <dsp:sp modelId="{1EDE6F4E-1431-49CE-B1CF-C8914B2CFCCC}">
      <dsp:nvSpPr>
        <dsp:cNvPr id="0" name=""/>
        <dsp:cNvSpPr/>
      </dsp:nvSpPr>
      <dsp:spPr>
        <a:xfrm>
          <a:off x="2100627" y="2548037"/>
          <a:ext cx="3761588" cy="1157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Запрос подтверждения своей позиции</a:t>
          </a:r>
        </a:p>
      </dsp:txBody>
      <dsp:txXfrm>
        <a:off x="2100627" y="2548037"/>
        <a:ext cx="3761588" cy="1157535"/>
      </dsp:txXfrm>
    </dsp:sp>
    <dsp:sp modelId="{C6D3B54A-AB6E-47CD-B69B-F4A51351327D}">
      <dsp:nvSpPr>
        <dsp:cNvPr id="0" name=""/>
        <dsp:cNvSpPr/>
      </dsp:nvSpPr>
      <dsp:spPr>
        <a:xfrm>
          <a:off x="6008770" y="2548037"/>
          <a:ext cx="3761588" cy="57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Усиление искажения предвзятости</a:t>
          </a:r>
        </a:p>
      </dsp:txBody>
      <dsp:txXfrm>
        <a:off x="6008770" y="2548037"/>
        <a:ext cx="3761588" cy="578767"/>
      </dsp:txXfrm>
    </dsp:sp>
    <dsp:sp modelId="{22027B22-0519-40E3-AD98-CBB6186325AB}">
      <dsp:nvSpPr>
        <dsp:cNvPr id="0" name=""/>
        <dsp:cNvSpPr/>
      </dsp:nvSpPr>
      <dsp:spPr>
        <a:xfrm>
          <a:off x="5862215" y="3126805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95111-7702-4FFA-87B1-B662AFA5B293}">
      <dsp:nvSpPr>
        <dsp:cNvPr id="0" name=""/>
        <dsp:cNvSpPr/>
      </dsp:nvSpPr>
      <dsp:spPr>
        <a:xfrm>
          <a:off x="6008770" y="3126805"/>
          <a:ext cx="3761588" cy="578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Повышение уровня безусловного доверия к ИИ</a:t>
          </a:r>
        </a:p>
      </dsp:txBody>
      <dsp:txXfrm>
        <a:off x="6008770" y="3126805"/>
        <a:ext cx="3761588" cy="578767"/>
      </dsp:txXfrm>
    </dsp:sp>
    <dsp:sp modelId="{7290A87B-2721-446C-A869-E66E14770980}">
      <dsp:nvSpPr>
        <dsp:cNvPr id="0" name=""/>
        <dsp:cNvSpPr/>
      </dsp:nvSpPr>
      <dsp:spPr>
        <a:xfrm>
          <a:off x="1954071" y="3705572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BBE40-CAAF-4680-BFF3-AD2C19BA0A73}">
      <dsp:nvSpPr>
        <dsp:cNvPr id="0" name=""/>
        <dsp:cNvSpPr/>
      </dsp:nvSpPr>
      <dsp:spPr>
        <a:xfrm>
          <a:off x="2100627" y="3763449"/>
          <a:ext cx="3761588" cy="1157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Игнорирование хеджирующих маркеров – «возможно», «вероятно», и т.д.</a:t>
          </a:r>
        </a:p>
      </dsp:txBody>
      <dsp:txXfrm>
        <a:off x="2100627" y="3763449"/>
        <a:ext cx="3761588" cy="1157535"/>
      </dsp:txXfrm>
    </dsp:sp>
    <dsp:sp modelId="{725E3772-0EC0-455F-9DD3-6D243C65A74E}">
      <dsp:nvSpPr>
        <dsp:cNvPr id="0" name=""/>
        <dsp:cNvSpPr/>
      </dsp:nvSpPr>
      <dsp:spPr>
        <a:xfrm>
          <a:off x="6008770" y="3763449"/>
          <a:ext cx="3761588" cy="1157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Повышение вероятности ложных ответов вызванных внутренними искажениями ИИ</a:t>
          </a:r>
        </a:p>
      </dsp:txBody>
      <dsp:txXfrm>
        <a:off x="6008770" y="3763449"/>
        <a:ext cx="3761588" cy="1157535"/>
      </dsp:txXfrm>
    </dsp:sp>
    <dsp:sp modelId="{72F96BE5-FEB1-4E58-A01E-D01762B6E8B4}">
      <dsp:nvSpPr>
        <dsp:cNvPr id="0" name=""/>
        <dsp:cNvSpPr/>
      </dsp:nvSpPr>
      <dsp:spPr>
        <a:xfrm>
          <a:off x="1954071" y="4920985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FEC9F-C8F4-49FE-9FA4-6717572167BE}">
      <dsp:nvSpPr>
        <dsp:cNvPr id="0" name=""/>
        <dsp:cNvSpPr/>
      </dsp:nvSpPr>
      <dsp:spPr>
        <a:xfrm>
          <a:off x="0" y="0"/>
          <a:ext cx="977035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E4C0A-BB1B-4880-8DC8-174729E24119}">
      <dsp:nvSpPr>
        <dsp:cNvPr id="0" name=""/>
        <dsp:cNvSpPr/>
      </dsp:nvSpPr>
      <dsp:spPr>
        <a:xfrm>
          <a:off x="0" y="0"/>
          <a:ext cx="1954071" cy="2313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Полезно</a:t>
          </a:r>
        </a:p>
      </dsp:txBody>
      <dsp:txXfrm>
        <a:off x="0" y="0"/>
        <a:ext cx="1954071" cy="2313189"/>
      </dsp:txXfrm>
    </dsp:sp>
    <dsp:sp modelId="{EB75EA9A-8CAF-4EBA-96D2-22D640A661B9}">
      <dsp:nvSpPr>
        <dsp:cNvPr id="0" name=""/>
        <dsp:cNvSpPr/>
      </dsp:nvSpPr>
      <dsp:spPr>
        <a:xfrm>
          <a:off x="2100627" y="53763"/>
          <a:ext cx="3761588" cy="107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Пауза на принятие решения</a:t>
          </a:r>
          <a:r>
            <a:rPr lang="en-US" sz="2200" kern="1200" dirty="0"/>
            <a:t> [18]</a:t>
          </a:r>
          <a:endParaRPr lang="ru-RU" sz="2200" kern="1200" dirty="0"/>
        </a:p>
      </dsp:txBody>
      <dsp:txXfrm>
        <a:off x="2100627" y="53763"/>
        <a:ext cx="3761588" cy="1075271"/>
      </dsp:txXfrm>
    </dsp:sp>
    <dsp:sp modelId="{B621A239-87F5-4ECD-B5F8-C21C6DDBB03A}">
      <dsp:nvSpPr>
        <dsp:cNvPr id="0" name=""/>
        <dsp:cNvSpPr/>
      </dsp:nvSpPr>
      <dsp:spPr>
        <a:xfrm>
          <a:off x="6008770" y="53763"/>
          <a:ext cx="3761588" cy="53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Снижение эффекта уверенного ответа ИИ</a:t>
          </a:r>
        </a:p>
      </dsp:txBody>
      <dsp:txXfrm>
        <a:off x="6008770" y="53763"/>
        <a:ext cx="3761588" cy="537635"/>
      </dsp:txXfrm>
    </dsp:sp>
    <dsp:sp modelId="{7EB629AB-CE39-4B3F-8A00-70C06922303F}">
      <dsp:nvSpPr>
        <dsp:cNvPr id="0" name=""/>
        <dsp:cNvSpPr/>
      </dsp:nvSpPr>
      <dsp:spPr>
        <a:xfrm>
          <a:off x="5862215" y="591399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F5AE7-FAD2-4BF9-B706-754F840323B3}">
      <dsp:nvSpPr>
        <dsp:cNvPr id="0" name=""/>
        <dsp:cNvSpPr/>
      </dsp:nvSpPr>
      <dsp:spPr>
        <a:xfrm>
          <a:off x="6008770" y="591399"/>
          <a:ext cx="3761588" cy="53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Снижения эффекта якорения на ИИ</a:t>
          </a:r>
        </a:p>
      </dsp:txBody>
      <dsp:txXfrm>
        <a:off x="6008770" y="591399"/>
        <a:ext cx="3761588" cy="537635"/>
      </dsp:txXfrm>
    </dsp:sp>
    <dsp:sp modelId="{76488463-45AD-4D17-99C6-A1C642EA6072}">
      <dsp:nvSpPr>
        <dsp:cNvPr id="0" name=""/>
        <dsp:cNvSpPr/>
      </dsp:nvSpPr>
      <dsp:spPr>
        <a:xfrm>
          <a:off x="1954071" y="1129035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FEF88-7ABC-40F7-98D5-09D4FC23DDB5}">
      <dsp:nvSpPr>
        <dsp:cNvPr id="0" name=""/>
        <dsp:cNvSpPr/>
      </dsp:nvSpPr>
      <dsp:spPr>
        <a:xfrm>
          <a:off x="2100627" y="1182798"/>
          <a:ext cx="3761588" cy="107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Сравнение результатов с пред документированным</a:t>
          </a:r>
          <a:r>
            <a:rPr lang="en-US" sz="2200" kern="1200" dirty="0"/>
            <a:t>[17]</a:t>
          </a:r>
          <a:endParaRPr lang="ru-RU" sz="2200" kern="1200" dirty="0"/>
        </a:p>
      </dsp:txBody>
      <dsp:txXfrm>
        <a:off x="2100627" y="1182798"/>
        <a:ext cx="3761588" cy="1075271"/>
      </dsp:txXfrm>
    </dsp:sp>
    <dsp:sp modelId="{02DEBDCC-9644-4073-AA0E-B2B80FE8459E}">
      <dsp:nvSpPr>
        <dsp:cNvPr id="0" name=""/>
        <dsp:cNvSpPr/>
      </dsp:nvSpPr>
      <dsp:spPr>
        <a:xfrm>
          <a:off x="6008770" y="1182798"/>
          <a:ext cx="3761588" cy="53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Снижения эффекта якорения на решение ИИ</a:t>
          </a:r>
        </a:p>
      </dsp:txBody>
      <dsp:txXfrm>
        <a:off x="6008770" y="1182798"/>
        <a:ext cx="3761588" cy="537635"/>
      </dsp:txXfrm>
    </dsp:sp>
    <dsp:sp modelId="{ED72B5AC-AF56-4A65-A656-D6921E81AA84}">
      <dsp:nvSpPr>
        <dsp:cNvPr id="0" name=""/>
        <dsp:cNvSpPr/>
      </dsp:nvSpPr>
      <dsp:spPr>
        <a:xfrm>
          <a:off x="5862215" y="1720434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E8B10-EE45-4372-85F4-A1BBDC3C56C9}">
      <dsp:nvSpPr>
        <dsp:cNvPr id="0" name=""/>
        <dsp:cNvSpPr/>
      </dsp:nvSpPr>
      <dsp:spPr>
        <a:xfrm>
          <a:off x="6008770" y="1720434"/>
          <a:ext cx="3761588" cy="53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Повышение уровня метакогнитивности при сравнении</a:t>
          </a:r>
          <a:endParaRPr lang="ru-RU" sz="1500" kern="1200" dirty="0"/>
        </a:p>
      </dsp:txBody>
      <dsp:txXfrm>
        <a:off x="6008770" y="1720434"/>
        <a:ext cx="3761588" cy="537635"/>
      </dsp:txXfrm>
    </dsp:sp>
    <dsp:sp modelId="{209F9CEC-B82D-4C68-8D51-270916B4234F}">
      <dsp:nvSpPr>
        <dsp:cNvPr id="0" name=""/>
        <dsp:cNvSpPr/>
      </dsp:nvSpPr>
      <dsp:spPr>
        <a:xfrm>
          <a:off x="1954071" y="2258070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26D0E-55C5-4804-8328-1C39A3159515}">
      <dsp:nvSpPr>
        <dsp:cNvPr id="0" name=""/>
        <dsp:cNvSpPr/>
      </dsp:nvSpPr>
      <dsp:spPr>
        <a:xfrm>
          <a:off x="0" y="2313189"/>
          <a:ext cx="977035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E95B5-2376-4A0A-81D9-6FBE648D35A3}">
      <dsp:nvSpPr>
        <dsp:cNvPr id="0" name=""/>
        <dsp:cNvSpPr/>
      </dsp:nvSpPr>
      <dsp:spPr>
        <a:xfrm>
          <a:off x="0" y="2313189"/>
          <a:ext cx="1954071" cy="2313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Вредно</a:t>
          </a:r>
        </a:p>
      </dsp:txBody>
      <dsp:txXfrm>
        <a:off x="0" y="2313189"/>
        <a:ext cx="1954071" cy="2313189"/>
      </dsp:txXfrm>
    </dsp:sp>
    <dsp:sp modelId="{1EDE6F4E-1431-49CE-B1CF-C8914B2CFCCC}">
      <dsp:nvSpPr>
        <dsp:cNvPr id="0" name=""/>
        <dsp:cNvSpPr/>
      </dsp:nvSpPr>
      <dsp:spPr>
        <a:xfrm>
          <a:off x="2100627" y="2366952"/>
          <a:ext cx="3761588" cy="107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Быстрое принятие результатов</a:t>
          </a:r>
        </a:p>
      </dsp:txBody>
      <dsp:txXfrm>
        <a:off x="2100627" y="2366952"/>
        <a:ext cx="3761588" cy="1075271"/>
      </dsp:txXfrm>
    </dsp:sp>
    <dsp:sp modelId="{C6D3B54A-AB6E-47CD-B69B-F4A51351327D}">
      <dsp:nvSpPr>
        <dsp:cNvPr id="0" name=""/>
        <dsp:cNvSpPr/>
      </dsp:nvSpPr>
      <dsp:spPr>
        <a:xfrm>
          <a:off x="6008770" y="2366952"/>
          <a:ext cx="3761588" cy="53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Усиление эффекта якорения</a:t>
          </a:r>
        </a:p>
      </dsp:txBody>
      <dsp:txXfrm>
        <a:off x="6008770" y="2366952"/>
        <a:ext cx="3761588" cy="537635"/>
      </dsp:txXfrm>
    </dsp:sp>
    <dsp:sp modelId="{22027B22-0519-40E3-AD98-CBB6186325AB}">
      <dsp:nvSpPr>
        <dsp:cNvPr id="0" name=""/>
        <dsp:cNvSpPr/>
      </dsp:nvSpPr>
      <dsp:spPr>
        <a:xfrm>
          <a:off x="5862215" y="2904588"/>
          <a:ext cx="3761588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95111-7702-4FFA-87B1-B662AFA5B293}">
      <dsp:nvSpPr>
        <dsp:cNvPr id="0" name=""/>
        <dsp:cNvSpPr/>
      </dsp:nvSpPr>
      <dsp:spPr>
        <a:xfrm>
          <a:off x="6008770" y="2904588"/>
          <a:ext cx="3761588" cy="537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Увеличение эффекта когнитивной разгрузки</a:t>
          </a:r>
        </a:p>
      </dsp:txBody>
      <dsp:txXfrm>
        <a:off x="6008770" y="2904588"/>
        <a:ext cx="3761588" cy="537635"/>
      </dsp:txXfrm>
    </dsp:sp>
    <dsp:sp modelId="{7290A87B-2721-446C-A869-E66E14770980}">
      <dsp:nvSpPr>
        <dsp:cNvPr id="0" name=""/>
        <dsp:cNvSpPr/>
      </dsp:nvSpPr>
      <dsp:spPr>
        <a:xfrm>
          <a:off x="1954071" y="3442224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BBE40-CAAF-4680-BFF3-AD2C19BA0A73}">
      <dsp:nvSpPr>
        <dsp:cNvPr id="0" name=""/>
        <dsp:cNvSpPr/>
      </dsp:nvSpPr>
      <dsp:spPr>
        <a:xfrm>
          <a:off x="2100627" y="3495987"/>
          <a:ext cx="3761588" cy="107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ИИ как единственные источник</a:t>
          </a:r>
        </a:p>
      </dsp:txBody>
      <dsp:txXfrm>
        <a:off x="2100627" y="3495987"/>
        <a:ext cx="3761588" cy="1075271"/>
      </dsp:txXfrm>
    </dsp:sp>
    <dsp:sp modelId="{725E3772-0EC0-455F-9DD3-6D243C65A74E}">
      <dsp:nvSpPr>
        <dsp:cNvPr id="0" name=""/>
        <dsp:cNvSpPr/>
      </dsp:nvSpPr>
      <dsp:spPr>
        <a:xfrm>
          <a:off x="6008770" y="3495987"/>
          <a:ext cx="3761588" cy="107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Увеличение эффектов внутренних искажений ИИ</a:t>
          </a:r>
        </a:p>
      </dsp:txBody>
      <dsp:txXfrm>
        <a:off x="6008770" y="3495987"/>
        <a:ext cx="3761588" cy="1075271"/>
      </dsp:txXfrm>
    </dsp:sp>
    <dsp:sp modelId="{72F96BE5-FEB1-4E58-A01E-D01762B6E8B4}">
      <dsp:nvSpPr>
        <dsp:cNvPr id="0" name=""/>
        <dsp:cNvSpPr/>
      </dsp:nvSpPr>
      <dsp:spPr>
        <a:xfrm>
          <a:off x="1954071" y="4571259"/>
          <a:ext cx="7816287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18F1D-508D-4F08-905F-12E7DDAEBD9C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3522D-C3FD-47AA-AF1D-CB7C3EC4D9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75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522D-C3FD-47AA-AF1D-CB7C3EC4D99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467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3522D-C3FD-47AA-AF1D-CB7C3EC4D99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972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50663-7A12-CD92-ECDB-E09E795BC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ECF46C-136E-4A02-BEB1-C45E595F0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455550-E78C-FC60-1CEB-2226FFC7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E59163-22D2-893D-9B32-BED51986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FEFE98-66CE-2244-E494-7FC598F4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01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B8F26-2A42-E47D-2F02-443ED1C8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C25847-3B1B-C7E9-836C-4935891F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DFFC75-F99A-B325-D2B3-5081FC4A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36EBDB-9DF7-870A-BFF1-5BCE5294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41E586-7A5E-8EFE-AD31-8F364128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93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C1C3D-0A4A-CD17-E50D-BDC5DFD6A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E4D69-298C-8286-C045-0A1846AA1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5861FC-4566-E518-F036-3B045AC9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FFD931-0740-E94F-D813-6B591C25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456A85-C765-3A40-B4B0-EB3304CD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10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88BED-C9D9-92F2-6E80-474E6D19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5DA18B-A480-7B95-F671-0A6DE3A10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69B675-DDA9-7E75-7FFB-FCBEE5556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D4FC37-A12A-1DA7-736E-02B3F241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A01626-8299-2EF3-E4DA-DAF66DF8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6DEF00-16CC-3480-EBCA-92E4EC17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84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6A0BB-00B6-C31A-9035-568BA21B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067326-60BD-E14C-934C-E6D93750A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F6BCEB-92D7-05A3-045E-95E8F1A71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25891D-C36C-B198-484E-2A4BF321B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A516A2-B18F-DCD6-DBCF-65C2D1183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FF501B-1B23-FDA7-9910-24BE6D31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7107F3-D02D-8297-2AB7-751432F3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802819-D867-5E62-1EE4-CACE1DDA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16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C64E6-138D-5BAA-5042-8074B91B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33CEB1-DEA3-BAE4-3BEF-99156ADE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FEDCED-204E-33BA-B1D0-EEA4A98C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236574-A771-6DA8-F859-EAFCF7C7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09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7295C9-6FE5-B25E-D0C5-3359ACE35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2D97CD-081B-E484-ACFE-A94546F8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4CFE2-C755-1D89-5C3A-55F67BF5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93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C781A-376A-4535-D1DF-4CC92A49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9ECC3-2A8E-E871-95A2-544C6E5F8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282954-811B-B55F-9D40-49190EA39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738220-E04A-77A0-0769-DBA0D6A3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D99D6D-6BF9-82EB-E228-551223B8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1B82E8-9C34-AA5E-A158-40AC9755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9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2D7E4-9D98-B968-0DBC-FEF8D5A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745228-DC2E-F5BB-854A-C5417855F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A9BEBC-C003-9F9E-0FD3-F69A6AD4D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DBAD70-9E27-CAB7-2B7C-D53D2AC4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E6139E-6844-ED31-5C8E-F5E0740B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48A878-9C91-CC51-6644-BFB9BE69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18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A4900-7EF8-ABC1-B1F5-9E04130C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07574B-E6F5-B7E0-9432-8FE2D522A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406F2E-AC28-7534-6F5A-8CF4EBD5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47B4F-B9EA-5D80-0250-6CD3E7301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4DF35D-075F-E171-FEE4-9B5F7ED4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4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732D0C9-0B80-AED3-AD1D-705E65195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BD6208-4886-AB72-DD9F-DC045C3FF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C12BCD-93DA-FDBF-F6E4-F340A176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9DA7EE-B546-8BA0-D169-9A8E46E7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533D4-8ADE-1FEF-1B29-2464E21C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0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C54B8-8B19-9B29-6894-FC037CDC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C5F214-AA23-E170-CA6B-6E010D487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723E2B-8DA2-37ED-9C0C-41DE17153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EBDA2-BDB4-4B76-9750-29CE3E05968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88B50-5B3E-E48D-C6EC-8BBB2CC38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F6CEB0-1732-C016-CDBA-3AD9FF423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EFB0B-C8C7-4D58-954A-709D2BFA5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49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_lookup?title=Halpern+Critical+Thinking+Assessment:+Manual&amp;author=Halpern,+D.F.&amp;publication_year=2010" TargetMode="External"/><Relationship Id="rId2" Type="http://schemas.openxmlformats.org/officeDocument/2006/relationships/hyperlink" Target="https://doi.org/10.3390/soc15010006" TargetMode="Externa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504.09343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sychologytoday.com/us/blog/the-digital-self/202503/ai-and-the-new-impostor-syndrome" TargetMode="External"/><Relationship Id="rId4" Type="http://schemas.openxmlformats.org/officeDocument/2006/relationships/hyperlink" Target="https://doi.org/10.1186/s40561-024-00316-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62-024-02077-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doi.org/10.1037/1089-2680.2.2.175" TargetMode="External"/><Relationship Id="rId7" Type="http://schemas.openxmlformats.org/officeDocument/2006/relationships/diagramColors" Target="../diagrams/colors2.xml"/><Relationship Id="rId2" Type="http://schemas.openxmlformats.org/officeDocument/2006/relationships/hyperlink" Target="https://doi.org/10.1037/0022-3514.77.6.1121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ijinfomgt.2025.10287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0.01537" TargetMode="External"/><Relationship Id="rId2" Type="http://schemas.openxmlformats.org/officeDocument/2006/relationships/hyperlink" Target="https://arxiv.org/abs/2506.08872" TargetMode="Externa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hyperlink" Target="https://doi.org/10.3390/soc15010006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hyperlink" Target="https://doi.org/10.1037/0022-3514.77.6.1121" TargetMode="External"/><Relationship Id="rId7" Type="http://schemas.openxmlformats.org/officeDocument/2006/relationships/diagramQuickStyle" Target="../diagrams/quickStyle3.xml"/><Relationship Id="rId2" Type="http://schemas.openxmlformats.org/officeDocument/2006/relationships/hyperlink" Target="https://doi.org/10.1016/j.tics.2016.07.002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hyperlink" Target="https://psycnet.apa.org/record/1999-05760-004" TargetMode="External"/><Relationship Id="rId9" Type="http://schemas.microsoft.com/office/2007/relationships/diagramDrawing" Target="../diagrams/drawing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13286010/" TargetMode="Externa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hyperlink" Target="https://pubmed.ncbi.nlm.nih.gov/13286010/" TargetMode="Externa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E9FAD-11DF-3B68-EF87-ABB8F9C49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117" y="1122363"/>
            <a:ext cx="10643244" cy="2387600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Систематические когнитивные искажения при взаимодействии человек - LLM и способы их снижения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DAAD88-2F20-F189-3F33-3C03F99BD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97104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dirty="0"/>
              <a:t>Левко Максим Николаевич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r>
              <a:rPr lang="ru-RU" dirty="0"/>
              <a:t>Бионика</a:t>
            </a:r>
          </a:p>
          <a:p>
            <a:r>
              <a:rPr lang="ru-RU" dirty="0"/>
              <a:t>2025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75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93C7B-E0EC-A895-D1B1-8FD4D5CA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Идентификация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3317C-95D7-89BB-851A-19D7F2CE9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725"/>
            <a:ext cx="10515600" cy="6339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Взаимодействие с большими языковыми моделями улучшает когнитивные способности пользователя благодаря доступу к обширным знаниям?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F39D8-1C16-54D1-FE7F-EB02A809DA82}"/>
              </a:ext>
            </a:extLst>
          </p:cNvPr>
          <p:cNvSpPr txBox="1"/>
          <p:nvPr/>
        </p:nvSpPr>
        <p:spPr>
          <a:xfrm>
            <a:off x="838200" y="1989667"/>
            <a:ext cx="5173133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 err="1"/>
              <a:t>Gerlich</a:t>
            </a:r>
            <a:r>
              <a:rPr lang="ru-RU" dirty="0"/>
              <a:t>, M. (2025) Оценка критического мышления у активных  пользователей LLM </a:t>
            </a:r>
            <a:r>
              <a:rPr lang="en-US" dirty="0"/>
              <a:t>[1]</a:t>
            </a:r>
            <a:endParaRPr lang="ru-RU" dirty="0"/>
          </a:p>
          <a:p>
            <a:r>
              <a:rPr lang="ru-RU" dirty="0"/>
              <a:t>Выборка: N = 666 участников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5991B-15EA-DAF4-2B17-38166AFD8C63}"/>
              </a:ext>
            </a:extLst>
          </p:cNvPr>
          <p:cNvSpPr txBox="1"/>
          <p:nvPr/>
        </p:nvSpPr>
        <p:spPr>
          <a:xfrm>
            <a:off x="783167" y="3353554"/>
            <a:ext cx="53128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Инструмент:</a:t>
            </a:r>
          </a:p>
          <a:p>
            <a:r>
              <a:rPr lang="ru-RU" dirty="0"/>
              <a:t>  • </a:t>
            </a:r>
            <a:r>
              <a:rPr lang="en-US" dirty="0"/>
              <a:t>HCTA</a:t>
            </a:r>
            <a:r>
              <a:rPr lang="ru-RU" dirty="0"/>
              <a:t> (</a:t>
            </a:r>
            <a:r>
              <a:rPr lang="en-US" dirty="0"/>
              <a:t>Halpern Critical Thinking Assessment</a:t>
            </a:r>
            <a:r>
              <a:rPr lang="ru-RU" dirty="0"/>
              <a:t>) </a:t>
            </a:r>
            <a:r>
              <a:rPr lang="en-US" dirty="0"/>
              <a:t>[2]</a:t>
            </a:r>
            <a:endParaRPr lang="ru-RU" dirty="0"/>
          </a:p>
          <a:p>
            <a:r>
              <a:rPr lang="ru-RU" b="1" dirty="0"/>
              <a:t>Измеряемые параметры:</a:t>
            </a:r>
          </a:p>
          <a:p>
            <a:r>
              <a:rPr lang="ru-RU" dirty="0"/>
              <a:t>  •  Демографические данные </a:t>
            </a:r>
          </a:p>
          <a:p>
            <a:r>
              <a:rPr lang="ru-RU" dirty="0"/>
              <a:t>  •  Частота использования ИИ инструментов</a:t>
            </a:r>
          </a:p>
          <a:p>
            <a:r>
              <a:rPr lang="ru-RU" dirty="0"/>
              <a:t>  •  Когнитивная выгрузка (использование цифровых инструментов</a:t>
            </a:r>
          </a:p>
          <a:p>
            <a:r>
              <a:rPr lang="ru-RU" dirty="0"/>
              <a:t>  • Критическое мышление</a:t>
            </a:r>
          </a:p>
          <a:p>
            <a:r>
              <a:rPr lang="ru-RU" dirty="0"/>
              <a:t>Тест проводился БЕЗ доступа к 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BDF04-CD42-00C8-1CA1-525E27AAD10B}"/>
              </a:ext>
            </a:extLst>
          </p:cNvPr>
          <p:cNvSpPr txBox="1"/>
          <p:nvPr/>
        </p:nvSpPr>
        <p:spPr>
          <a:xfrm>
            <a:off x="6265334" y="1989666"/>
            <a:ext cx="5389786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/>
              <a:t>Значимая отрицательная корреляция между частотой использования LLM и показателями критического мышления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F4EFA-59BB-E190-6649-D1A3528C13B7}"/>
              </a:ext>
            </a:extLst>
          </p:cNvPr>
          <p:cNvSpPr txBox="1"/>
          <p:nvPr/>
        </p:nvSpPr>
        <p:spPr>
          <a:xfrm>
            <a:off x="783167" y="6292471"/>
            <a:ext cx="104436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[1] </a:t>
            </a:r>
            <a:r>
              <a:rPr lang="ru-RU" sz="1050" dirty="0" err="1"/>
              <a:t>Gerlich</a:t>
            </a:r>
            <a:r>
              <a:rPr lang="ru-RU" sz="1050" dirty="0"/>
              <a:t>, M. (2025). </a:t>
            </a:r>
            <a:r>
              <a:rPr lang="en-US" sz="1050" dirty="0"/>
              <a:t>AI Tools in Society: Impacts on Cognitive Offloading and the Future of Critical Thinking</a:t>
            </a:r>
            <a:r>
              <a:rPr lang="ru-RU" sz="1050" dirty="0"/>
              <a:t> </a:t>
            </a:r>
            <a:r>
              <a:rPr lang="ru-RU" sz="1050" dirty="0" err="1"/>
              <a:t>Societies</a:t>
            </a:r>
            <a:r>
              <a:rPr lang="ru-RU" sz="1050" dirty="0"/>
              <a:t>, 15(1), 1-18.  </a:t>
            </a:r>
            <a:r>
              <a:rPr lang="ru-RU" sz="1050" dirty="0">
                <a:hlinkClick r:id="rId2"/>
              </a:rPr>
              <a:t>https://doi.org/10.3390/soc15010006</a:t>
            </a:r>
            <a:endParaRPr lang="en-US" sz="1050" dirty="0"/>
          </a:p>
          <a:p>
            <a:r>
              <a:rPr lang="en-US" sz="1050" dirty="0"/>
              <a:t>[2] Halpern, D.F. (2010) Halpern Critical Thinking Assessment: Manual; </a:t>
            </a:r>
            <a:r>
              <a:rPr lang="en-US" sz="1050" dirty="0" err="1"/>
              <a:t>Schuhfried</a:t>
            </a:r>
            <a:r>
              <a:rPr lang="en-US" sz="1050" dirty="0"/>
              <a:t> GmbH: </a:t>
            </a:r>
            <a:r>
              <a:rPr lang="en-US" sz="1050" dirty="0" err="1"/>
              <a:t>Mödling</a:t>
            </a:r>
            <a:r>
              <a:rPr lang="en-US" sz="1050" dirty="0"/>
              <a:t>, Austria. [</a:t>
            </a:r>
            <a:r>
              <a:rPr lang="en-US" sz="10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Scholar</a:t>
            </a:r>
            <a:r>
              <a:rPr lang="en-US" sz="1050" dirty="0"/>
              <a:t>]</a:t>
            </a:r>
          </a:p>
          <a:p>
            <a:endParaRPr lang="ru-RU" sz="1050" dirty="0"/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D6D79B91-1463-19D8-9227-ACBF6D22AC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9558114"/>
              </p:ext>
            </p:extLst>
          </p:nvPr>
        </p:nvGraphicFramePr>
        <p:xfrm>
          <a:off x="6200352" y="3266590"/>
          <a:ext cx="5454768" cy="2658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0480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C5B52-F22E-18B7-ABBE-BE3E419A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Системность проблемы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3DAB33A8-30B6-C295-6045-B6510F3284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893652"/>
              </p:ext>
            </p:extLst>
          </p:nvPr>
        </p:nvGraphicFramePr>
        <p:xfrm>
          <a:off x="440954" y="1222850"/>
          <a:ext cx="5105787" cy="47112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9CB67E-1BA7-D453-C89D-21C3C03AC495}"/>
              </a:ext>
            </a:extLst>
          </p:cNvPr>
          <p:cNvSpPr txBox="1"/>
          <p:nvPr/>
        </p:nvSpPr>
        <p:spPr>
          <a:xfrm>
            <a:off x="440954" y="5911332"/>
            <a:ext cx="113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/>
              <a:t>[</a:t>
            </a:r>
            <a:r>
              <a:rPr lang="en-US" sz="1000" dirty="0"/>
              <a:t>3</a:t>
            </a:r>
            <a:r>
              <a:rPr lang="ru-RU" sz="1000" dirty="0"/>
              <a:t>] </a:t>
            </a:r>
            <a:r>
              <a:rPr lang="en-US" sz="1000" dirty="0"/>
              <a:t>Confirmation Bias in Generative AI Chatbots: Mechanisms, Risks,</a:t>
            </a:r>
            <a:r>
              <a:rPr lang="ru-RU" sz="1000" dirty="0"/>
              <a:t> </a:t>
            </a:r>
            <a:r>
              <a:rPr lang="en-US" sz="1000" dirty="0"/>
              <a:t>Mitigation Strategies and Future Research Directions</a:t>
            </a:r>
            <a:r>
              <a:rPr lang="ru-RU" sz="1000" dirty="0"/>
              <a:t>, </a:t>
            </a:r>
            <a:r>
              <a:rPr lang="en-US" sz="1000" dirty="0"/>
              <a:t>ResearchGate, 2024 </a:t>
            </a:r>
            <a:r>
              <a:rPr lang="en-US" sz="1000" dirty="0">
                <a:hlinkClick r:id="rId3"/>
              </a:rPr>
              <a:t>https://doi.org/10.48550/arXiv.2504.09343</a:t>
            </a:r>
            <a:endParaRPr lang="ru-RU" sz="1000" dirty="0"/>
          </a:p>
          <a:p>
            <a:r>
              <a:rPr lang="en-US" sz="1000" dirty="0"/>
              <a:t>[</a:t>
            </a:r>
            <a:r>
              <a:rPr lang="ru-RU" sz="1000" dirty="0"/>
              <a:t>4</a:t>
            </a:r>
            <a:r>
              <a:rPr lang="en-US" sz="1000" dirty="0"/>
              <a:t>] Zhai, </a:t>
            </a:r>
            <a:r>
              <a:rPr lang="en-US" sz="1000" dirty="0" err="1"/>
              <a:t>Chunpeng</a:t>
            </a:r>
            <a:r>
              <a:rPr lang="en-US" sz="1000" dirty="0"/>
              <a:t> &amp; Wibowo, Santoso &amp; Li, Lily. (2024). The effects of over-reliance on AI dialogue systems on students' cognitive abilities: a systematic review. Smart Learning Environments. 11. </a:t>
            </a:r>
            <a:r>
              <a:rPr lang="en-US" sz="1000" dirty="0">
                <a:hlinkClick r:id="rId4"/>
              </a:rPr>
              <a:t>https://doi.org/10.1186/s40561-024-00316-7 </a:t>
            </a:r>
            <a:endParaRPr lang="en-US" sz="1000" dirty="0"/>
          </a:p>
          <a:p>
            <a:r>
              <a:rPr lang="en-US" sz="1000" dirty="0"/>
              <a:t>[5] AI and the New Impostor Syndrome, Psychology Today, </a:t>
            </a:r>
            <a:r>
              <a:rPr lang="ru-RU" sz="1000" dirty="0"/>
              <a:t>2025</a:t>
            </a:r>
            <a:r>
              <a:rPr lang="en-US" sz="1000" dirty="0"/>
              <a:t> </a:t>
            </a:r>
            <a:r>
              <a:rPr lang="en-US" sz="1000" dirty="0">
                <a:hlinkClick r:id="rId5"/>
              </a:rPr>
              <a:t>https://www.psychologytoday.com/us/blog/the-digital-self/202503/ai-and-the-new-impostor-syndrome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6D5EB-D2E1-A90A-50B8-9BA37DD564A7}"/>
              </a:ext>
            </a:extLst>
          </p:cNvPr>
          <p:cNvSpPr txBox="1"/>
          <p:nvPr/>
        </p:nvSpPr>
        <p:spPr>
          <a:xfrm>
            <a:off x="5332260" y="2104233"/>
            <a:ext cx="67498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Пользователи формулируют запросы и интерпретируют ответы так, чтобы подтвердить свои изначальные предположения.</a:t>
            </a:r>
          </a:p>
          <a:p>
            <a:endParaRPr lang="ru-RU" dirty="0"/>
          </a:p>
          <a:p>
            <a:r>
              <a:rPr lang="ru-RU" dirty="0"/>
              <a:t>Пользователи принимают рекомендации ИИ чаще чем рекомендации людей, даже когда собственная экспертиза указывает на ошибку системы.</a:t>
            </a:r>
          </a:p>
          <a:p>
            <a:endParaRPr lang="ru-RU" dirty="0"/>
          </a:p>
          <a:p>
            <a:r>
              <a:rPr lang="ru-RU" dirty="0"/>
              <a:t>Пользователи меньше занимаются проработкой, проверкой и осмыслением решений при использовании ИИ</a:t>
            </a:r>
            <a:endParaRPr lang="en-US" dirty="0"/>
          </a:p>
          <a:p>
            <a:endParaRPr lang="en-US" dirty="0"/>
          </a:p>
          <a:p>
            <a:r>
              <a:rPr lang="ru-RU" dirty="0"/>
              <a:t>Пользователи начинают больше сомневаться в собственной компетентности и значимости при использовании ИИ</a:t>
            </a:r>
          </a:p>
        </p:txBody>
      </p:sp>
    </p:spTree>
    <p:extLst>
      <p:ext uri="{BB962C8B-B14F-4D97-AF65-F5344CB8AC3E}">
        <p14:creationId xmlns:p14="http://schemas.microsoft.com/office/powerpoint/2010/main" val="366005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02BE2-3BCC-FF2B-7658-2C0F5D9B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исследования</a:t>
            </a:r>
          </a:p>
        </p:txBody>
      </p:sp>
      <p:graphicFrame>
        <p:nvGraphicFramePr>
          <p:cNvPr id="15" name="Схема 14">
            <a:extLst>
              <a:ext uri="{FF2B5EF4-FFF2-40B4-BE49-F238E27FC236}">
                <a16:creationId xmlns:a16="http://schemas.microsoft.com/office/drawing/2014/main" id="{C99D4D41-3A32-AA4E-5F4D-278A4F0AD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8656233"/>
              </p:ext>
            </p:extLst>
          </p:nvPr>
        </p:nvGraphicFramePr>
        <p:xfrm>
          <a:off x="496654" y="1361990"/>
          <a:ext cx="10624678" cy="4792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548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8CCB0-1E92-DE42-748D-F37E767B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Усиление предубеждений. Исследование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7E118-46A6-76A1-7D60-C626FB4DD59E}"/>
              </a:ext>
            </a:extLst>
          </p:cNvPr>
          <p:cNvSpPr txBox="1"/>
          <p:nvPr/>
        </p:nvSpPr>
        <p:spPr>
          <a:xfrm>
            <a:off x="838200" y="1331497"/>
            <a:ext cx="1109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</a:rPr>
              <a:t>Искусственный интеллект усиливает существующие предубеждения пользователя на </a:t>
            </a:r>
            <a:r>
              <a:rPr lang="ru-RU" b="1" dirty="0">
                <a:solidFill>
                  <a:srgbClr val="000000"/>
                </a:solidFill>
                <a:effectLst/>
              </a:rPr>
              <a:t>15-25%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</a:rPr>
              <a:t>по сравнению с взаимодействием человек-человек</a:t>
            </a:r>
            <a:r>
              <a:rPr lang="en-US" dirty="0">
                <a:solidFill>
                  <a:srgbClr val="000000"/>
                </a:solidFill>
              </a:rPr>
              <a:t> [6]</a:t>
            </a:r>
            <a:r>
              <a:rPr lang="ru-RU" dirty="0">
                <a:solidFill>
                  <a:srgbClr val="000000"/>
                </a:solidFill>
              </a:rPr>
              <a:t>. 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339EA4B-AD4E-949F-6E1C-10CFDCEE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73" y="2102226"/>
            <a:ext cx="4515439" cy="33736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6F936A9-D7AF-2518-0BFF-F87116FB686D}"/>
              </a:ext>
            </a:extLst>
          </p:cNvPr>
          <p:cNvSpPr txBox="1"/>
          <p:nvPr/>
        </p:nvSpPr>
        <p:spPr>
          <a:xfrm>
            <a:off x="341438" y="6369764"/>
            <a:ext cx="113100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/>
              <a:t>[</a:t>
            </a:r>
            <a:r>
              <a:rPr lang="en-US" sz="1000" dirty="0"/>
              <a:t>6</a:t>
            </a:r>
            <a:r>
              <a:rPr lang="ru-RU" sz="1000" dirty="0"/>
              <a:t>] </a:t>
            </a:r>
            <a:r>
              <a:rPr lang="en-US" sz="1000" dirty="0"/>
              <a:t>Glickman, M., &amp; Sharot, T. (2025). How human–AI feedback loops alter human perceptual, emotional and social judgements. Nature Human </a:t>
            </a:r>
            <a:r>
              <a:rPr lang="en-US" sz="1000" dirty="0" err="1"/>
              <a:t>Behaviour</a:t>
            </a:r>
            <a:r>
              <a:rPr lang="en-US" sz="1000" dirty="0"/>
              <a:t>, 9, 345-359. </a:t>
            </a:r>
            <a:r>
              <a:rPr lang="en-US" sz="1000" dirty="0">
                <a:hlinkClick r:id="rId3"/>
              </a:rPr>
              <a:t>https://doi.org/10.1038/s41562-024-02077-2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6EE79-8E1B-A61C-DE0D-B2D3675239B5}"/>
              </a:ext>
            </a:extLst>
          </p:cNvPr>
          <p:cNvSpPr txBox="1"/>
          <p:nvPr/>
        </p:nvSpPr>
        <p:spPr>
          <a:xfrm>
            <a:off x="6096000" y="3599633"/>
            <a:ext cx="54298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Демонстрация </a:t>
            </a:r>
            <a:r>
              <a:rPr lang="ru-RU" sz="1600" dirty="0">
                <a:solidFill>
                  <a:srgbClr val="000000"/>
                </a:solidFill>
              </a:rPr>
              <a:t>предубежденного мнения ИИ (финансовый менеджер – белый мужчина) существенно увеличила искажение в результатах. </a:t>
            </a:r>
            <a:r>
              <a:rPr lang="ru-RU" sz="1600" b="1" dirty="0">
                <a:solidFill>
                  <a:srgbClr val="000000"/>
                </a:solidFill>
                <a:effectLst/>
              </a:rPr>
              <a:t>Эффект сохраняется длительное время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FB42D-B988-8864-56EC-8153A87F1A33}"/>
              </a:ext>
            </a:extLst>
          </p:cNvPr>
          <p:cNvSpPr txBox="1"/>
          <p:nvPr/>
        </p:nvSpPr>
        <p:spPr>
          <a:xfrm>
            <a:off x="904973" y="5600228"/>
            <a:ext cx="11029361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60-75% пользователей чат-ботов демонстрируют предвзятость подтверждения и сохраняют их после окончания использования</a:t>
            </a:r>
          </a:p>
          <a:p>
            <a:pPr>
              <a:lnSpc>
                <a:spcPts val="1425"/>
              </a:lnSpc>
              <a:buNone/>
            </a:pPr>
            <a:endParaRPr lang="ru-RU" sz="20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ru-RU" sz="2000" b="0" dirty="0">
                <a:solidFill>
                  <a:srgbClr val="000000"/>
                </a:solidFill>
                <a:effectLst/>
              </a:rPr>
              <a:t>GPT-4 систематически производит предвзятые ответы в тестах  на предвзятость подтверждения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710261-D78A-0C52-613C-08436BCB127E}"/>
              </a:ext>
            </a:extLst>
          </p:cNvPr>
          <p:cNvSpPr txBox="1"/>
          <p:nvPr/>
        </p:nvSpPr>
        <p:spPr>
          <a:xfrm>
            <a:off x="6096000" y="2221396"/>
            <a:ext cx="5555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buNone/>
              <a:defRPr sz="1600" b="0">
                <a:solidFill>
                  <a:srgbClr val="000000"/>
                </a:solidFill>
                <a:effectLst/>
              </a:defRPr>
            </a:lvl1pPr>
          </a:lstStyle>
          <a:p>
            <a:r>
              <a:rPr lang="ru-RU" dirty="0"/>
              <a:t>Размер эффекта: d = 0.67 (средний-большой по классификации Коэна)</a:t>
            </a:r>
          </a:p>
          <a:p>
            <a:r>
              <a:rPr lang="ru-RU" dirty="0"/>
              <a:t>N = 1,401 участников</a:t>
            </a:r>
          </a:p>
        </p:txBody>
      </p:sp>
    </p:spTree>
    <p:extLst>
      <p:ext uri="{BB962C8B-B14F-4D97-AF65-F5344CB8AC3E}">
        <p14:creationId xmlns:p14="http://schemas.microsoft.com/office/powerpoint/2010/main" val="4168527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24B3-6F81-A4B2-D638-0B237466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C1B52-CDF7-FFA4-0393-070CE2AD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Усиление предубеждений. Причины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57861-9F94-D4C0-5EF9-C672B79707CE}"/>
              </a:ext>
            </a:extLst>
          </p:cNvPr>
          <p:cNvSpPr txBox="1"/>
          <p:nvPr/>
        </p:nvSpPr>
        <p:spPr>
          <a:xfrm>
            <a:off x="838200" y="2876924"/>
            <a:ext cx="5178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E9DD0C-359C-6E74-0DB4-0ED081D4282D}"/>
              </a:ext>
            </a:extLst>
          </p:cNvPr>
          <p:cNvSpPr txBox="1"/>
          <p:nvPr/>
        </p:nvSpPr>
        <p:spPr>
          <a:xfrm>
            <a:off x="440954" y="5911332"/>
            <a:ext cx="113100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</a:t>
            </a:r>
            <a:r>
              <a:rPr lang="ru-RU" sz="1000" dirty="0"/>
              <a:t>7</a:t>
            </a:r>
            <a:r>
              <a:rPr lang="en-US" sz="1000" dirty="0"/>
              <a:t>] Kruger, J., &amp; Dunning, D. (1999). Unskilled and unaware of </a:t>
            </a:r>
            <a:r>
              <a:rPr lang="en-US" sz="1000" dirty="0" err="1"/>
              <a:t>it:How</a:t>
            </a:r>
            <a:r>
              <a:rPr lang="en-US" sz="1000" dirty="0"/>
              <a:t> difficulties in recognizing one's own incompetence lead to </a:t>
            </a:r>
            <a:r>
              <a:rPr lang="en-US" sz="1000" dirty="0" err="1"/>
              <a:t>inflatedself</a:t>
            </a:r>
            <a:r>
              <a:rPr lang="en-US" sz="1000" dirty="0"/>
              <a:t>-assessments. Journal of Personality and Social Psychology, 77(6),1121-1134.</a:t>
            </a:r>
          </a:p>
          <a:p>
            <a:r>
              <a:rPr lang="en-US" sz="1000" dirty="0">
                <a:hlinkClick r:id="rId2"/>
              </a:rPr>
              <a:t>https://doi.org/10.1037/0022-3514.77.6.1121</a:t>
            </a:r>
            <a:endParaRPr lang="en-US" sz="1000" dirty="0"/>
          </a:p>
          <a:p>
            <a:r>
              <a:rPr lang="en-US" sz="1000" dirty="0"/>
              <a:t>[</a:t>
            </a:r>
            <a:r>
              <a:rPr lang="ru-RU" sz="1000" dirty="0"/>
              <a:t>8</a:t>
            </a:r>
            <a:r>
              <a:rPr lang="en-US" sz="1000" dirty="0"/>
              <a:t>] Nickerson, R. S. (1998). Confirmation bias: A ubiquitous phenomenon</a:t>
            </a:r>
            <a:r>
              <a:rPr lang="ru-RU" sz="1000" dirty="0"/>
              <a:t> </a:t>
            </a:r>
            <a:r>
              <a:rPr lang="en-US" sz="1000" dirty="0"/>
              <a:t>in many guises. Review of General Psychology, 2(2), 175-220.</a:t>
            </a:r>
            <a:r>
              <a:rPr lang="ru-RU" sz="1000" dirty="0"/>
              <a:t> </a:t>
            </a:r>
            <a:r>
              <a:rPr lang="en-US" sz="1000" dirty="0">
                <a:hlinkClick r:id="rId3"/>
              </a:rPr>
              <a:t>https://doi.org/10.1037/1089-2680.2.2.175</a:t>
            </a:r>
            <a:endParaRPr lang="en-US" sz="1000" dirty="0"/>
          </a:p>
        </p:txBody>
      </p:sp>
      <p:graphicFrame>
        <p:nvGraphicFramePr>
          <p:cNvPr id="24" name="Схема 23">
            <a:extLst>
              <a:ext uri="{FF2B5EF4-FFF2-40B4-BE49-F238E27FC236}">
                <a16:creationId xmlns:a16="http://schemas.microsoft.com/office/drawing/2014/main" id="{14497357-EB4C-7304-9927-B4D8275A75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290507"/>
              </p:ext>
            </p:extLst>
          </p:nvPr>
        </p:nvGraphicFramePr>
        <p:xfrm>
          <a:off x="3513841" y="2394838"/>
          <a:ext cx="5005633" cy="3332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14F2E4D-2741-5E7D-F75D-F26B4AACADB2}"/>
              </a:ext>
            </a:extLst>
          </p:cNvPr>
          <p:cNvSpPr txBox="1"/>
          <p:nvPr/>
        </p:nvSpPr>
        <p:spPr>
          <a:xfrm>
            <a:off x="500658" y="1524220"/>
            <a:ext cx="39739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МЕТАКОГНИТИВНЫЙ ДЕФИЦИТ </a:t>
            </a:r>
            <a:r>
              <a:rPr lang="en-US" sz="1600" dirty="0"/>
              <a:t>[7]</a:t>
            </a:r>
            <a:endParaRPr lang="ru-RU" sz="1600" dirty="0"/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Люди не могут точно оценить собственную правоту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Трудности в распознавании собственной некомпетентности приводят к завышенным самооценкам и чрезмерному доверию внешним источникам, особенно тем, что демонстрируют уверенный тон и кажущуюся объективность</a:t>
            </a:r>
            <a:endParaRPr lang="ru-RU" sz="16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FB7CB-94D1-4CC3-A537-E935DFF887E1}"/>
              </a:ext>
            </a:extLst>
          </p:cNvPr>
          <p:cNvSpPr txBox="1"/>
          <p:nvPr/>
        </p:nvSpPr>
        <p:spPr>
          <a:xfrm>
            <a:off x="7993929" y="1615040"/>
            <a:ext cx="39739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/>
            </a:lvl1pPr>
          </a:lstStyle>
          <a:p>
            <a:r>
              <a:rPr lang="ru-RU" sz="1600" dirty="0"/>
              <a:t>ПРЕДВЗЯТОСТЬ ПОДТВЕРЖДЕНИЯ </a:t>
            </a:r>
            <a:r>
              <a:rPr lang="en-US" sz="1600" dirty="0"/>
              <a:t>[8]</a:t>
            </a:r>
            <a:endParaRPr lang="ru-RU" sz="1600" dirty="0"/>
          </a:p>
          <a:p>
            <a:r>
              <a:rPr lang="ru-RU" sz="1600" dirty="0"/>
              <a:t>Универсальная тенденция человеческого познания:</a:t>
            </a:r>
          </a:p>
          <a:p>
            <a:r>
              <a:rPr lang="ru-RU" sz="1600" dirty="0"/>
              <a:t>Искать, интерпретировать и вспоминать информацию так, чтобы она</a:t>
            </a:r>
            <a:r>
              <a:rPr lang="en-US" sz="1600" dirty="0"/>
              <a:t> </a:t>
            </a:r>
            <a:r>
              <a:rPr lang="ru-RU" sz="1600" dirty="0"/>
              <a:t>подтверждала существующие убеждения</a:t>
            </a:r>
          </a:p>
        </p:txBody>
      </p:sp>
    </p:spTree>
    <p:extLst>
      <p:ext uri="{BB962C8B-B14F-4D97-AF65-F5344CB8AC3E}">
        <p14:creationId xmlns:p14="http://schemas.microsoft.com/office/powerpoint/2010/main" val="425268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95974-FF0E-3795-7712-91A285F09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якорения.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D147A-9459-56BA-6EE3-944EBB617262}"/>
              </a:ext>
            </a:extLst>
          </p:cNvPr>
          <p:cNvSpPr txBox="1"/>
          <p:nvPr/>
        </p:nvSpPr>
        <p:spPr>
          <a:xfrm>
            <a:off x="639451" y="1292631"/>
            <a:ext cx="517688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</a:rPr>
              <a:t>Влияния </a:t>
            </a:r>
            <a:r>
              <a:rPr lang="en-US" sz="1600" b="1" dirty="0">
                <a:solidFill>
                  <a:srgbClr val="000000"/>
                </a:solidFill>
              </a:rPr>
              <a:t>AI </a:t>
            </a:r>
            <a:r>
              <a:rPr lang="ru-RU" sz="1600" b="1" dirty="0">
                <a:solidFill>
                  <a:srgbClr val="000000"/>
                </a:solidFill>
              </a:rPr>
              <a:t>рекомендаций на итоговую оценку сотрудников</a:t>
            </a:r>
            <a:r>
              <a:rPr lang="ru-RU" sz="1600" dirty="0">
                <a:solidFill>
                  <a:srgbClr val="000000"/>
                </a:solidFill>
              </a:rPr>
              <a:t> </a:t>
            </a:r>
            <a:r>
              <a:rPr lang="en-US" sz="1600" dirty="0">
                <a:solidFill>
                  <a:srgbClr val="000000"/>
                </a:solidFill>
              </a:rPr>
              <a:t>[9]</a:t>
            </a:r>
            <a:br>
              <a:rPr lang="ru-RU" sz="1600" b="0" dirty="0">
                <a:solidFill>
                  <a:srgbClr val="000000"/>
                </a:solidFill>
                <a:effectLst/>
              </a:rPr>
            </a:br>
            <a:r>
              <a:rPr lang="ru-RU" sz="1600" b="0" dirty="0">
                <a:solidFill>
                  <a:srgbClr val="000000"/>
                </a:solidFill>
                <a:effectLst/>
              </a:rPr>
              <a:t>N = 775 менеджеров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Менеджеры оценивают производительность сотрудников после рекомендации ИИ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П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редупреждение об эффекте якорения: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«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Рекомендации ИИ могут создавать якорение. Не полагайтесь на них.» Подтверждено опросником: менеджеры осознавали риск</a:t>
            </a:r>
          </a:p>
          <a:p>
            <a:pPr>
              <a:buNone/>
            </a:pPr>
            <a:br>
              <a:rPr lang="ru-RU" sz="1600" b="0" dirty="0">
                <a:solidFill>
                  <a:srgbClr val="000000"/>
                </a:solidFill>
                <a:effectLst/>
              </a:rPr>
            </a:br>
            <a:r>
              <a:rPr lang="ru-RU" sz="1600" b="1" dirty="0">
                <a:solidFill>
                  <a:srgbClr val="000000"/>
                </a:solidFill>
              </a:rPr>
              <a:t>Результат</a:t>
            </a:r>
            <a:endParaRPr lang="ru-RU" sz="1600" b="1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Экстремально высокая кластеризация рейтингов вокруг AI-рекомендаций.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0A1F1-54FE-093A-F1A6-9D6CB4FDF18F}"/>
              </a:ext>
            </a:extLst>
          </p:cNvPr>
          <p:cNvSpPr txBox="1"/>
          <p:nvPr/>
        </p:nvSpPr>
        <p:spPr>
          <a:xfrm>
            <a:off x="440954" y="5911332"/>
            <a:ext cx="113100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</a:t>
            </a:r>
            <a:r>
              <a:rPr lang="ru-RU" sz="1000" dirty="0"/>
              <a:t>9</a:t>
            </a:r>
            <a:r>
              <a:rPr lang="en-US" sz="1000" dirty="0"/>
              <a:t>] Carter, L., &amp; Liu, D. (2025). The persistent influence of AI</a:t>
            </a:r>
            <a:r>
              <a:rPr lang="ru-RU" sz="1000" dirty="0"/>
              <a:t> </a:t>
            </a:r>
            <a:r>
              <a:rPr lang="en-US" sz="1000" dirty="0"/>
              <a:t>recommendations on managerial ratings despite anchoring awareness.</a:t>
            </a:r>
            <a:r>
              <a:rPr lang="ru-RU" sz="1000" dirty="0"/>
              <a:t> </a:t>
            </a:r>
            <a:r>
              <a:rPr lang="en-US" sz="1000" dirty="0"/>
              <a:t>International Journal of Information Management, 78, Article 102875.</a:t>
            </a:r>
            <a:r>
              <a:rPr lang="ru-RU" sz="1000" dirty="0"/>
              <a:t> </a:t>
            </a:r>
            <a:r>
              <a:rPr lang="en-US" sz="1000" dirty="0">
                <a:hlinkClick r:id="rId2"/>
              </a:rPr>
              <a:t>https://doi.org/10.1016/j.ijinfomgt.2025.102875</a:t>
            </a:r>
            <a:endParaRPr lang="ru-RU" sz="1000" dirty="0"/>
          </a:p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0] Tversky, A., &amp; Kahneman, D. (1974). Judgment under uncertainty:</a:t>
            </a:r>
            <a:r>
              <a:rPr lang="ru-RU" sz="1000" dirty="0"/>
              <a:t> </a:t>
            </a:r>
            <a:r>
              <a:rPr lang="en-US" sz="1000" dirty="0"/>
              <a:t>Heuristics and biases. Science, 185(4157), 1124-1131.https://doi.org/10.1126/science.185.4157.1124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860C4-95C1-2438-A9CE-09BA9EE6C762}"/>
              </a:ext>
            </a:extLst>
          </p:cNvPr>
          <p:cNvSpPr txBox="1"/>
          <p:nvPr/>
        </p:nvSpPr>
        <p:spPr>
          <a:xfrm>
            <a:off x="5816339" y="1287275"/>
            <a:ext cx="6096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  <a:effectLst/>
              </a:rPr>
              <a:t>Якорение на случайном числе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[11]</a:t>
            </a:r>
            <a:endParaRPr lang="ru-RU" sz="1600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Оценить процент африканских стран в ООН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Шаг 1: Якорь - случайное число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Шаг 2: Участникам ЯВНО сообщают, что число случайное и не имеет отношения к вопросу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Шаг 3: Оценка - Участники дают оценку процента африканских стран в ООН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  <a:effectLst/>
              </a:rPr>
              <a:t>Результат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Группа с якорем 10: Средняя оценка ~25%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Группа с якорем 65: Средняя оценка ~45%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</a:rPr>
              <a:t>Оценки систематически </a:t>
            </a:r>
            <a:r>
              <a:rPr lang="ru-RU" sz="1600" b="0" dirty="0" err="1">
                <a:solidFill>
                  <a:srgbClr val="000000"/>
                </a:solidFill>
                <a:effectLst/>
              </a:rPr>
              <a:t>кластеризовались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вокруг якоря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DDE79-952A-79A4-4E97-5BD40A8083D6}"/>
              </a:ext>
            </a:extLst>
          </p:cNvPr>
          <p:cNvSpPr txBox="1"/>
          <p:nvPr/>
        </p:nvSpPr>
        <p:spPr>
          <a:xfrm>
            <a:off x="2689389" y="4920064"/>
            <a:ext cx="6813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000000"/>
                </a:solidFill>
                <a:effectLst/>
              </a:rPr>
              <a:t>Осознание якорения НЕ устраняет его эффект!</a:t>
            </a:r>
          </a:p>
          <a:p>
            <a:pPr>
              <a:buNone/>
            </a:pPr>
            <a:r>
              <a:rPr lang="ru-RU" sz="1800" b="1" dirty="0">
                <a:solidFill>
                  <a:srgbClr val="000000"/>
                </a:solidFill>
                <a:effectLst/>
              </a:rPr>
              <a:t>Предупреждение не предотвратило кластеризацию вокруг </a:t>
            </a:r>
            <a:r>
              <a:rPr lang="ru-RU" b="1" dirty="0">
                <a:solidFill>
                  <a:srgbClr val="000000"/>
                </a:solidFill>
              </a:rPr>
              <a:t>якоря</a:t>
            </a:r>
            <a:endParaRPr lang="ru-RU" sz="1800" b="1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686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056F2-F1A9-FEBB-9C50-596E9E23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 искажений от ИИ.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0A05F-96BC-3CF0-B41B-8C96012AC402}"/>
              </a:ext>
            </a:extLst>
          </p:cNvPr>
          <p:cNvSpPr txBox="1"/>
          <p:nvPr/>
        </p:nvSpPr>
        <p:spPr>
          <a:xfrm>
            <a:off x="578977" y="1579985"/>
            <a:ext cx="394840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0000"/>
                </a:solidFill>
                <a:effectLst/>
              </a:rPr>
              <a:t>Your Brain on ChatGPT</a:t>
            </a:r>
            <a:r>
              <a:rPr lang="ru-RU" sz="1600" b="0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[11]</a:t>
            </a:r>
            <a:endParaRPr lang="ru-RU" sz="1600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Написание эссе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solidFill>
                  <a:srgbClr val="000000"/>
                </a:solidFill>
              </a:rPr>
              <a:t>с использованием ИИ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solidFill>
                  <a:srgbClr val="000000"/>
                </a:solidFill>
              </a:rPr>
              <a:t>Без использования ИИ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54 участника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Измерение ЭЭГ мозга в процессе написания. </a:t>
            </a:r>
          </a:p>
          <a:p>
            <a:pPr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Результаты: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</a:rPr>
              <a:t>Снижение альфа и бета ритмов во время использования ИИ инструментов. </a:t>
            </a:r>
          </a:p>
          <a:p>
            <a:pPr marL="342900" indent="-342900">
              <a:buAutoNum type="arabicPeriod"/>
            </a:pPr>
            <a:r>
              <a:rPr lang="ru-RU" sz="1600" dirty="0">
                <a:solidFill>
                  <a:srgbClr val="000000"/>
                </a:solidFill>
              </a:rPr>
              <a:t>Сохранение снижения ритмов в сессиях без использования ИИ.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AB272-8865-CB67-F623-8142266DCBA3}"/>
              </a:ext>
            </a:extLst>
          </p:cNvPr>
          <p:cNvSpPr txBox="1"/>
          <p:nvPr/>
        </p:nvSpPr>
        <p:spPr>
          <a:xfrm>
            <a:off x="440954" y="5911332"/>
            <a:ext cx="113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1] MIT Media Lab. (2025). Your brain on ChatGPT: Accumulation of cognitive debt when using an AI assistant for essay writing task. arXiv:2506.08872.</a:t>
            </a:r>
            <a:r>
              <a:rPr lang="en-US" sz="1000" dirty="0">
                <a:hlinkClick r:id="rId2"/>
              </a:rPr>
              <a:t>https://arxiv.org/abs/2506.08872</a:t>
            </a:r>
            <a:endParaRPr lang="en-US" sz="1000" dirty="0"/>
          </a:p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2] Authors TBD. (2024). Dialogues with AI reduce beliefs in misinformation but build no lasting discernment skills. arXiv:2510.01537. </a:t>
            </a:r>
            <a:r>
              <a:rPr lang="en-US" sz="1000" dirty="0">
                <a:hlinkClick r:id="rId3"/>
              </a:rPr>
              <a:t>https://arxiv.org/abs/2510.01537</a:t>
            </a:r>
            <a:endParaRPr lang="en-US" sz="1000" dirty="0"/>
          </a:p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3] Gerlich, M. (2025). AI tools in society: Impacts on cognitive offloading and the future of critical thinking. Societies, 15(1), 1-18. </a:t>
            </a:r>
            <a:r>
              <a:rPr lang="en-US" sz="1000" dirty="0">
                <a:hlinkClick r:id="rId4"/>
              </a:rPr>
              <a:t>https://doi.org/10.3390/soc15010006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FBA10-8FEF-2F0B-E829-05ED0671FCD2}"/>
              </a:ext>
            </a:extLst>
          </p:cNvPr>
          <p:cNvSpPr txBox="1"/>
          <p:nvPr/>
        </p:nvSpPr>
        <p:spPr>
          <a:xfrm>
            <a:off x="4155859" y="1579985"/>
            <a:ext cx="394840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  <a:effectLst/>
              </a:rPr>
              <a:t>Оценка дезинформации в новостях 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[12]</a:t>
            </a:r>
            <a:endParaRPr lang="ru-RU" sz="1600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Оценка правдивости предоставленных фактов с использованием ИИ и без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67 участников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</a:rPr>
              <a:t>Замер точности идентификации правдивости новостей</a:t>
            </a:r>
          </a:p>
          <a:p>
            <a:pPr>
              <a:buNone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buNone/>
            </a:pPr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C50F4-E833-B1FA-99FA-946086FA498B}"/>
              </a:ext>
            </a:extLst>
          </p:cNvPr>
          <p:cNvSpPr txBox="1"/>
          <p:nvPr/>
        </p:nvSpPr>
        <p:spPr>
          <a:xfrm>
            <a:off x="8104260" y="1543071"/>
            <a:ext cx="40877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</a:rPr>
              <a:t>Оценка критического мышления пользователей </a:t>
            </a:r>
            <a:r>
              <a:rPr lang="en-US" sz="1600" b="1" dirty="0">
                <a:solidFill>
                  <a:srgbClr val="000000"/>
                </a:solidFill>
              </a:rPr>
              <a:t>LLM</a:t>
            </a:r>
            <a:r>
              <a:rPr lang="en-US" sz="1600" b="0" dirty="0">
                <a:solidFill>
                  <a:srgbClr val="000000"/>
                </a:solidFill>
                <a:effectLst/>
              </a:rPr>
              <a:t>[13]</a:t>
            </a:r>
            <a:endParaRPr lang="ru-RU" sz="1600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sz="1500" dirty="0">
                <a:solidFill>
                  <a:srgbClr val="000000"/>
                </a:solidFill>
              </a:rPr>
              <a:t>Измерение критического мышления по тесту </a:t>
            </a:r>
            <a:r>
              <a:rPr lang="en-US" sz="1500" dirty="0"/>
              <a:t>HCTA</a:t>
            </a:r>
            <a:endParaRPr lang="ru-RU" sz="1500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ru-RU" sz="1500" dirty="0">
                <a:solidFill>
                  <a:srgbClr val="000000"/>
                </a:solidFill>
              </a:rPr>
              <a:t>666 участников</a:t>
            </a:r>
          </a:p>
          <a:p>
            <a:pPr>
              <a:buNone/>
            </a:pPr>
            <a:r>
              <a:rPr lang="ru-RU" sz="1500" dirty="0">
                <a:solidFill>
                  <a:srgbClr val="000000"/>
                </a:solidFill>
              </a:rPr>
              <a:t>Анализ корреляции результатов теста с использованием </a:t>
            </a:r>
            <a:r>
              <a:rPr lang="en-US" sz="1500" dirty="0">
                <a:solidFill>
                  <a:srgbClr val="000000"/>
                </a:solidFill>
              </a:rPr>
              <a:t>LLM </a:t>
            </a:r>
            <a:r>
              <a:rPr lang="ru-RU" sz="1500" dirty="0">
                <a:solidFill>
                  <a:srgbClr val="000000"/>
                </a:solidFill>
              </a:rPr>
              <a:t>и когнитивной выгрузки. 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6A8FFCB8-F6CD-0CF8-C2E3-EA72CF7844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269316"/>
              </p:ext>
            </p:extLst>
          </p:nvPr>
        </p:nvGraphicFramePr>
        <p:xfrm>
          <a:off x="3972467" y="3231832"/>
          <a:ext cx="3647980" cy="2482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5B073169-9095-2336-048C-9EC4DBB32F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456647"/>
              </p:ext>
            </p:extLst>
          </p:nvPr>
        </p:nvGraphicFramePr>
        <p:xfrm>
          <a:off x="7920868" y="3205705"/>
          <a:ext cx="3948401" cy="2194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51917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6A1A3-011A-04A5-C7ED-1B592C16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Наследования искажений. </a:t>
            </a:r>
            <a:r>
              <a:rPr lang="ru-RU"/>
              <a:t>Причины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AE7D1-CEE2-0329-D668-D807F3487E63}"/>
              </a:ext>
            </a:extLst>
          </p:cNvPr>
          <p:cNvSpPr txBox="1"/>
          <p:nvPr/>
        </p:nvSpPr>
        <p:spPr>
          <a:xfrm>
            <a:off x="440954" y="5882456"/>
            <a:ext cx="113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4] Risko, E.F., &amp; Gilbert, S.J. (2016). Cognitive offloading. Trends in Cognitive Sciences, 20(9), 676-688. </a:t>
            </a:r>
            <a:r>
              <a:rPr lang="en-US" sz="1000" dirty="0">
                <a:hlinkClick r:id="rId2"/>
              </a:rPr>
              <a:t>https://doi.org/10.1016/j.tics.2016.07.002</a:t>
            </a:r>
            <a:endParaRPr lang="ru-RU" sz="1000" dirty="0"/>
          </a:p>
          <a:p>
            <a:r>
              <a:rPr lang="en-US" sz="1000" dirty="0"/>
              <a:t>[</a:t>
            </a:r>
            <a:r>
              <a:rPr lang="ru-RU" sz="1000" dirty="0"/>
              <a:t>7</a:t>
            </a:r>
            <a:r>
              <a:rPr lang="en-US" sz="1000" dirty="0"/>
              <a:t>] Kruger, J., &amp; Dunning, D. (1999). Unskilled and unaware of </a:t>
            </a:r>
            <a:r>
              <a:rPr lang="en-US" sz="1000" dirty="0" err="1"/>
              <a:t>it:How</a:t>
            </a:r>
            <a:r>
              <a:rPr lang="en-US" sz="1000" dirty="0"/>
              <a:t> difficulties in recognizing one's own incompetence lead to </a:t>
            </a:r>
            <a:r>
              <a:rPr lang="en-US" sz="1000" dirty="0" err="1"/>
              <a:t>inflatedself</a:t>
            </a:r>
            <a:r>
              <a:rPr lang="en-US" sz="1000" dirty="0"/>
              <a:t>-assessments. Journal of Personality and Social Psychology, 77(6),1121-1134.</a:t>
            </a:r>
          </a:p>
          <a:p>
            <a:r>
              <a:rPr lang="en-US" sz="1000" dirty="0">
                <a:hlinkClick r:id="rId3"/>
              </a:rPr>
              <a:t>https://doi.org/10.1037/0022-3514.77.6.1121</a:t>
            </a:r>
            <a:endParaRPr lang="en-US" sz="1000" dirty="0"/>
          </a:p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5] Gollwitzer, P.M. (1999). Implementation intentions. American Psychologist, 54(7), 493-503. </a:t>
            </a:r>
            <a:r>
              <a:rPr lang="en-US" sz="1000" dirty="0">
                <a:hlinkClick r:id="rId4"/>
              </a:rPr>
              <a:t>https://psycnet.apa.org/record/1999-05760-004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5764A-DC69-7F2A-AD5C-600B4EB00B0A}"/>
              </a:ext>
            </a:extLst>
          </p:cNvPr>
          <p:cNvSpPr txBox="1"/>
          <p:nvPr/>
        </p:nvSpPr>
        <p:spPr>
          <a:xfrm>
            <a:off x="989355" y="1460467"/>
            <a:ext cx="40226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  <a:effectLst/>
              </a:rPr>
              <a:t>Когнитивная разгрузка </a:t>
            </a:r>
            <a:r>
              <a:rPr lang="en-US" b="0" dirty="0">
                <a:solidFill>
                  <a:srgbClr val="000000"/>
                </a:solidFill>
                <a:effectLst/>
              </a:rPr>
              <a:t>[14]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</a:rPr>
              <a:t>Когнитивные механизмы атрофируются без использования.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98982-8D98-94F6-6F94-21A0A1E2CB8B}"/>
              </a:ext>
            </a:extLst>
          </p:cNvPr>
          <p:cNvSpPr txBox="1"/>
          <p:nvPr/>
        </p:nvSpPr>
        <p:spPr>
          <a:xfrm>
            <a:off x="4000582" y="4859451"/>
            <a:ext cx="55655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 err="1">
                <a:solidFill>
                  <a:srgbClr val="000000"/>
                </a:solidFill>
                <a:effectLst/>
              </a:rPr>
              <a:t>Метакогнитивный</a:t>
            </a:r>
            <a:r>
              <a:rPr lang="ru-RU" b="1" dirty="0">
                <a:solidFill>
                  <a:srgbClr val="000000"/>
                </a:solidFill>
                <a:effectLst/>
              </a:rPr>
              <a:t> дефицит</a:t>
            </a:r>
            <a:r>
              <a:rPr lang="en-US" b="0" dirty="0">
                <a:solidFill>
                  <a:srgbClr val="000000"/>
                </a:solidFill>
                <a:effectLst/>
              </a:rPr>
              <a:t>[</a:t>
            </a:r>
            <a:r>
              <a:rPr lang="ru-RU" b="0" dirty="0">
                <a:solidFill>
                  <a:srgbClr val="000000"/>
                </a:solidFill>
                <a:effectLst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</a:rPr>
              <a:t>]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r>
              <a:rPr lang="ru-RU" dirty="0"/>
              <a:t>Некомпетентность предотвращает осознание собственной некомпетентности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5A33D-B7B4-4DE0-ED5F-8E8B062A97C7}"/>
              </a:ext>
            </a:extLst>
          </p:cNvPr>
          <p:cNvSpPr txBox="1"/>
          <p:nvPr/>
        </p:nvSpPr>
        <p:spPr>
          <a:xfrm>
            <a:off x="7179952" y="1460467"/>
            <a:ext cx="4772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  <a:effectLst/>
              </a:rPr>
              <a:t>Формирование привычек </a:t>
            </a:r>
            <a:r>
              <a:rPr lang="en-US" b="0" dirty="0">
                <a:solidFill>
                  <a:srgbClr val="000000"/>
                </a:solidFill>
                <a:effectLst/>
              </a:rPr>
              <a:t>[</a:t>
            </a:r>
            <a:r>
              <a:rPr lang="ru-RU" b="0" dirty="0">
                <a:solidFill>
                  <a:srgbClr val="000000"/>
                </a:solidFill>
                <a:effectLst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</a:rPr>
              <a:t>5]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r>
              <a:rPr lang="ru-RU" dirty="0"/>
              <a:t>Повторяющееся поведение с положительным подкреплением автоматизируется и становится привычкой, работающей без сознательного контроля </a:t>
            </a: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455F79D8-98F8-0C0D-3848-677120F9E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6388958"/>
              </p:ext>
            </p:extLst>
          </p:nvPr>
        </p:nvGraphicFramePr>
        <p:xfrm>
          <a:off x="1358156" y="2036833"/>
          <a:ext cx="9475688" cy="2784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Стрелка: изогнутая вверх 10">
            <a:extLst>
              <a:ext uri="{FF2B5EF4-FFF2-40B4-BE49-F238E27FC236}">
                <a16:creationId xmlns:a16="http://schemas.microsoft.com/office/drawing/2014/main" id="{DCD8E2D8-6B0D-BD3D-88E4-17EDBC656DDC}"/>
              </a:ext>
            </a:extLst>
          </p:cNvPr>
          <p:cNvSpPr/>
          <p:nvPr/>
        </p:nvSpPr>
        <p:spPr>
          <a:xfrm flipH="1">
            <a:off x="1626668" y="4007204"/>
            <a:ext cx="8686175" cy="923330"/>
          </a:xfrm>
          <a:prstGeom prst="curvedUpArrow">
            <a:avLst>
              <a:gd name="adj1" fmla="val 41418"/>
              <a:gd name="adj2" fmla="val 81524"/>
              <a:gd name="adj3" fmla="val 4063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12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2C27C-9443-F60A-2B5E-F3AFC183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Системность искажений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78878CB-07B5-1A64-2756-5AEF221E7AEA}"/>
              </a:ext>
            </a:extLst>
          </p:cNvPr>
          <p:cNvGrpSpPr/>
          <p:nvPr/>
        </p:nvGrpSpPr>
        <p:grpSpPr>
          <a:xfrm>
            <a:off x="-1540042" y="950904"/>
            <a:ext cx="12009226" cy="6265727"/>
            <a:chOff x="0" y="1187778"/>
            <a:chExt cx="12009226" cy="6265727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34FB80ED-37DB-2D7B-F547-91341BB9C4AD}"/>
                </a:ext>
              </a:extLst>
            </p:cNvPr>
            <p:cNvGrpSpPr/>
            <p:nvPr/>
          </p:nvGrpSpPr>
          <p:grpSpPr>
            <a:xfrm>
              <a:off x="0" y="1187778"/>
              <a:ext cx="12009226" cy="6265727"/>
              <a:chOff x="-2045616" y="204292"/>
              <a:chExt cx="14158537" cy="7428322"/>
            </a:xfrm>
          </p:grpSpPr>
          <p:sp>
            <p:nvSpPr>
              <p:cNvPr id="6" name="Часть круга 5">
                <a:extLst>
                  <a:ext uri="{FF2B5EF4-FFF2-40B4-BE49-F238E27FC236}">
                    <a16:creationId xmlns:a16="http://schemas.microsoft.com/office/drawing/2014/main" id="{77C1C4D0-D0C0-20C1-2F51-2335983DB137}"/>
                  </a:ext>
                </a:extLst>
              </p:cNvPr>
              <p:cNvSpPr/>
              <p:nvPr/>
            </p:nvSpPr>
            <p:spPr>
              <a:xfrm>
                <a:off x="-2045616" y="204292"/>
                <a:ext cx="13838548" cy="7428322"/>
              </a:xfrm>
              <a:prstGeom prst="pie">
                <a:avLst>
                  <a:gd name="adj1" fmla="val 19351927"/>
                  <a:gd name="adj2" fmla="val 2005511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4" name="Схема 3">
                <a:extLst>
                  <a:ext uri="{FF2B5EF4-FFF2-40B4-BE49-F238E27FC236}">
                    <a16:creationId xmlns:a16="http://schemas.microsoft.com/office/drawing/2014/main" id="{90102A87-5FDD-85FB-A939-49A10BBF3C2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9758816"/>
                  </p:ext>
                </p:extLst>
              </p:nvPr>
            </p:nvGraphicFramePr>
            <p:xfrm>
              <a:off x="6285" y="1850884"/>
              <a:ext cx="6185031" cy="41351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graphicFrame>
            <p:nvGraphicFramePr>
              <p:cNvPr id="5" name="Схема 4">
                <a:extLst>
                  <a:ext uri="{FF2B5EF4-FFF2-40B4-BE49-F238E27FC236}">
                    <a16:creationId xmlns:a16="http://schemas.microsoft.com/office/drawing/2014/main" id="{C717B613-51FE-62E7-E605-74A0EC4B981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94527239"/>
                  </p:ext>
                </p:extLst>
              </p:nvPr>
            </p:nvGraphicFramePr>
            <p:xfrm>
              <a:off x="5927890" y="1767614"/>
              <a:ext cx="6185031" cy="41351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C74CF9-997C-DB22-4D60-C5A0D91B5F9F}"/>
                </a:ext>
              </a:extLst>
            </p:cNvPr>
            <p:cNvSpPr txBox="1"/>
            <p:nvPr/>
          </p:nvSpPr>
          <p:spPr>
            <a:xfrm>
              <a:off x="3808663" y="3873582"/>
              <a:ext cx="135806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Цикл </a:t>
              </a:r>
            </a:p>
            <a:p>
              <a:pPr algn="ctr"/>
              <a:r>
                <a:rPr lang="ru-RU" dirty="0"/>
                <a:t>реализации</a:t>
              </a:r>
            </a:p>
            <a:p>
              <a:pPr algn="ctr"/>
              <a:r>
                <a:rPr lang="ru-RU" dirty="0"/>
                <a:t> ИИ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586607-7C32-3B9C-0FAA-1EA1E6307B28}"/>
                </a:ext>
              </a:extLst>
            </p:cNvPr>
            <p:cNvSpPr txBox="1"/>
            <p:nvPr/>
          </p:nvSpPr>
          <p:spPr>
            <a:xfrm>
              <a:off x="8506803" y="3819517"/>
              <a:ext cx="150336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600" dirty="0"/>
                <a:t>Цикл</a:t>
              </a:r>
            </a:p>
            <a:p>
              <a:pPr algn="ctr"/>
              <a:r>
                <a:rPr lang="ru-RU" sz="1600" dirty="0"/>
                <a:t>использования</a:t>
              </a:r>
            </a:p>
            <a:p>
              <a:pPr algn="ctr"/>
              <a:r>
                <a:rPr lang="ru-RU" sz="1600" dirty="0"/>
                <a:t>ИИ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0536F9F-3C47-B081-9C6C-84A2A7D98845}"/>
              </a:ext>
            </a:extLst>
          </p:cNvPr>
          <p:cNvSpPr txBox="1"/>
          <p:nvPr/>
        </p:nvSpPr>
        <p:spPr>
          <a:xfrm>
            <a:off x="500658" y="1524220"/>
            <a:ext cx="39739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ИИ обучается на текстах с когнитивными искажениями людей и других ИИ.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6D277-6CB4-723E-AA34-619F836F0AF4}"/>
              </a:ext>
            </a:extLst>
          </p:cNvPr>
          <p:cNvSpPr txBox="1"/>
          <p:nvPr/>
        </p:nvSpPr>
        <p:spPr>
          <a:xfrm>
            <a:off x="565995" y="6046905"/>
            <a:ext cx="5854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Обратная связь формирует способ поведения 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056FC-7430-2312-50E6-BBD9C4392776}"/>
              </a:ext>
            </a:extLst>
          </p:cNvPr>
          <p:cNvSpPr txBox="1"/>
          <p:nvPr/>
        </p:nvSpPr>
        <p:spPr>
          <a:xfrm>
            <a:off x="9593659" y="1524220"/>
            <a:ext cx="25169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Уверенность ИИ и сниженная критичность формирует доверие к ответу 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1A9692-A26A-7278-B3A1-3027D88AD50A}"/>
              </a:ext>
            </a:extLst>
          </p:cNvPr>
          <p:cNvSpPr txBox="1"/>
          <p:nvPr/>
        </p:nvSpPr>
        <p:spPr>
          <a:xfrm>
            <a:off x="9754905" y="5062020"/>
            <a:ext cx="25169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Когнитивная разгрузка и позитивное подкрепление быстрым результатом формируют привычку к искажению</a:t>
            </a:r>
          </a:p>
        </p:txBody>
      </p:sp>
    </p:spTree>
    <p:extLst>
      <p:ext uri="{BB962C8B-B14F-4D97-AF65-F5344CB8AC3E}">
        <p14:creationId xmlns:p14="http://schemas.microsoft.com/office/powerpoint/2010/main" val="100667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91C7B-123F-19A9-2AA9-4B6A779A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64252991-03FC-B05C-4A1B-467E36B042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284548"/>
              </p:ext>
            </p:extLst>
          </p:nvPr>
        </p:nvGraphicFramePr>
        <p:xfrm>
          <a:off x="2064470" y="1536569"/>
          <a:ext cx="7841005" cy="4686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952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69E46-76E8-305B-12FD-4851EEB52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Действия. До взаимодействия с ИИ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E0BF380E-A5AB-C00B-D241-93DBC62643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3865938"/>
              </p:ext>
            </p:extLst>
          </p:nvPr>
        </p:nvGraphicFramePr>
        <p:xfrm>
          <a:off x="838200" y="1512555"/>
          <a:ext cx="9770359" cy="4703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C786F10-C24E-F6D7-EAA9-8D262CCC5897}"/>
              </a:ext>
            </a:extLst>
          </p:cNvPr>
          <p:cNvSpPr txBox="1"/>
          <p:nvPr/>
        </p:nvSpPr>
        <p:spPr>
          <a:xfrm>
            <a:off x="440954" y="6138932"/>
            <a:ext cx="113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[16] </a:t>
            </a:r>
            <a:r>
              <a:rPr lang="en-US" sz="1000" dirty="0" err="1"/>
              <a:t>Buçinca</a:t>
            </a:r>
            <a:r>
              <a:rPr lang="en-US" sz="1000" dirty="0"/>
              <a:t>, Z., Malaya, M. B., &amp; </a:t>
            </a:r>
            <a:r>
              <a:rPr lang="en-US" sz="1000" dirty="0" err="1"/>
              <a:t>Gajos</a:t>
            </a:r>
            <a:r>
              <a:rPr lang="en-US" sz="1000" dirty="0"/>
              <a:t>, K. Z. (2021). </a:t>
            </a:r>
            <a:r>
              <a:rPr lang="en-US" sz="1000" i="1" dirty="0"/>
              <a:t>To trust or to think: Cognitive forcing functions can reduce overreliance on AI in AI-assisted decision-making</a:t>
            </a:r>
            <a:r>
              <a:rPr lang="en-US" sz="1000" dirty="0"/>
              <a:t>. </a:t>
            </a:r>
            <a:r>
              <a:rPr lang="en-US" sz="1000" b="1" dirty="0"/>
              <a:t>Proceedings of the ACM on Human-Computer Interaction, 5</a:t>
            </a:r>
            <a:r>
              <a:rPr lang="en-US" sz="1000" dirty="0"/>
              <a:t>(CSCW1), Article 188, 1–21. https://doi.org/10.1145/3449287</a:t>
            </a:r>
          </a:p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7] </a:t>
            </a:r>
            <a:r>
              <a:rPr lang="en-US" sz="1000" dirty="0">
                <a:solidFill>
                  <a:srgbClr val="212121"/>
                </a:solidFill>
                <a:latin typeface="BlinkMacSystemFont"/>
              </a:rPr>
              <a:t>DEUTSCH M, GERARD HB. A study of normative and informational social influences upon individual judgement. J </a:t>
            </a:r>
            <a:r>
              <a:rPr lang="en-US" sz="1000" dirty="0" err="1">
                <a:solidFill>
                  <a:srgbClr val="212121"/>
                </a:solidFill>
                <a:latin typeface="BlinkMacSystemFont"/>
              </a:rPr>
              <a:t>Abnorm</a:t>
            </a:r>
            <a:r>
              <a:rPr lang="en-US" sz="1000" dirty="0">
                <a:solidFill>
                  <a:srgbClr val="212121"/>
                </a:solidFill>
                <a:latin typeface="BlinkMacSystemFont"/>
              </a:rPr>
              <a:t> Psychol. 1955 Nov;51(3):629-36. </a:t>
            </a:r>
            <a:r>
              <a:rPr lang="en-US" sz="1000" dirty="0" err="1">
                <a:solidFill>
                  <a:srgbClr val="212121"/>
                </a:solidFill>
                <a:latin typeface="BlinkMacSystemFont"/>
              </a:rPr>
              <a:t>doi</a:t>
            </a:r>
            <a:r>
              <a:rPr lang="en-US" sz="1000" dirty="0">
                <a:solidFill>
                  <a:srgbClr val="212121"/>
                </a:solidFill>
                <a:latin typeface="BlinkMacSystemFont"/>
              </a:rPr>
              <a:t>: 10.1037/h0046408. PMID: 13286010.</a:t>
            </a:r>
            <a:r>
              <a:rPr lang="ru-RU" sz="1000" dirty="0">
                <a:solidFill>
                  <a:srgbClr val="212121"/>
                </a:solidFill>
                <a:latin typeface="BlinkMacSystemFont"/>
              </a:rPr>
              <a:t> </a:t>
            </a:r>
            <a:r>
              <a:rPr lang="en-US" sz="1000" dirty="0">
                <a:solidFill>
                  <a:srgbClr val="212121"/>
                </a:solidFill>
                <a:latin typeface="BlinkMacSystemFont"/>
                <a:hlinkClick r:id="rId8"/>
              </a:rPr>
              <a:t>https://pubmed.ncbi.nlm.nih.gov/13286010/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429435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484E5-26A2-08F8-DA36-EC3B9781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Действия. Во время взаимодействия с ИИ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7C69C55B-7545-1E5E-45BF-D48B2AC4E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222551"/>
              </p:ext>
            </p:extLst>
          </p:nvPr>
        </p:nvGraphicFramePr>
        <p:xfrm>
          <a:off x="838200" y="1512554"/>
          <a:ext cx="9770359" cy="4980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361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CD536-7FB4-0661-F661-F79B4535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Действия. После взаимодействия с ИИ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3C1EAD98-C0DC-2795-C9F8-A8438FA31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562383"/>
              </p:ext>
            </p:extLst>
          </p:nvPr>
        </p:nvGraphicFramePr>
        <p:xfrm>
          <a:off x="838200" y="1512554"/>
          <a:ext cx="9770359" cy="4626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FA3139-9541-D363-389D-50221CEB5A39}"/>
              </a:ext>
            </a:extLst>
          </p:cNvPr>
          <p:cNvSpPr txBox="1"/>
          <p:nvPr/>
        </p:nvSpPr>
        <p:spPr>
          <a:xfrm>
            <a:off x="440954" y="6138932"/>
            <a:ext cx="113100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[</a:t>
            </a:r>
            <a:r>
              <a:rPr lang="ru-RU" sz="1000" dirty="0"/>
              <a:t>1</a:t>
            </a:r>
            <a:r>
              <a:rPr lang="en-US" sz="1000" dirty="0"/>
              <a:t>7] </a:t>
            </a:r>
            <a:r>
              <a:rPr lang="en-US" sz="1000" dirty="0">
                <a:solidFill>
                  <a:srgbClr val="212121"/>
                </a:solidFill>
                <a:latin typeface="BlinkMacSystemFont"/>
              </a:rPr>
              <a:t>DEUTSCH M, GERARD HB. A study of normative and informational social influences upon individual judgement. J </a:t>
            </a:r>
            <a:r>
              <a:rPr lang="en-US" sz="1000" dirty="0" err="1">
                <a:solidFill>
                  <a:srgbClr val="212121"/>
                </a:solidFill>
                <a:latin typeface="BlinkMacSystemFont"/>
              </a:rPr>
              <a:t>Abnorm</a:t>
            </a:r>
            <a:r>
              <a:rPr lang="en-US" sz="1000" dirty="0">
                <a:solidFill>
                  <a:srgbClr val="212121"/>
                </a:solidFill>
                <a:latin typeface="BlinkMacSystemFont"/>
              </a:rPr>
              <a:t> Psychol. 1955 Nov;51(3):629-36. </a:t>
            </a:r>
            <a:r>
              <a:rPr lang="en-US" sz="1000" dirty="0" err="1">
                <a:solidFill>
                  <a:srgbClr val="212121"/>
                </a:solidFill>
                <a:latin typeface="BlinkMacSystemFont"/>
              </a:rPr>
              <a:t>doi</a:t>
            </a:r>
            <a:r>
              <a:rPr lang="en-US" sz="1000" dirty="0">
                <a:solidFill>
                  <a:srgbClr val="212121"/>
                </a:solidFill>
                <a:latin typeface="BlinkMacSystemFont"/>
              </a:rPr>
              <a:t>: 10.1037/h0046408. PMID: 13286010.</a:t>
            </a:r>
            <a:r>
              <a:rPr lang="ru-RU" sz="1000" dirty="0">
                <a:solidFill>
                  <a:srgbClr val="212121"/>
                </a:solidFill>
                <a:latin typeface="BlinkMacSystemFont"/>
              </a:rPr>
              <a:t> </a:t>
            </a:r>
            <a:r>
              <a:rPr lang="en-US" sz="1000" dirty="0">
                <a:solidFill>
                  <a:srgbClr val="212121"/>
                </a:solidFill>
                <a:latin typeface="BlinkMacSystemFont"/>
                <a:hlinkClick r:id="rId7"/>
              </a:rPr>
              <a:t>https://pubmed.ncbi.nlm.nih.gov/13286010/</a:t>
            </a:r>
            <a:endParaRPr lang="en-US" sz="1000" dirty="0">
              <a:solidFill>
                <a:srgbClr val="212121"/>
              </a:solidFill>
              <a:latin typeface="BlinkMacSystemFont"/>
            </a:endParaRPr>
          </a:p>
          <a:p>
            <a:r>
              <a:rPr lang="en-US" sz="1000" dirty="0"/>
              <a:t>[18] Shi, Y., &amp; Deng, B. (2024). </a:t>
            </a:r>
            <a:r>
              <a:rPr lang="en-US" sz="1000" i="1" dirty="0"/>
              <a:t>The optimal communication delay in human-AI communications</a:t>
            </a:r>
            <a:r>
              <a:rPr lang="en-US" sz="1000" dirty="0"/>
              <a:t>. </a:t>
            </a:r>
            <a:r>
              <a:rPr lang="en-US" sz="1000" i="1" dirty="0"/>
              <a:t>Information Processing &amp; Management, 61</a:t>
            </a:r>
            <a:r>
              <a:rPr lang="en-US" sz="1000" dirty="0"/>
              <a:t>(2), 103572. https://doi.org/10.1016/j.ipm.2023.103572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571759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1FC86-1A34-76C3-E206-0BAEEDA7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 и будущие исследования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FADBD-2813-8D83-F42B-83483E7B823E}"/>
              </a:ext>
            </a:extLst>
          </p:cNvPr>
          <p:cNvSpPr txBox="1"/>
          <p:nvPr/>
        </p:nvSpPr>
        <p:spPr>
          <a:xfrm>
            <a:off x="466682" y="1690688"/>
            <a:ext cx="109777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  <a:effectLst/>
              </a:rPr>
              <a:t>Итоги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Системность и постоянное повышение когнитивных искажений при взаимодействии Человек – ИИ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Влияние ИИ на когнитивность человека сохраняется и после окончания взаимодействия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</a:rPr>
              <a:t>Возможно снижение влияния ИИ на когнитивность человека путем применения специальных практик до, после и во время работы с ИИ</a:t>
            </a:r>
            <a:endParaRPr lang="en-US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43B7F-9C33-282D-0A1E-5B0A64AAC299}"/>
              </a:ext>
            </a:extLst>
          </p:cNvPr>
          <p:cNvSpPr txBox="1"/>
          <p:nvPr/>
        </p:nvSpPr>
        <p:spPr>
          <a:xfrm>
            <a:off x="466681" y="3843873"/>
            <a:ext cx="108045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</a:rPr>
              <a:t>Будущие исследования</a:t>
            </a:r>
            <a:endParaRPr lang="ru-RU" b="1" dirty="0">
              <a:solidFill>
                <a:srgbClr val="000000"/>
              </a:solidFill>
              <a:effectLst/>
            </a:endParaRP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Проверка работы предлагаемых методов на практике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0000"/>
                </a:solidFill>
              </a:rPr>
              <a:t>Поиск новых методов повышающих качество работы с ИИ и снижение его влияния на когнитивность человека</a:t>
            </a:r>
            <a:endParaRPr lang="en-US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7167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ADE356-A870-C76B-137D-68EA76414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Ваши вопросы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C36DC12-28E9-F5BA-32D2-5C8F8A950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31076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Левко Максим Николаевич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CF30F8-56AF-E351-97E2-7CC15C025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89" y="3112040"/>
            <a:ext cx="2280877" cy="228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C89DEE-9EEB-BCC5-54C2-A8C1A5ECDB98}"/>
              </a:ext>
            </a:extLst>
          </p:cNvPr>
          <p:cNvSpPr txBox="1"/>
          <p:nvPr/>
        </p:nvSpPr>
        <p:spPr>
          <a:xfrm>
            <a:off x="3058229" y="2667276"/>
            <a:ext cx="2390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Tellian.io </a:t>
            </a:r>
            <a:endParaRPr lang="ru-RU" sz="3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2A03069-D089-1EF3-0CB4-2AAE51404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766" y="3152712"/>
            <a:ext cx="2140866" cy="214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862126-BAE5-901F-1244-4569F6928752}"/>
              </a:ext>
            </a:extLst>
          </p:cNvPr>
          <p:cNvSpPr txBox="1"/>
          <p:nvPr/>
        </p:nvSpPr>
        <p:spPr>
          <a:xfrm>
            <a:off x="7481349" y="2567936"/>
            <a:ext cx="1938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ИИ и </a:t>
            </a:r>
            <a:r>
              <a:rPr lang="ru-RU" sz="3200" dirty="0" err="1"/>
              <a:t>мiръ</a:t>
            </a:r>
            <a:endParaRPr lang="ru-RU" sz="3200" dirty="0"/>
          </a:p>
        </p:txBody>
      </p:sp>
      <p:pic>
        <p:nvPicPr>
          <p:cNvPr id="1032" name="Picture 8" descr="Telegram Icon SVG Vector &amp; PNG Free Download | UXWing">
            <a:extLst>
              <a:ext uri="{FF2B5EF4-FFF2-40B4-BE49-F238E27FC236}">
                <a16:creationId xmlns:a16="http://schemas.microsoft.com/office/drawing/2014/main" id="{2BEC73E5-B268-82D4-0C73-DDE707653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717" y="5392917"/>
            <a:ext cx="733039" cy="73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pp icon preview: Current image: Tellian">
            <a:extLst>
              <a:ext uri="{FF2B5EF4-FFF2-40B4-BE49-F238E27FC236}">
                <a16:creationId xmlns:a16="http://schemas.microsoft.com/office/drawing/2014/main" id="{C2BAF4C7-F412-23EE-0C91-64F83ADB2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423" y="5471162"/>
            <a:ext cx="733038" cy="73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2814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2041</Words>
  <Application>Microsoft Office PowerPoint</Application>
  <PresentationFormat>Широкоэкранный</PresentationFormat>
  <Paragraphs>218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Aptos</vt:lpstr>
      <vt:lpstr>Arial</vt:lpstr>
      <vt:lpstr>BlinkMacSystemFont</vt:lpstr>
      <vt:lpstr>Calibri</vt:lpstr>
      <vt:lpstr>Calibri Light</vt:lpstr>
      <vt:lpstr>Тема Office</vt:lpstr>
      <vt:lpstr>Систематические когнитивные искажения при взаимодействии человек - LLM и способы их снижения</vt:lpstr>
      <vt:lpstr>Идентификация проблемы</vt:lpstr>
      <vt:lpstr>Системность проблемы</vt:lpstr>
      <vt:lpstr>Описание исследования</vt:lpstr>
      <vt:lpstr>Усиление предубеждений. Исследование</vt:lpstr>
      <vt:lpstr>Усиление предубеждений. Причины</vt:lpstr>
      <vt:lpstr>Эффект якорения.</vt:lpstr>
      <vt:lpstr>Наследование искажений от ИИ. Исследования</vt:lpstr>
      <vt:lpstr>Наследования искажений. Причины</vt:lpstr>
      <vt:lpstr>Системность искажений</vt:lpstr>
      <vt:lpstr>Действия</vt:lpstr>
      <vt:lpstr>Действия. До взаимодействия с ИИ</vt:lpstr>
      <vt:lpstr>Действия. Во время взаимодействия с ИИ</vt:lpstr>
      <vt:lpstr>Действия. После взаимодействия с ИИ</vt:lpstr>
      <vt:lpstr>Заключение и будущие исследования</vt:lpstr>
      <vt:lpstr>Ваши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 Levko</dc:creator>
  <cp:lastModifiedBy>Maxim Levko</cp:lastModifiedBy>
  <cp:revision>12</cp:revision>
  <dcterms:created xsi:type="dcterms:W3CDTF">2025-10-28T06:24:24Z</dcterms:created>
  <dcterms:modified xsi:type="dcterms:W3CDTF">2025-10-30T09:07:37Z</dcterms:modified>
</cp:coreProperties>
</file>