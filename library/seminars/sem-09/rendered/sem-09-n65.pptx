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Учебный центр принимает заявки на оплату и на перенос занятий через форму, и часть заявок приходит с вложением. Клиент прикладывает фотографию квитанции, перевода или экрана банковского приложения — любое подтверждение того, что платёж действительно прошёл. В той же форме есть обычное текстовое поле, в которое он своими словами пишет сумму: «оплатил восемнадцать тысяч девятьсот девяносто рублей» или просто цифры.</a:t>
            </a:r>
          </a:p>
          <a:p/>
          <a:p>
            <a:r>
              <a:t>Сегодня с этой парой — фотографией и текстом — работает Ольга, и работает она так, как работал бы любой человек с документом в руках. Она открывает присланный снимок, при необходимости увеличивает нужный участок и читает сумму и дату глазами. Это не отдельная строгая процедура с протоколом — это ровно то же самое чтение, которым Ольга читает любую бумагу на своём столе.</a:t>
            </a:r>
          </a:p>
          <a:p/>
          <a:p>
            <a:r>
              <a:t>Прочитанное она не принимает на веру сама по себе. Она сравнивает число с фотографии с числом, которое клиент написал текстом в той же заявке. Если они совпали, вопросов нет, заявка идёт дальше. Если не совпали — а снимок телефоном всегда можно прочитать неправильно, свет падает как получится, бумага мятая — она не решает это расхождение сама и не выбирает, какое из двух чисел ближе к истине. Она откладывает заявку и уточняет у клиента напрямую.</a:t>
            </a:r>
          </a:p>
          <a:p/>
          <a:p>
            <a:r>
              <a:t>Вот где стоит задержаться. Фотография и текст заявки — это два независимых друг от друга способа узнать одно и то же число: один записан клиентом рукой, другой снят телефоном с документа. Усреднением их расхождение не сгладить — это сигнал, что в одном из двух мест ошибка. Решение по одному из них без сравнения со вторым отправляет эту ошибку дальше незамеченной, и обнаруживается она при сверке платежей в конце месяца: к этому моменту перенос уже оформлен, и исправлять его дороже.</a:t>
            </a:r>
          </a:p>
          <a:p/>
          <a:p>
            <a:r>
              <a:t>Сама Ольга про эту привычку говорит спокойно и буквально: цифру на нечётком снимке она не выдаёт собственной уверенностью — переспрашивает. Решение по сумме принимается один раз, и второй попытки на нём обычно уже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Ольга делает с фотографией в заявке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81762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5615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Заявка на перенос занятия или на оплату может прийти с вложением: клиент фотографирует квитанцию, перевод или экран банковского приложения и прикладывает снимок к форме. В той же форме есть обычное текстовое поле, где он своими словами пишет сумму платежа.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5573"/>
            <a:ext cx="11183112" cy="1985010"/>
          </a:xfrm>
          <a:prstGeom prst="roundRect">
            <a:avLst>
              <a:gd name="adj" fmla="val 15355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145030"/>
            <a:ext cx="329184" cy="3003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145030"/>
            <a:ext cx="10360152" cy="3003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Клиент отправляет заявку: в тексте — сумма словами, во вложении — фотография документа, который эту сумму подтверждает.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445384"/>
            <a:ext cx="329184" cy="472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445384"/>
            <a:ext cx="10360152" cy="472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Ольга открывает фотографию, увеличивает нужный участок на экране и читает с него сумму и дату — так же, как прочитал бы её любой человек, которому дали в руки эту квитанцию.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918078"/>
            <a:ext cx="329184" cy="3003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2918078"/>
            <a:ext cx="10360152" cy="3003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Прочитанное она сравнивает с тем, что клиент написал текстом в той же заявке. Совпало — заявка идёт дальше без вопросов.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218433"/>
            <a:ext cx="329184" cy="472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218433"/>
            <a:ext cx="10360152" cy="4726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 совпало — она не решает сама, какое из двух чисел верное. Она откладывает заявку и уточняет у клиента, прежде чем что-либо подтверждать.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75176"/>
            <a:ext cx="82296" cy="841247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3192"/>
            <a:ext cx="10643616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Чем платит учебный центр, если эту сверку убрать.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Фотография и текст — два независимых способа узнать одно и то же число. Если решение принимается по одному из них без сравнения со вторым, расхождение остаётся незамеченным до тех пор, пока его не найдут при сверке платежей задним числом — а к этому моменту перенос уже оформлен или возврат уже выплачен.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81016"/>
            <a:ext cx="82296" cy="81762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209032"/>
            <a:ext cx="10643616" cy="5615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Ольга формулирует это так: «Я не гадаю по фотографии. Если цифра на снимке мне самой не до конца ясна, я не киваю и иду дальше — я переспрашиваю. Потому что решение по этой сумме принимается один раз, и переиграть его потом дороже, чем задать один лишний вопрос сейчас».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