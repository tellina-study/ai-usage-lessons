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тот же учебный центр и тот же процесс, с которым мы закончили прошлое занятие. Заявка приходит через форму, процесс её разбирает, записывает строку и сообщает о ней Ольге. Дальше всё делает Ольга — двадцать заявок за день, и отвечает на них она сама.</a:t>
            </a:r>
          </a:p>
          <a:p/>
          <a:p>
            <a:r>
              <a:t>Отвечает она не из головы, а по справочнику. И справочник этот — весь, целиком, вот эти десять пунктов, не больше и не выжимка из чего-то длиннее: оплата, перенос занятия, документы, возврат денег, пересдача, пропуск, сертификат, перевод на другой курс, работа в праздники, связь с преподавателем. Это не свод правил, который кто-то однажды написал, — это то, что ей чаще всего приходится повторять.</a:t>
            </a:r>
          </a:p>
          <a:p/>
          <a:p>
            <a:r>
              <a:t>И повторять приходится буквально. Большинство заявок дня спрашивают ровно про это: как перенести занятие, если заболел; когда вернут деньги за отменённый курс; какие документы нужны для поступления. Ответ на каждый такой вопрос Ольга знает наизусть — и всё равно набирает его заново, потому что отвечать за неё некому.</a:t>
            </a:r>
          </a:p>
          <a:p/>
          <a:p>
            <a:r>
              <a:t>Остальные вопросы — другие. Про программу лояльности, про скидку за приведённого друга, про бесплатное демо-занятие. Этого в справочнике нет, и закрываются такие вопросы не справочником, а разбирательством: спросить руководителя, посмотреть договор, уточнить в учебной части.</a:t>
            </a:r>
          </a:p>
          <a:p/>
          <a:p>
            <a:r>
              <a:t>Отличает одно от другого Ольга мгновенно и не задумываясь — все десять пунктов у неё в голове, и она сразу видит, где вопрос попадает в пункт, а где только похож на него. Важно вот что: этот шаг нигде не записан. Он есть у Ольги — и больше нигде. Ни в форме, ни в таблице, ни в процессе его нет.</a:t>
            </a:r>
          </a:p>
          <a:p/>
          <a:p>
            <a:r>
              <a:t>Платит за это центр простым способом: повторяющийся вопрос стоит в той же очереди, что и сложный, и упирается в того же человека. Время, которое уходит на то, что уже написано в её собственном справочнике, не достаётся заявкам, где справочник не помогает.</a:t>
            </a:r>
          </a:p>
          <a:p/>
          <a:p>
            <a:r>
              <a:t>Поэтому Ольга просит конкретную вещь: пусть процесс сам закрывает то, что в справочнике есть, а на остальное честно пишет «подождите, вам ответит человек». И сразу называет то, что её в этом беспокоит: ответ уйдёт обратившемуся напрямую, а не ей на проверку. Отвечает за него она, а прочитает его уже после отправки.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Повторяющиеся вопросы и справочник Ольги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Учебный центр, тот же процесс, что заработал на прошлом занятии: форма → разбор заявки → запись строки → уведомление Ольге. Двадцать заявок в день. Отвечает на них Ольга — сама, руками, из своего справочника.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75968"/>
            <a:ext cx="82296" cy="66938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03984"/>
            <a:ext cx="10643616" cy="413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Справочник весь — десять пунктов.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Не выжимка из чего-то длиннее, не часть большей базы: оплата, перенос занятия, документы, возврат денег, пересдача, пропуск, сертификат, перевод на другой курс, праздники, связь с преподавателем — это целиком всё, чем Ольга пользуется.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9946"/>
            <a:ext cx="11183112" cy="1947545"/>
          </a:xfrm>
          <a:prstGeom prst="roundRect">
            <a:avLst>
              <a:gd name="adj" fmla="val 156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829402"/>
            <a:ext cx="329184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829402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Большая часть заявок дня спрашивает про то, что в справочнике уже есть: как перенести занятие, когда вернут деньги, какие нужны документы. Ответ на каждую такую Ольга знает наизусть и всё равно набирает заново.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242152"/>
            <a:ext cx="329184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242152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Остальные спрашивают про то, чего в справочнике нет: программа лояльности, скидка за приглашённого друга, бесплатное демо-занятие. Их она закрывает не справочником, а разбирательством — у руководителя, в договоре, в учебной части.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654902"/>
            <a:ext cx="329184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654902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Отличить одно от другого Ольга успевает за секунду и не задумываясь: она держит все десять пунктов в голове и видит, где вопрос про перенос, а где — про что-то похожее, но другое.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067652"/>
            <a:ext cx="329184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4067652"/>
            <a:ext cx="10360152" cy="27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Этот шаг нигде не записан. Он есть у Ольги и больше нигде: ни в форме, ни в таблице, ни в процессе.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722083"/>
            <a:ext cx="82296" cy="66938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850099"/>
            <a:ext cx="10643616" cy="413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Чем платит учебный центр.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Повторяющийся вопрос ждёт столько же, сколько сложный: оба лежат в одной очереди и оба упираются в одного человека. Час, который Ольга тратит на то, что уже написано в её собственном справочнике, — это час, которого нет у заявок, где справочник не помогает.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56062"/>
            <a:ext cx="82296" cy="81762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684078"/>
            <a:ext cx="10643616" cy="5615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Ольга формулирует желание предельно конкретно: «Пусть процесс сам отвечает на то, что есть в справочнике, а на остальное пишет „подождите, вам ответит человек“ — и зовёт меня. Только ответ ведь уйдёт сразу обратившемуся, не мне на проверку. Я за него отвечаю, а увижу его уже после отправки.»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