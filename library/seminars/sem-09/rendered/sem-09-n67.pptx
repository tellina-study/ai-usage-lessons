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Разбираем три способа по очереди. Ни один из них не глупость: у каждого есть задача, на которой он был бы разумным выбором. Вопрос в том, где именно он теряет надёжность и замечает ли это хоть что-нибудь внутри самого процесса.</a:t>
            </a:r>
          </a:p>
          <a:p/>
          <a:p>
            <a:r>
              <a:t>Первые два способа устроены одинаково: модель </a:t>
            </a:r>
            <a:r>
              <a:rPr>
                <a:latin typeface="Consolas"/>
              </a:rPr>
              <a:t>qwen/qwen3-vl-8b-instruct</a:t>
            </a:r>
            <a:r>
              <a:t> получает сразу и фотографию, и текст заявки, в одном запросе, и сама решает, совпадает ли прочитанное с написанным. Разница между ними — только в том, сжата фотография или нет. Преимущество очевидное: один вызов на весь шаг, без отдельной операции сравнения снаружи. Но у этого преимущества есть обратная сторона. Чтение фотографии и сравнение результата с текстом делает один и тот же исполнитель. Если у него где-то в этой цепочке случится сбой — в чтении, в сравнении, где угодно — внутри этого же вызова проверить решение больше нечем. Насколько это опасно на самом деле — отдельный разбор дальше по занятию, с собственными числами стенда.</a:t>
            </a:r>
          </a:p>
          <a:p/>
          <a:p>
            <a:r>
              <a:t>Третий способ устроен иначе: сначала классическое распознавание превращает фотографию в текст, и дальше модели достаётся только этот текст, без пикселей исходного снимка. На независимой проверке настоящих документов такая связка читает поля заметно точнее, чем прямая подача изображения той же моделью: точность падает с восьмидесяти семи процентов у связки до пятидесяти пяти у прямой подачи — почти тридцать два процентных пункта разницы на одном и том же корпусе документов. Но этот выигрыш измерен на зашумлённых, многостраничных документах. На одностраничном и относительно чистом документе — а наша квитанция именно такая — связка и прямая подача оказываются на одном уровне качества: паритет без явного перевеса одной из сторон. И узла распознавания на нашем собственном стенде нет ни в одном из измеренных устройств — вариант гипотетический, без собранного узла под него.</a:t>
            </a:r>
          </a:p>
          <a:p/>
          <a:p>
            <a:r>
              <a:t>Прикиньте, прежде чем выбрать: фотография, с которой работаем, снята обычным телефоном, без сканера, и это условие одинаково для всех трёх способов. Какой из них выдержит мятый лист и неровный свет без тихого сбоя внутри себя — разбор следующими экранами, с настоящим стендом и настоящими числами.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делает каждый из трёх способов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79931"/>
            <a:ext cx="11183112" cy="4792852"/>
          </a:xfrm>
          <a:prstGeom prst="roundRect">
            <a:avLst>
              <a:gd name="adj" fmla="val 6359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62811"/>
            <a:ext cx="135425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ДЕЙСТВИЕ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86354" y="1362811"/>
            <a:ext cx="292016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КАК ДЕЛАЕТ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2826" y="1362811"/>
            <a:ext cx="2494528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ПРЕИМУЩЕСТВО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3658" y="1362811"/>
            <a:ext cx="346318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НЕДОСТАТКИ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4878"/>
            <a:ext cx="1354250" cy="16250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Единый вызов, фото несжатое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86354" y="1644878"/>
            <a:ext cx="2920167" cy="16250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модель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qwen/qwen3-vl-8b-instruct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получает фотографию целиком и текст заявки в одном запросе; сама называет прочитанные сумму и дату и сама решает, совпадают ли они с написанным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2826" y="1644878"/>
            <a:ext cx="2494528" cy="16250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один вызов на весь шаг — отдельной операции сравнения снаружи нет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3658" y="1644878"/>
            <a:ext cx="3463189" cy="16250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вердикт «совпало» выдаёт та же модель, что читает фотографию: у чтения и у сравнения один исполнитель, и проверить решение чем-то третьим внутри этого вызова нечем — устойчивость такого устройства разобрана дальше по занятию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26997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269970"/>
            <a:ext cx="1354250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Единый вызов, фото сжатое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6354" y="3269970"/>
            <a:ext cx="2920167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то же устройство, но перед отправкой фотография уменьшена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2826" y="3269970"/>
            <a:ext cx="2494528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ниже цена передачи файла на мелких разрешениях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3658" y="3269970"/>
            <a:ext cx="3463189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тот же риск единого исполнителя, что у несжатого варианта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98225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982250"/>
            <a:ext cx="1354250" cy="18076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Классическое распознавание, потом текстовый промт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6354" y="3982250"/>
            <a:ext cx="2920167" cy="18076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текст сначала распознаётся классически; модели достаётся уже готовый текст этого распознавания, без исходных пикселей фотографии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2826" y="3982250"/>
            <a:ext cx="2494528" cy="18076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на независимой проверке документов такая связка измеримо точнее прямой подачи изображения той же моделью: точность полей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87,27% против 55,38%, разрыв 31,9 процентных пункта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на 120 документах (OCBC)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3658" y="3982250"/>
            <a:ext cx="3463189" cy="18076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на чистом одностраничном документе этот выигрыш пропадает — паритет по качеству; узла распознавания на нашем стенде нет ни в одном из измеренных устройств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