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предыдущих экрана показали пару фактов на первый взгляд странными: одна и та же фотография, одно и то же сжатие — а поля ломаются на разных шагах. Разница объясняется одним простым свойством этих двух полей.</a:t>
            </a:r>
          </a:p>
          <a:p/>
          <a:p>
            <a:r>
              <a:t>Сумма на этой квитанции набрана крупным кеглем — шестьдесят четыре пикселя. Дата набрана заметно мельче — тридцать два пикселя, ровно вдвое. Когда файл сжимают, оба поля уменьшаются в одной и той же пропорции: сжимается весь файл целиком, надписи на нём отдельно не сжимаются. Но стартовая высота у них разная, и после одинакового сжатия высота символа остаётся разной тоже.</a:t>
            </a:r>
          </a:p>
          <a:p/>
          <a:p>
            <a:r>
              <a:t>Вот и весь механизм. Сумма, начав с большей высоты, доходит до размера, где символ становится неразличимым, только на последнем из проверенных шагов — её порог лежит в диапазоне от полутора до трёх целых одной десятой пикселя высоты символа. Дата, начав вдвое мельче, доходит до критической высоты на два шага раньше — её порог лежит в диапазоне от двух целых девяти десятых до пяти целых восьми десятых пикселя. Заметьте: эти два диапазона не разошлись ровно вдвое, как можно было бы ожидать от вдвое разного кегля, — они частично пересекаются, в зоне около трёх пикселей. Устройство честное, но не такое аккуратное, как хотелось бы для красивой формулы.</a:t>
            </a:r>
          </a:p>
          <a:p/>
          <a:p>
            <a:r>
              <a:t>Отсюда и главный вывод, который объясняет обе предыдущие находки сразу. Деградация читаемости — это свойство конкретного поля на этом файле: то, с какой высоты символа оно стартовало. Мегапиксели файла и его общее разрешение тут роли не играют. Два поля одной и той же фотографии, одно и то же сжатие, два разных порога, потому что у них разная высота на старте.</a:t>
            </a:r>
          </a:p>
          <a:p/>
          <a:p>
            <a:r>
              <a:t>Практический вывод простой: нельзя назвать для документа одно общее «безопасное разрешение». У каждого поля — своя личная граница, и граница самого мелкого поля на документе определяет, с какого момента начинает страдать весь документ целиком, даже если крупные поля на нём ещё какое-то время надёжны.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факта, которые раньше были по разным тактам, здесь встречаются на одном экране. Модель на этом стенде для чтения картинок — vision-версия той же линейки, что отвечает текстом весь семинар. Настоящий счёт по каждому из шести разрешений — взят напрямую из полей самого ответа OpenRouter, без прикидок на коленке.</a:t>
            </a:r>
          </a:p>
          <a:p/>
          <a:p>
            <a:r>
              <a:t>Смотрите на токены. Полный размер — три тысячи шестьсот с лишним. Половина — тысяча с небольшим, в три раза меньше. Четверть — ещё почти в три раза меньше. А дальше, с одной восьмой и до самого мелкого разрешения, которое мы проверяли, — триста токенов, и это число не меняется вовсе. Три совершенно разных по размеру файла — сто шесть на сто двадцать девять и пятьдесят три на шестьдесят четыре пикселя — стоят ровно одинаково.</a:t>
            </a:r>
          </a:p>
          <a:p/>
          <a:p>
            <a:r>
              <a:t>Это и есть та самая ступенька, о которой мы говорили в разборе: у провайдера есть технический порог автоматического пересжатия, и ниже него экономия на размере файла не превращается в экономию на счёте. Соединим это с тем, что мы уже видели: оба поля на этой же квитанции в итоге перестают читаться верно именно в этой зоне, где цена уже не падает ни на копейку, — дата раньше, уже на восьмой доле, сумма позже, только на самом мелком из проверенных разрешений. Сжимать дальше восьмой доли можно совершенно бесплатно по деньгам, и именно в этой же зоне начинает страдать точность — сначала одного поля, потом и другого, — которую этой экономией не купить.</a:t>
            </a:r>
          </a:p>
          <a:p/>
          <a:p>
            <a:r>
              <a:t>И вот как это выглядит на реальных пикселях, глазами. Слева — поле «дата» в полном размере, читается без усилий. Справа — то же самое поле на файле пятьдесят три на шестьдесят четыре пикселя, увеличенное той же степенью, что и левое, без единого сглаживания. Это не абстрактная схема — это настоящий кроп настоящего файла, который реально уходил в модель на этом замере. Серое пятно без единой узнаваемой цифры — вот что значит «шесть целых одна десятая пикселя высоты символа»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кропа с одной и той же квитанции, и теперь у них одна и та же логика — потому что после честного повтора замера у обоих полей нашлась собственная граница, просто на разной высоте символа.</a:t>
            </a:r>
          </a:p>
          <a:p/>
          <a:p>
            <a:r>
              <a:t>Верхняя пара — про дату, и показывает её настоящую границу: пару соседних шагов сжатия, между которыми дата перестаёт читаться. Слева — четверть исходного размера, четыреста двадцать четыре на пятьсот восемнадцать пикселей, и дата читается без единой ошибки, пять из пяти попыток. Справа — следующий шаг сжатия, восьмая доля, двести двенадцать на двести пятьдесят девять пикселей, и дата уже не читается ни разу, ноль из пяти. Между этими двумя кропами и проходит реальный порог даты.</a:t>
            </a:r>
          </a:p>
          <a:p/>
          <a:p>
            <a:r>
              <a:t>Нижняя пара — про сумму, и здесь кроп нужен был отдельно, потому что раньше в деке такого кропа не было вовсе. До честной починки промта казалось, что у суммы порога нет совсем — она читалась на всех шести проверенных размерах. После починки выяснилось: порог есть, просто на шаг мельче, чем у даты. Слева — шестнадцатая доля, сто шесть на сто двадцать девять пикселей, сумма читается без единой ошибки. Справа — тридцать вторая доля, пятьдесят три на шестьдесят четыре пикселя на весь кадр квитанции целиком. Посмотрите на этот кроп внимательно: серое блочное пятно, в котором человеческий глаз не опознает ни одной цифры уверенно. И действительно — все пять попыток модели на этом разрешении сошлись на одном и том же неверном числе.</a:t>
            </a:r>
          </a:p>
          <a:p/>
          <a:p>
            <a:r>
              <a:t>Сопоставьте эти две пары напрямую. У обоих полей на одной и той же фотографии, в одном и том же замере, с одним и тем же шагом сжатия — своя личная граница. Дата ломается на шаге раньше, сумма — на шаге позже, потому что сумма набрана крупнее и стартует с большей высоты символа. Но граница есть у обоих, и оба кропа показывают её на настоящих пикселях квитанции — таблица выше давала только числа, здесь видно само изображение: по правую сторону каждой пары — пиксельная каша, в которой и человек, и, судя по итогу, модель больше не находят опоры.</a:t>
            </a:r>
          </a:p>
          <a:p/>
          <a:p>
            <a:r>
              <a:t>Почему у суммы запас прочности оказался больше, чем у даты, — отдельный честный вопрос, и на него у этого замера нет измеренного ответа, только предположение про крупный устойчивый шрифт суммы, уже названное на предыдущих экранах. Здесь важно другое: оба факта из таблиц предыдущих тактов теперь видны не только в столбце «верно/неверно», но и в самих пикселях, которые на самом деле получала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Почему два поля одного файла ломаются по-разному</a:t>
            </a:r>
          </a:p>
        </p:txBody>
      </p:sp>
      <p:pic>
        <p:nvPicPr>
          <p:cNvPr id="3" name="Picture 2" descr="k6-shema-vysota-simv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75" y="943356"/>
            <a:ext cx="9228801" cy="32377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345719"/>
            <a:ext cx="82296" cy="8648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4473735"/>
            <a:ext cx="10643616" cy="608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Сумма и дата.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Один файл, одна шкала сжатия — сумма кеглем 64, дата кеглем 32. Сумма держит высоту символа дольше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25 из 30</a:t>
            </a:r>
            <a:r>
              <a:rPr sz="1250" b="1" i="0">
                <a:solidFill>
                  <a:srgbClr val="141B2E"/>
                </a:solidFill>
                <a:latin typeface="Arial"/>
              </a:rPr>
              <a:t>, порог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1,5–3,1 px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(между шестнадцатой и тридцать второй долей). Дата стартует ближе к границе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0 из 15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на трёх самых мелких разрешениях, порог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2,9–5,8 px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(между четвертью и восьмой долей), двумя шагами раньше.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375181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503197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Механизм.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Размер файла в мегапикселях роли не играет — решает высота символа конкретного поля. Два поля, одно сжатие, два разных порога (диапазоны пересекаются в зоне 2,9–3,1 px) — потому что стартовали с разной высоты символа.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Модель, сжатие и во что обходится вызов</a:t>
            </a:r>
          </a:p>
        </p:txBody>
      </p:sp>
      <p:pic>
        <p:nvPicPr>
          <p:cNvPr id="3" name="Picture 2" descr="k6-zoom-data-po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04" y="943356"/>
            <a:ext cx="9112143" cy="211199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19946"/>
            <a:ext cx="11183112" cy="2223896"/>
          </a:xfrm>
          <a:prstGeom prst="roundRect">
            <a:avLst>
              <a:gd name="adj" fmla="val 1370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375394"/>
            <a:ext cx="274923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РАЗРЕШЕНИЕ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3911" y="3375394"/>
            <a:ext cx="2606761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ПИКСЕЛЕЙ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6977" y="3375394"/>
            <a:ext cx="2478422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ТОКЕНОВ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1704" y="3375394"/>
            <a:ext cx="2452575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ЦЕНА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4247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полный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1" y="364247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1698×2074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6977" y="364247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3673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1704" y="364247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$0,00096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391679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91679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половина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3911" y="391679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849×1037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6977" y="391679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1704" y="391679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$0,00028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419111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419111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четверть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911" y="419111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424×518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977" y="419111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436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1704" y="419111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$0,00012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46543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" y="4465435"/>
            <a:ext cx="11055096" cy="274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46543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1/8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3911" y="446543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212×259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977" y="446543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1704" y="446543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473975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73975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1/16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3911" y="473975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106×129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6977" y="473975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1704" y="473975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501407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5014075"/>
            <a:ext cx="11055096" cy="274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014075"/>
            <a:ext cx="27492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1/32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3911" y="5014075"/>
            <a:ext cx="260676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53×64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6977" y="5014075"/>
            <a:ext cx="247842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1704" y="5014075"/>
            <a:ext cx="2452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44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08435"/>
            <a:ext cx="11183112" cy="589025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1208" y="5663299"/>
            <a:ext cx="64008" cy="47929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745595"/>
            <a:ext cx="10643616" cy="3147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Модель </a:t>
            </a:r>
            <a:r>
              <a:rPr sz="1050" b="1" i="0">
                <a:solidFill>
                  <a:srgbClr val="141B2E"/>
                </a:solidFill>
                <a:latin typeface="Consolas"/>
              </a:rPr>
              <a:t>qwen/qwen3-vl-8b-instruct</a:t>
            </a:r>
            <a:r>
              <a:rPr sz="1050" b="1" i="0">
                <a:solidFill>
                  <a:srgbClr val="141B2E"/>
                </a:solidFill>
                <a:latin typeface="Arial"/>
              </a:rPr>
              <a:t>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До 1/8 токены падают в 12 раз, дальше — ни одного токена экономии. Дата ломается уже здесь; сумма — на шаг позже, но тоже в той же бесплатной зоне. Сжимать до предела цены бесплатно по деньгам — по точности платить всё равно приходится.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Поле «дата» и поле «сумма» — крупным планом</a:t>
            </a:r>
          </a:p>
        </p:txBody>
      </p:sp>
      <p:pic>
        <p:nvPicPr>
          <p:cNvPr id="3" name="Picture 2" descr="k6-zoom-granitsy-oba-pol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937" y="984199"/>
            <a:ext cx="9651076" cy="3931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182819"/>
            <a:ext cx="11183112" cy="10835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5237683"/>
            <a:ext cx="64008" cy="9738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319979"/>
            <a:ext cx="10643616" cy="809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Границы порога.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Дата: четверть (424×518) — читается, 5 из 5; восьмая доля (212×259) — читаемости уже нет, 0 из 5. Сумма: шестнадцатая доля (106×129) — читается, 5 из 5; тридцать вторая (53×64) — читаемости уже нет, 0 из 5 — серое блочное пятно без единой узнаваемой цифры, и все пять попыток модели сходятся на одном и том же неверном числе.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