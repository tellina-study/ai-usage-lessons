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Фотография квитанции уже лежит в заявке, рядом с текстом, в котором клиент сам написал сумму. Вопрос один: что сделать с этой парой — фотографией и текстом — до того, как получить ответ. Три способа построить этот шаг.</a:t>
            </a:r>
          </a:p>
          <a:p/>
          <a:p>
            <a:r>
              <a:t>Первый — отдать модели сразу обе части заявки в одном вызове: фотографию без сжатия и текст, в котором клиент назвал сумму. Модель в этом случае сама читает и сама решает, совпадает ли прочитанное с написанным, — один запрос на весь шаг, без отдельной операции сравнения снаружи.</a:t>
            </a:r>
          </a:p>
          <a:p/>
          <a:p>
            <a:r>
              <a:t>Второй — то же самое устройство, но фотография перед отправкой сжата. Файл с телефона часто весит больше, чем нужно для одной короткой квитанции, и уменьшение размера выглядит как прямая экономия: меньше файл — меньше платить за вызов.</a:t>
            </a:r>
          </a:p>
          <a:p/>
          <a:p>
            <a:r>
              <a:t>Третий — развести чтение и понимание на два отдельных шага другим способом: сначала фотография проходит через классическое распознавание текста — отдельный инструмент, с моделью никак не связанный, — и получившийся текст идёт дальше, в запрос к модели. Модель в этом случае вообще не видит изображения, только буквы, в которые его уже превратили.</a:t>
            </a:r>
          </a:p>
          <a:p/>
          <a:p>
            <a:r>
              <a:t>Ни один из трёх вариантов не абсурден сам по себе. У каждого есть разумное основание, ради которого его стоило бы выбрать: простота и экономия вызова у первых двух, разделение труда у третьего. Технологичный вид варианта мало что решает — важно, что каждый на самом деле даёт и чего не даёт, когда дело доходит до денег и дат на настоящей фотографии, далёкой от идеальной.</a:t>
            </a:r>
          </a:p>
          <a:p/>
          <a:p>
            <a:r>
              <a:t>Перед нами снимок с телефона: сканера в этой истории нет, и это условие одинаково для всех трёх способов. Какой из них выдержит мятый лист и неровный свет, а какой окажется хрупким ровно там, где это дороже всего обойдётся, — разбор следующим экраном.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Как процессу прочитать фотографию квитанции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11302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2241042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Как процессу прочитать фотографию квитанции?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603498"/>
            <a:ext cx="3630168" cy="1554480"/>
          </a:xfrm>
          <a:prstGeom prst="roundRect">
            <a:avLst>
              <a:gd name="adj" fmla="val 19607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3603498"/>
            <a:ext cx="3410712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 одной модели обработать сразу текст заявки и несжатую фотографию, одним вызовом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3603498"/>
            <a:ext cx="3630168" cy="1554480"/>
          </a:xfrm>
          <a:prstGeom prst="roundRect">
            <a:avLst>
              <a:gd name="adj" fmla="val 19607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3603498"/>
            <a:ext cx="3410712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то же самое, но фотография сжата перед отправкой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3603498"/>
            <a:ext cx="3630168" cy="1554480"/>
          </a:xfrm>
          <a:prstGeom prst="roundRect">
            <a:avLst>
              <a:gd name="adj" fmla="val 19607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1" y="3603498"/>
            <a:ext cx="3410712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сначала прогнать классическое распознавание текста и собрать запрос модели уже из распознанного текста вместо пикселей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