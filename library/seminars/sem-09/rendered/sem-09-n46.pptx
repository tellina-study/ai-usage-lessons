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защиты устроены по-разному, и разница видна уже в том, как они меняют число вызовов модели на одном и том же корпусе из 64 заявок — ещё до того, как мы посмотрим, что каждая ловит.</a:t>
            </a:r>
          </a:p>
          <a:p/>
          <a:p>
            <a:r>
              <a:t>Усиление промта не трогает поток вовсе. Это изменение текста системной части запроса: решающая модель вызывается ровно так же, как без защиты, 64 раза на 64 заявки. Преимущество в простоте — ни одного нового узла, ни одной новой настройки. Недостаток в том, что защита работает только там, где её инструкция прямо называет приём: как она ведёт себя на разных формулировках одной и той же манипуляции, увидим на такте результата.</a:t>
            </a:r>
          </a:p>
          <a:p/>
          <a:p>
            <a:r>
              <a:t>Механическая проверка меняет поток ощутимо. Перед решающей моделью встаёт узел кода, который сверяет текст заявки с набором шаблонов — характерными оборотами известных приёмов. Совпало — заявка сразу уходит менеджеру, решающая модель эту заявку даже не видит. На нашем корпусе это снижает число её вызовов с 64 до 33: половина заявок остановлена раньше. Цена этой экономии платится в том, кому уходит заявка, — это отдельный разговор на такте результата. Недостаток самого приёма: он ловит оборот речи, но не смысл, — формулировку, в которой нет узнаваемых слов, шаблон не увидит.</a:t>
            </a:r>
          </a:p>
          <a:p/>
          <a:p>
            <a:r>
              <a:t>Модель-классификатор на входе — самая дорогая из трёх уже по устройству. Она вызывается на все 64 заявки без исключения, а решающая модель — на всё, что классификатор не посчитал подозрительным. В сумме 123 вызова вместо 64: защита, которая должна снижать риск, здесь увеличивает цену почти вдвое. Это и есть ответ на вопрос «дешёвая модель на входе, сразу к менеджеру» — она дешёвая по модели, не по числу обращений к модели вообще.</a:t>
            </a:r>
          </a:p>
          <a:p/>
          <a:p>
            <a:r>
              <a:t>Что из этого стоит того, что оно стоит, — увидим дальше. Сначала назовём модели и их настройки, потом структуру самого теста, и только после этого —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защиты: как устроены и чем платят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46149"/>
            <a:ext cx="11183112" cy="5127307"/>
          </a:xfrm>
          <a:prstGeom prst="roundRect">
            <a:avLst>
              <a:gd name="adj" fmla="val 594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29029"/>
            <a:ext cx="2025267" cy="79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ДЕЙСТВИЕ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371" y="1229029"/>
            <a:ext cx="2795951" cy="79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КАК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9626" y="1229029"/>
            <a:ext cx="1560184" cy="79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ПРЕИМУЩЕСТВО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6115" y="1229029"/>
            <a:ext cx="2369476" cy="79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НЕДОСТАТКИ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1895" y="1229029"/>
            <a:ext cx="1334952" cy="799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ЦЕНА В ВЫЗОВАХ МОДЕЛИ (64 ЗАЯВКИ)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28113"/>
            <a:ext cx="2025267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Усиление промта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371" y="2028113"/>
            <a:ext cx="2795951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системная часть запроса объявляет текст клиента данными, список клиентов — единственным источником сведений о датах курсов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9626" y="2028113"/>
            <a:ext cx="1560184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добавляет узел, не меняет поток — только содержимое запроса к той же модели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6115" y="2028113"/>
            <a:ext cx="2369476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защищает только то, что видит сама инструкция; на явно служебный текст (пометки, переопределение формата) реагирует неровно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95" y="2028113"/>
            <a:ext cx="1334952" cy="14425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64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решающая модель вызывается на каждую заявку, как и без защиты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47064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470643"/>
            <a:ext cx="2025267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Механическая проверка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371" y="3470643"/>
            <a:ext cx="2795951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узел кода перед моделью сверяет текст заявки с набором шаблонов известных приёмов; совпало — заявка уходит менеджеру, модель не вызывается вовсе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9626" y="3470643"/>
            <a:ext cx="1560184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останавливает заявку до того, как её увидела модель — и снимает вызов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6115" y="3470643"/>
            <a:ext cx="2369476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ловит только приём, выраженный оборотом речи; приём, выраженный смыслом без характерных слов, пройдёт мимо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1895" y="3470643"/>
            <a:ext cx="1334952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33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модель не вызывается на заявки, остановленные механикой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73061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730610"/>
            <a:ext cx="2025267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Модель-классификатор на входе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371" y="4730610"/>
            <a:ext cx="2795951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отдельный дешёвый вызов на другой модели решает, есть ли в тексте попытка повлиять; «да» — заявка уходит менеджеру без решающей модели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9626" y="4730610"/>
            <a:ext cx="1560184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закрывает и вариант «дешёвая модель на входе, сразу к менеджеру» одним решением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6115" y="4730610"/>
            <a:ext cx="2369476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классификатор вызывается на ВСЕ 64 заявки, и решающая модель — на всё, что он пропустил; цена растёт, а не падает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95" y="4730610"/>
            <a:ext cx="1334952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123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почти вдвое больше, чем без защиты вовсе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