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Соберём кейс в формулировки, которые можно унести и приложить к своему процессу — без упоминания единого имени узла.</a:t>
            </a:r>
          </a:p>
          <a:p/>
          <a:p>
            <a:r>
              <a:t>Первая. Формально правильный ответ ничего не говорит о том, верно ли прочитано число с фотографии. Синтаксически корректная дата, число нужного вида, безошибочная структура ответа — всё это проверяется мгновенно и ничего не говорит о содержании документа. Документ можно прочитать неверно целиком и при этом получить ответ, идеально правильный по форме.</a:t>
            </a:r>
          </a:p>
          <a:p/>
          <a:p>
            <a:r>
              <a:t>Вторая, и она требует аккуратной формулировки, потому что первое естественное предположение здесь ошибочно. Ломается не изображение «вообще, если его сильно сжать» — ломается конкретное поле, набранное мельче остальных на том же кадре. Один и тот же файл при одном и том же сжатии даёт разные исходы для разных полей именно потому, что у них разная высота символа с самого начала. И единственный способ, который реально поймал ошибку на практике, — это сверка прочитанного значения с независимым вторым источником того же факта. Ни более крупный файл, ни более аккуратная модель сами по себе не справляются.</a:t>
            </a:r>
          </a:p>
          <a:p/>
          <a:p>
            <a:r>
              <a:t>Отсюда класс задачи целиком. Там, где решение, принятое по чтению фотографии, уходит дальше без второго чтения человеком, нужен независимый второй источник того же числа — и явное сравнение с ним. Не доверие единственному прочтению. Не проверка его формальной аккуратности, которая, как мы видели, ничего не ловит там, где нужно.</a:t>
            </a:r>
          </a:p>
          <a:p/>
          <a:p>
            <a:r>
              <a:t>И практический вывод для сборки любого похожего процесса. Чтение документа моделью — это не разовый акт, после которого можно поставить галочку «готово, прочитано». Это одно из двух значений одного и того же факта, которые ещё предстоит сопоставить между собой, прежде чем на их основании принимать решение, которое уходит дальше без второй проверки.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Класс задачи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44727"/>
            <a:ext cx="82296" cy="121920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1072743"/>
            <a:ext cx="10643616" cy="963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Формально правильный ответ ничего не говорит о том, верно ли прочитано число с фотографии.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Синтаксически корректная дата, число нужного вида, JSON без единой ошибки структуры — всё это проверяется одним быстрым взглядом на форму и ничего не говорит о содержании. Документ может быть прочитан неверно целиком, оставаясь безупречно оформленным.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331948"/>
            <a:ext cx="82296" cy="145542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459964"/>
            <a:ext cx="10643616" cy="1199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Ломается не изображение вообще — ломается то, что на нём набрано мельче.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Ожидание «сжатие портит картинку» слишком грубое: один и тот же файл, одно и то же сжатие дают разные исходы для разных полей, потому что у полей разная высота символа на старте. И единственный проверенный на практике противовес — сверка прочитанного с независимым вторым значением того же факта. Крупный файл тут не помогает, и повторное чтение той же фотографии ещё раз — тоже.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55389"/>
            <a:ext cx="82296" cy="121920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4083405"/>
            <a:ext cx="10643616" cy="963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Класс задачи.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Там, где решение по фотографии уходит дальше без второго чтения человеком, нужен второй, независимый источник того же числа и явное сравнение с ним. Доверия единственному прочтению для этого недостаточно, и проверка его формальной аккуратности этот разрыв не закрывает.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342610"/>
            <a:ext cx="82296" cy="98298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5470626"/>
            <a:ext cx="10643616" cy="726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Что из этого следует для сборки.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Чтение документа — это не разовый акт, после которого можно поставить галочку «прочитано». Это одно из двух значений, которые ещё предстоит сравнить между собой, прежде чем на их основании что-то решать.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