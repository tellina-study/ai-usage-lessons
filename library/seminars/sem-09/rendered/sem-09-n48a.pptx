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Дизайн замера — двойной, именно так его и формулировал владелец курса: каждую защиту проверить по отдельности, затем все их сочетания по двое, затем все три вместе. Восемь конфигураций получаются прямым перечислением: базовая линия без единой защиты, три защиты поодиночке, три возможные пары и одна тройка.</a:t>
            </a:r>
          </a:p>
          <a:p/>
          <a:p>
            <a:r>
              <a:t>Базовая линия без защит в прямой просьбе не звучала — она добавлена, потому что без неё остальные семь конфигураций не с чем сравнивать. Число без базы не читается, и здесь база — это и есть «что происходит вообще без всякой защиты».</a:t>
            </a:r>
          </a:p>
          <a:p/>
          <a:p>
            <a:r>
              <a:t>Восемь конфигураций — это восемь отдельных холстов на стенде, каждый со своим набором узлов. У конфигурации без механической проверки узла механики на холсте физически нет: холст собран без него. Такой подход честнее переключателя: переключатель может стоять в неверном положении незаметно, а отсутствующий узел виден сразу.</a:t>
            </a:r>
          </a:p>
          <a:p/>
          <a:p>
            <a:r>
              <a:t>На каждую из восьми конфигураций прогоняется весь корпус — все 64 заявки. Восемь умножить на шестьдесят четыре даёт пятьсот двенадцать решений. Это число уже можно назвать — оно о размере плана, не об исходе: сколько решений мы собираемся получить, а не что в них оказалось.</a:t>
            </a:r>
          </a:p>
          <a:p/>
          <a:p>
            <a:r>
              <a:t>Стоит сказать и о том, чего в этом плане нет. Отдельных повторов каждой заявки внутри одной конфигурации не предусмотрено — каждая заявка прогоняется через каждую конфигурацию ровно один раз. Это осознанный выбор ради охвата: лучше разобрать 64 разных формулировки один раз, чем десять формулировок десять раз каждую. Устойчивость самого ответа — отдельный вопрос, и ниже по ходу разбора он тоже получит свою проверку, причём по не самой очевидной причине.</a:t>
            </a:r>
          </a:p>
          <a:p/>
          <a:p>
            <a:r>
              <a:t>Прежде чем смотреть на то, что получилось, — ставка. Три защиты мы уже разобрали: усиление промта, механическая проверка, классификатор на входе. Как думаете, какая из них в одиночку остановит больше атак? Держите свой ответ в голове — на следующем кадре сверим его с числом.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Восемь конфигураций: по одной, парами, все три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57491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85507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Дизайн замера.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Каждая защита проверяется по отдельности (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p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r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c</a:t>
            </a:r>
            <a:r>
              <a:rPr sz="1500" b="1" i="0">
                <a:solidFill>
                  <a:srgbClr val="141B2E"/>
                </a:solidFill>
                <a:latin typeface="Arial"/>
              </a:rPr>
              <a:t>), затем все три пары (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pr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pc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rc</a:t>
            </a:r>
            <a:r>
              <a:rPr sz="1500" b="1" i="0">
                <a:solidFill>
                  <a:srgbClr val="141B2E"/>
                </a:solidFill>
                <a:latin typeface="Arial"/>
              </a:rPr>
              <a:t>), затем все три вместе (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prc</a:t>
            </a:r>
            <a:r>
              <a:rPr sz="1500" b="1" i="0">
                <a:solidFill>
                  <a:srgbClr val="141B2E"/>
                </a:solidFill>
                <a:latin typeface="Arial"/>
              </a:rPr>
              <a:t>) — плюс базовая линия без единой защиты (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0</a:t>
            </a:r>
            <a:r>
              <a:rPr sz="1500" b="1" i="0">
                <a:solidFill>
                  <a:srgbClr val="141B2E"/>
                </a:solidFill>
                <a:latin typeface="Arial"/>
              </a:rPr>
              <a:t>) для сравнения. Восемь конфигураций на одном и том же корпусе из 64 заявок — </a:t>
            </a:r>
            <a:r>
              <a:rPr sz="1500" b="1" i="0">
                <a:solidFill>
                  <a:srgbClr val="141B2E"/>
                </a:solidFill>
                <a:latin typeface="Arial"/>
              </a:rPr>
              <a:t>512 решений</a:t>
            </a:r>
            <a:r>
              <a:rPr sz="1500" b="1" i="0">
                <a:solidFill>
                  <a:srgbClr val="141B2E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0400"/>
            <a:ext cx="11183112" cy="2036444"/>
          </a:xfrm>
          <a:prstGeom prst="roundRect">
            <a:avLst>
              <a:gd name="adj" fmla="val 14967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23280"/>
            <a:ext cx="370054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СТУПЕНЬ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2648" y="2323280"/>
            <a:ext cx="6824199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КОНФИГУРАЦИИ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5347"/>
            <a:ext cx="370054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без защиты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2648" y="2605347"/>
            <a:ext cx="682419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95250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952502"/>
            <a:ext cx="370054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одна защита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2648" y="2952502"/>
            <a:ext cx="682419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p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промт ·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r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механика ·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c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— классификатор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29965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3299656"/>
            <a:ext cx="370054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пара защит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2648" y="3299656"/>
            <a:ext cx="682419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pr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·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pc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· </a:t>
            </a:r>
            <a:r>
              <a:rPr sz="1250" b="0" i="0">
                <a:solidFill>
                  <a:srgbClr val="141B2E"/>
                </a:solidFill>
                <a:latin typeface="Consolas"/>
              </a:rPr>
              <a:t>rc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364681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3646811"/>
            <a:ext cx="370054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все три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2648" y="3646811"/>
            <a:ext cx="6824199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Consolas"/>
              </a:rPr>
              <a:t>prc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76775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504791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Каждая конфигурация — отдельный холст на стенде</a:t>
            </a:r>
            <a:r>
              <a:rPr sz="1500" b="1" i="0">
                <a:solidFill>
                  <a:srgbClr val="141B2E"/>
                </a:solidFill>
                <a:latin typeface="Arial"/>
              </a:rPr>
              <a:t>, не переключатель внутри одного процесса. Холст без узла механической проверки — честное изображение конфигурации «без механики», а не декорация.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59685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687701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Прежде чем смотреть результат — ставка.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Из трёх защит, разобранных на прошлом кадре, какая в одиночку остановит больше атак? Ответ — на следующем кадре, числом.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