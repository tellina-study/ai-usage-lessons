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Смотрим на устройство без единого имени узла: если завтра собирать это другим оркестратором, ни одна строка здесь не изменится.</a:t>
            </a:r>
          </a:p>
          <a:p/>
          <a:p>
            <a:r>
              <a:t>Прямой ход простой. Приходит вопрос, генератор пишет ответ, проверяющий сверяет записанные требования, развилка решает: годится — уходит клиенту.</a:t>
            </a:r>
          </a:p>
          <a:p/>
          <a:p>
            <a:r>
              <a:t>Обратный ход интереснее. Если не годится и попытки ещё остались, ответ пишется заново, и генератору говорят, что именно не прошло. Дальше важная деталь, которую легко потерять: на второй попытке проверяются все пять требований снова, включая те, что прошли в первый раз. Причина прямая — переделка меняет весь текст. Укоротив ответ, модель легко выкинет из него нужную деталь, и если проверять только длину, мы примем текст, который стал хуже по другому требованию.</a:t>
            </a:r>
          </a:p>
          <a:p/>
          <a:p>
            <a:r>
              <a:t>Потолок. Три попытки, и счётчик выставляется руками. Это не перестраховка: сам по себе круг не останавливается. Он останавливается только тогда, когда проверяющий говорит «годится», — а если проверяющий упрям или ошибается, этого может не случиться вовсе.</a:t>
            </a:r>
          </a:p>
          <a:p/>
          <a:p>
            <a:r>
              <a:t>И ветвь «не сошлось» — та часть, которую забывают чаще всего. Попытки кончились, ответ так и не прошёл проверку. Что тогда? Ответ клиенту не уходит, вопрос передаётся Ольге, и она отвечает руками. Без этой ветви остаётся ровно два плохих исхода: процесс крутится, пока кто-нибудь его не остановит, или отправляет человеку текст, который сам же забраковал.</a:t>
            </a:r>
          </a:p>
          <a:p/>
          <a:p>
            <a:r>
              <a:t>Обратите внимание, чего схема не говорит. Она говорит «проверяющий сверяет требования» — и ни слова о том, кто этот проверяющий. Код и модель на ней выглядят одинаково, обе сборки ложатся в один и тот же рисунок. Именно поэтому выбор между ними делают не по схеме. Дальше мы соберём настоящий круг на стенде, откроем настоящую панель проверяющего и прогоним оба варианта на одних и тех же шести вопросах.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Круг «написал — проверили — переделал»</a:t>
            </a:r>
          </a:p>
        </p:txBody>
      </p:sp>
      <p:pic>
        <p:nvPicPr>
          <p:cNvPr id="3" name="Picture 2" descr="k3-shema-tsik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751" y="943356"/>
            <a:ext cx="10637449" cy="363446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4742409"/>
            <a:ext cx="82296" cy="69951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4870425"/>
            <a:ext cx="10643616" cy="443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7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Деталь, которой не видно на схеме.</a:t>
            </a:r>
            <a:r>
              <a:rPr sz="1350" b="1" i="0">
                <a:solidFill>
                  <a:srgbClr val="141B2E"/>
                </a:solidFill>
                <a:latin typeface="Arial"/>
              </a:rPr>
              <a:t> На переделке проверяются </a:t>
            </a:r>
            <a:r>
              <a:rPr sz="1350" b="1" i="0">
                <a:solidFill>
                  <a:srgbClr val="141B2E"/>
                </a:solidFill>
                <a:latin typeface="Arial"/>
              </a:rPr>
              <a:t>все пять требований снова</a:t>
            </a:r>
            <a:r>
              <a:rPr sz="1350" b="1" i="0">
                <a:solidFill>
                  <a:srgbClr val="141B2E"/>
                </a:solidFill>
                <a:latin typeface="Arial"/>
              </a:rPr>
              <a:t>, включая уже пройденные, — иначе вторая попытка чинит одно и ломает другое незаметно.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5606517"/>
            <a:ext cx="82296" cy="699515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5734533"/>
            <a:ext cx="10643616" cy="44348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73"/>
              </a:lnSpc>
              <a:spcAft>
                <a:spcPts val="300"/>
              </a:spcAft>
            </a:pPr>
            <a:r>
              <a:rPr sz="1350" b="1" i="0">
                <a:solidFill>
                  <a:srgbClr val="141B2E"/>
                </a:solidFill>
                <a:latin typeface="Arial"/>
              </a:rPr>
              <a:t>Что здесь ещё не решено.</a:t>
            </a:r>
            <a:r>
              <a:rPr sz="1350" b="1" i="0">
                <a:solidFill>
                  <a:srgbClr val="141B2E"/>
                </a:solidFill>
                <a:latin typeface="Arial"/>
              </a:rPr>
              <a:t> Кто проверяющий — код или модель — схема не говорит. Разница появится дальше и будет измерена.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