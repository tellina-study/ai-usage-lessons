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Одну и ту же квитанцию уменьшили шесть раз подряд, от исходного размера до размера в тридцать два раза меньше — единственное, что при этом менялось, это размер файла. На каждом размере одну и ту же сумму просили прочитать несколько раз подряд.</a:t>
            </a:r>
          </a:p>
          <a:p/>
          <a:p>
            <a:r>
              <a:t>Результат удобно свести в одну таблицу. На исходном размере цифра суммы занимает на экране около сорока девяти пикселей высоты, и сумма прочитана верно во всех попытках. При уменьшении вдвое, в четыре и в восемь раз высота цифры падает соответственно до двадцати пяти, двенадцати и шести пикселей — и сумма продолжает читаться верно каждый раз. При уменьшении в шестнадцать раз высота падает до трёх целых одной десятой пикселя — и снова ни одной ошибки. А вот на самом мелком из проверенных размеров, где высота цифры падает до полутора пикселей, сумма ломается чисто: ни одного верного ответа из пяти.</a:t>
            </a:r>
          </a:p>
          <a:p/>
          <a:p>
            <a:r>
              <a:t>Итог по всем шести размерам вместе — двадцать пять верных прочтений из тридцати. Порог, после которого сумма перестаёт читаться, в этом диапазоне размеров найден — просто он лежит дальше, чем предполагал план замера.</a:t>
            </a:r>
          </a:p>
          <a:p/>
          <a:p>
            <a:r>
              <a:t>Это стоит проговорить честно: план ожидал, что порог обнаружится раньше, где-то в середине диапазона. Он нашёлся — но только на последнем шаге сжатия. И ломается сумма не вразнобой: на самом мелком размере все пять повторов подряд дают одно и то же неверное число — тысяча шестьсот рублей вместо восемнадцати тысяч девятисот девяноста. Модель при этом честно пишет в поле «что я вижу» то же самое неверное число — она не путает «не вижу» с «вижу неправильно», она уверенно и воспроизводимо читает шаблон, но ошибается в самих цифрах.</a:t>
            </a:r>
          </a:p>
          <a:p/>
          <a:p>
            <a:r>
              <a:t>Почему именно сумма держится так долго — дольше, чем дата на той же фотографии, — замер отдельно не проверял. Есть разумное предположение: сумма набрана крупным жирным шрифтом с одинаковой шириной букв, заметно крупнее остальных надписей на квитанции, и имеет короткий, предсказуемый вид — число, пробел, две цифры после запятой, значок рубля. Возможно, модели для такого устойчивого шаблона достаточно куда меньше деталей, чем для свободного текста, и поэтому у неё больше запас прочности. Это предположение — само измерение этот вопрос отдельно не проверяло, и на этом честная граница этого экрана.</a:t>
            </a:r>
          </a:p>
          <a:p/>
          <a:p>
            <a:r>
              <a:t>Прежде чем радоваться этому запасу прочности, стоит посмотреть на другое поле той же самой фотографии — экран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Сумма на всех шести размерах файла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2591816"/>
          </a:xfrm>
          <a:prstGeom prst="roundRect">
            <a:avLst>
              <a:gd name="adj" fmla="val 11760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126236"/>
            <a:ext cx="4089535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РАЗМЕР ФАЙЛА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21639" y="1126236"/>
            <a:ext cx="3520168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ВЫСОТА ЦИФРЫ СУММЫ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88112" y="1126236"/>
            <a:ext cx="2768735" cy="2745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10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СУММА ВЕРНА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00810"/>
            <a:ext cx="40895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исходный (1698×2074 пикселя)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21639" y="1400810"/>
            <a:ext cx="3520168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49,0 пикселя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88112" y="1400810"/>
            <a:ext cx="27687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1726057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1726057"/>
            <a:ext cx="40895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уменьшен вдвое (849×1037)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21639" y="1726057"/>
            <a:ext cx="3520168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24,5 пикселя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88112" y="1726057"/>
            <a:ext cx="27687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85800" y="2051304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2051304"/>
            <a:ext cx="40895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уменьшен в 4 раза (424×518)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21639" y="2051304"/>
            <a:ext cx="3520168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12,2 пикселя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88112" y="2051304"/>
            <a:ext cx="27687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376551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376551"/>
            <a:ext cx="40895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уменьшен в 8 раз (212×259)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21639" y="2376551"/>
            <a:ext cx="3520168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6,1 пикселя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88112" y="2376551"/>
            <a:ext cx="27687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2701798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85800" y="2701798"/>
            <a:ext cx="40895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уменьшен в 16 раз (106×129)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21639" y="2701798"/>
            <a:ext cx="3520168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3,1 пикселя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88112" y="2701798"/>
            <a:ext cx="27687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5 из 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3027045"/>
            <a:ext cx="10817352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3027045"/>
            <a:ext cx="40895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уменьшен в 32 раза (53×64)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21639" y="3027045"/>
            <a:ext cx="3520168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0" i="0">
                <a:solidFill>
                  <a:srgbClr val="141B2E"/>
                </a:solidFill>
                <a:latin typeface="Arial"/>
              </a:rPr>
              <a:t>1,5 пикселя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88112" y="3027045"/>
            <a:ext cx="2768735" cy="32524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64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0 из 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2920" y="3699764"/>
            <a:ext cx="11183112" cy="1210945"/>
          </a:xfrm>
          <a:prstGeom prst="roundRect">
            <a:avLst>
              <a:gd name="adj" fmla="val 25000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21208" y="3754627"/>
            <a:ext cx="64008" cy="1101217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3836924"/>
            <a:ext cx="10643616" cy="936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475"/>
              </a:lnSpc>
              <a:spcAft>
                <a:spcPts val="300"/>
              </a:spcAft>
            </a:pPr>
            <a:r>
              <a:rPr sz="1250" b="1" i="0">
                <a:solidFill>
                  <a:srgbClr val="141B2E"/>
                </a:solidFill>
                <a:latin typeface="Arial"/>
              </a:rPr>
              <a:t>Итог: порог для суммы найден — но лежит дальше, чем предполагал план замера.</a:t>
            </a:r>
            <a:r>
              <a:rPr sz="1250" b="0" i="0">
                <a:solidFill>
                  <a:srgbClr val="141B2E"/>
                </a:solidFill>
                <a:latin typeface="Arial"/>
              </a:rPr>
              <a:t> Двадцать пять верных прочтений из тридцати, без единой ошибки на пяти разрешениях из шести — вплоть до размера, где цифра занимает на экране всего три целых одну десятую пикселя высоты. Ломается сумма только на самом мелком из проверенных размеров: там высота цифры падает до полутора пикселей, и все пять повторов дают одну и ту же неверную сумму — 1600 рублей вместо 18 990.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5075301"/>
            <a:ext cx="11183112" cy="963676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5212461"/>
            <a:ext cx="10707624" cy="6893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56"/>
              </a:lnSpc>
              <a:spcAft>
                <a:spcPts val="300"/>
              </a:spcAft>
            </a:pPr>
            <a:r>
              <a:rPr sz="1150" b="1" i="1">
                <a:solidFill>
                  <a:srgbClr val="6B7685"/>
                </a:solidFill>
                <a:latin typeface="Arial"/>
              </a:rPr>
              <a:t>Честно: почему запас прочности такой большой — отдельно не измерено.</a:t>
            </a:r>
            <a:r>
              <a:rPr sz="1150" b="0" i="1">
                <a:solidFill>
                  <a:srgbClr val="6B7685"/>
                </a:solidFill>
                <a:latin typeface="Arial"/>
              </a:rPr>
              <a:t> Правдоподобное объяснение: сумма набрана крупным жирным моноширинным шрифтом, вдвое крупнее остальных полей квитанции, и имеет короткий устойчивый вид вроде «восемнадцать тысяч девятьсот девяносто рублей». Это ближе к узнаванию привычного шаблона, чем к чтению текста с нуля, — и, возможно, именно поэтому порог для суммы лежит заметно дальше, чем для даты. Но это предположение, отдельно этим замером не проверенное.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