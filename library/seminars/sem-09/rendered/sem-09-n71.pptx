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 же квитанция, те же шесть размеров, тот же порядок замера — но теперь в центре внимания дата, напечатанная на той же фотографии заметно мельче суммы: кегль вдвое меньше, и высота символа на каждом шаге тоже вдвое меньше.</a:t>
            </a:r>
          </a:p>
          <a:p/>
          <a:p>
            <a:r>
              <a:t>На трёх крупных размерах — исходном, уменьшенном вдвое и в четыре раза — дата читается верно во всех попытках, ровно как и сумма. А дальше происходит то, чего с суммой на тех же самых файлах не случилось вовсе: ломается дата, и ломается заметно раньше по шкале сжатия. На размере, уменьшенном в восемь раз, дата перестаёт читаться верно полностью: ни одного верного ответа из пяти, и это ровно тот шаг, где сумма ещё держится без единой ошибки. На двух ещё более мелких размерах — тот же результат: ноль из пяти на каждом. Итого дальше этой границы — ноль верных прочтений дат из пятнадцати попыток подряд.</a:t>
            </a:r>
          </a:p>
          <a:p/>
          <a:p>
            <a:r>
              <a:t>Важная деталь — как именно дата ломается. Это не разнобой, где каждый повтор называет что-то своё. На размере, уменьшенном в восемь раз, все пять повторов подряд назвали одну и ту же неверную дату — двенадцатое апреля две тысячи двадцать четвёртого года. На размере, уменьшенном в шестнадцать раз, снова полное единогласие, но уже на другом неверном значении — восемнадцатое сентября того же года. И только на самом мелком размере, уменьшенном в тридцать два раза, единогласия нет полностью: четыре повтора из пяти совпали на одной дате, один разошёлся на соседний день. Модель не блуждает — она почти всегда уверенно подставляет одну конкретную неверную дату и держится за неё раз за разом.</a:t>
            </a:r>
          </a:p>
          <a:p/>
          <a:p>
            <a:r>
              <a:t>И ещё одна деталь, которая стоит отдельного внимания. В тех же самых ответах, где дата неверна, поле, в котором модель честно пишет, что именно она видит в строке суммы, остаётся дословно верным — на тех размерах, где сумма ещё читается правильно. То есть про сумму в этом же ответе она не путается ни в чтении, ни в описании того, что видит, а про дату ошибается уверенно, без единого признака сомнения в тексте. «Не вижу» и «вижу неправильно» — для неё это разные состояния.</a:t>
            </a:r>
          </a:p>
          <a:p/>
          <a:p>
            <a:r>
              <a:t>Дата набрана заметно мельче суммы — и это не случайное совпадение с тем, где она сломалась первой. Почему именно так — следующий экран.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Дата на тех же шести размерах файла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2490724"/>
          </a:xfrm>
          <a:prstGeom prst="roundRect">
            <a:avLst>
              <a:gd name="adj" fmla="val 12237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6236"/>
            <a:ext cx="2925961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РАЗМЕР ФАЙЛА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58065" y="1126236"/>
            <a:ext cx="2286844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ВЫСОТА ЦИФРЫ ДАТЫ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14" y="1126236"/>
            <a:ext cx="1603673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ДАТА ВЕРНА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1191" y="1126236"/>
            <a:ext cx="3415656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ЧТО ОТВЕТИЛА МОДЕЛЬ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5824"/>
            <a:ext cx="292596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исходный (1698×2074 пикселя)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8065" y="1385824"/>
            <a:ext cx="22868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23,0 пикселя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14" y="1385824"/>
            <a:ext cx="160367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5 из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41191" y="1385824"/>
            <a:ext cx="34156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верно: 12.09.2026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69672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1696720"/>
            <a:ext cx="292596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уменьшен вдвое (849×1037)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065" y="1696720"/>
            <a:ext cx="22868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11,5 пикселя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14" y="1696720"/>
            <a:ext cx="160367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5 из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41191" y="1696720"/>
            <a:ext cx="34156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верно: 12.09.2026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200761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2007616"/>
            <a:ext cx="292596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уменьшен в 4 раза (424×518)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8065" y="2007616"/>
            <a:ext cx="22868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5,8 пикселя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1214" y="2007616"/>
            <a:ext cx="160367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5 из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1191" y="2007616"/>
            <a:ext cx="34156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верно: 12.09.2026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231851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2318512"/>
            <a:ext cx="292596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уменьшен в 8 раз (212×259)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8065" y="2318512"/>
            <a:ext cx="22868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2,9 пикселя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1214" y="2318512"/>
            <a:ext cx="160367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0 из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41191" y="2318512"/>
            <a:ext cx="34156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неверно, все 5 повторов: 12.04.2024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262940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2629407"/>
            <a:ext cx="292596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уменьшен в 16 раз (106×129)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58065" y="2629407"/>
            <a:ext cx="22868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1,4 пикселя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1214" y="2629407"/>
            <a:ext cx="160367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0 из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41191" y="2629407"/>
            <a:ext cx="34156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неверно, все 5 повторов: 18.09.2024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294030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2940303"/>
            <a:ext cx="292596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уменьшен в 32 раза (53×64)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58065" y="2940303"/>
            <a:ext cx="22868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0,7 пикселя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1214" y="2940303"/>
            <a:ext cx="160367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0 из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41191" y="2940303"/>
            <a:ext cx="34156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неверно: 4× 05.04.2024, 1× 05.04.2025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598672"/>
            <a:ext cx="11183112" cy="993648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21208" y="3653536"/>
            <a:ext cx="64008" cy="8839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3735832"/>
            <a:ext cx="10643616" cy="719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16"/>
              </a:lnSpc>
              <a:spcAft>
                <a:spcPts val="30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Истинная дата этой квитанции — 12.09.2026.</a:t>
            </a:r>
            <a:r>
              <a:rPr sz="1200" b="0" i="0">
                <a:solidFill>
                  <a:srgbClr val="141B2E"/>
                </a:solidFill>
                <a:latin typeface="Arial"/>
              </a:rPr>
              <a:t> На трёх самых крупных размерах она прочитана верно во всех попытках. Начиная с размера, уменьшенного в восемь раз, — том же шаге, на котором сумма ещё держится без единой ошибки (сумма сломается только двумя шагами позже, на самом мелком размере), — дата ломается чисто: ни одного верного прочтения дальше, всего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0 из 15</a:t>
            </a:r>
            <a:r>
              <a:rPr sz="1200" b="0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756912"/>
            <a:ext cx="11183112" cy="1398270"/>
          </a:xfrm>
          <a:prstGeom prst="roundRect">
            <a:avLst>
              <a:gd name="adj" fmla="val 21798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21208" y="4811775"/>
            <a:ext cx="64008" cy="128854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4894072"/>
            <a:ext cx="10643616" cy="1123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5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Не шум, а почти всегда уверенная повторяемая догадка.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На двух из трёх сломанных размеров — уменьшенном в восемь и в шестнадцать раз — все пять повторов независимо друг от друга сошлись на одной и той же неверной дате: на первом одно значение, на втором другое. Только на самом мелком размере, уменьшенном в тридцать два раза, полного единогласия нет: четыре повтора из пяти совпали, один разошёлся на соседний день. Модель почти всегда подставляет одно конкретное неверное число и держится за него. При этом поле «что я вижу» для суммы остаётся дословно верным там, где сумма ещё читается верно: модель не путает «не вижу» с «вижу неправильно» ни для одного из двух полей.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