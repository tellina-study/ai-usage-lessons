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Учебный центр формализовал правило возврата денег. Автоматический возврат положен только тому, кто есть в базе клиентов, и только за курс, который он прошёл в последние 30 дней. Список клиентов с датами их курсов — он сегодня небольшой, 16 строк — подмешивается прямо в запрос к решающей модели. Модель читает этот список, читает правило, читает текст заявки и принимает одно из трёх решений: выдать возврат, отказать или передать заявку Ольге.</a:t>
            </a:r>
          </a:p>
          <a:p/>
          <a:p>
            <a:r>
              <a:t>Сразу стоит разобраться, про что этот кейс, а про что нет. Это не вопрос о том, кто отвечает на обращение — маршрутизацию мы разбирали в других кейсах занятия. Это вопрос денег: если модель примет решение неверно, деньги реально уйдут человеку, которому их не положено отдавать, и обнаружится это при сверке — когда отменять перевод уже поздно.</a:t>
            </a:r>
          </a:p>
          <a:p/>
          <a:p>
            <a:r>
              <a:t>И здесь нужна честность, прежде чем идти дальше. Правило, которое мы отдали модели, — «есть в списке клиентов, и курс не старше 30 дней» — целиком вычислимо обычным кодом. Поиск фамилии в списке, вычитание двух дат, сравнение с числом 30. Ничего из этого не требует понимания текста на естественном языке. В настоящей системе такую проверку поставили бы перед моделью, кодом, и инъекция через текст заявки её вообще не касалась бы. Мы делаем это нарочно: отдаём вычислимое правило модели, чтобы на предельно простом и понятном предмете показать, как себя ведут три классические защиты от манипуляции текстом. В конце разбора мы вернёмся к этому выбору и сравним защищённую модель с тем же правилом, посчитанным в коде, — результат этого сравнения стоит того, чтобы его дождаться.</a:t>
            </a:r>
          </a:p>
          <a:p/>
          <a:p>
            <a:r>
              <a:t>Теперь посмотрите на схему. Сверху — то, что уже есть: заявка приходит, решающая модель читает её текст вместе со списком клиентов и правилом, и на выходе — решение. Это единый поток, и он уже работает. Пунктиром — то, что мы строим и измеряем сегодня: защитный слой. Он может встать перед моделью отдельным узлом — механическая проверка текста или дешёвая модель-классификатор, — а может встроиться прямо в вызов решающей модели, как усиление системной инструкции. Три разных способа встроить защиту в один и тот же поток, и дальше мы разберём и измерим все 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Правило возврата: в базе и не старше 30 дней</a:t>
            </a:r>
          </a:p>
        </p:txBody>
      </p:sp>
      <p:pic>
        <p:nvPicPr>
          <p:cNvPr id="3" name="Picture 2" descr="k4-shema-postanov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47" y="943356"/>
            <a:ext cx="8426657" cy="266844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776389"/>
            <a:ext cx="82296" cy="6680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3904405"/>
            <a:ext cx="10643616" cy="411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Правило учебного центра.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Автоматический возврат положен клиенту, который есть в базе, и только за курс, пройденный в последние 30 дней. Список из 16 клиентов с датами курсов подмешивается прямо в запрос к решающей модели.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09001"/>
            <a:ext cx="82296" cy="56269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737017"/>
            <a:ext cx="10643616" cy="3066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Это не вопрос маршрутизации.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Это вопрос неправильного возврата денег: если модель ошибётся — деньги уйдут тому, кому их не положено отдавать.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36289"/>
            <a:ext cx="82296" cy="88849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464305"/>
            <a:ext cx="10643616" cy="632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12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Сказано прямо, не подразумевается.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Правило «есть в списке И курс не старше 30 дней» целиком вычислимо кодом — поиск строки плюс вычитание дат. В настоящей системе эту проверку поставили бы перед моделью. Здесь она нарочно отдана модели, чтобы разобрать поведение защит на предмете, который можно удержать в голове целиком.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