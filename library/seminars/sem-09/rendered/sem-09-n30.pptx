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Тот же центр, та же Ольга, тот же процесс. Двадцать заявок в день, часть из них процесс уже закрывает сам: находит пункт справочника, пишет ответ, отправляет. Важно, чего в этой цепочке нет: между «модель написала» и «человек прочитал» не стоит никто.</a:t>
            </a:r>
          </a:p>
          <a:p/>
          <a:p>
            <a:r>
              <a:t>Требования к ответу у центра есть, и они обычные, их легко перечислить. Коротко — ответ читают с телефона. С нужной деталью — если спрашивали про срок, в ответе должно стоять число дней. С указанием, куда идти дальше, если написанного не хватило. Без чисел, которых в справочнике нет, — выдуманная цифра выглядит убедительнее всего остального текста. И целиком на русском: в прошлом прогоне этого же стенда посреди русского ответа обнаружился кусок иероглифами, причём сам ответ был верным по существу. Пригодным к отправке он от этого не стал.</a:t>
            </a:r>
          </a:p>
          <a:p/>
          <a:p>
            <a:r>
              <a:t>Пять требований, каждое можно проверить. Пока отвечала Ольга, их проверяла она — не сверяясь со списком, просто потому что иначе не отправила бы. Теперь этого шага нет ни у кого.</a:t>
            </a:r>
          </a:p>
          <a:p/>
          <a:p>
            <a:r>
              <a:t>Теперь про цену, и она тихая. Жалоба приходит только на ошибку, которую заметили и которая достаточно дорого стоила, чтобы человек вернулся и указал на неё. Ответ, где пропущена нужная деталь, жалобы не вызовет никогда: человек переспросит, или уйдёт, или просто не придёт на пересдачу в правильный день. Отвечает за этот текст Ольга. Прочитает она его уже после отправки, если вообще прочитает.</a:t>
            </a:r>
          </a:p>
          <a:p/>
          <a:p>
            <a:r>
              <a:t>И вот её собственное предложение, которое звучит разумно и экономно: пусть модель сама себя и перечитает. Она так и делает руками — написала, перечитала, поправила. И тут же добавляет то, что сама считает доводом: месяц уже отвечает, жалоб нет. Запомните эту фразу, её придётся проверить числом. Месяц без жалоб — не доказательство надёжности. Это отсутствие повода проверить: ответы этот месяц не читал никто, включая её саму.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Отправка ответа без второго чтения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43356"/>
            <a:ext cx="82296" cy="613512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1071372"/>
            <a:ext cx="10643616" cy="357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64"/>
              </a:lnSpc>
              <a:spcAft>
                <a:spcPts val="300"/>
              </a:spcAft>
            </a:pPr>
            <a:r>
              <a:rPr sz="1100" b="1" i="0">
                <a:solidFill>
                  <a:srgbClr val="141B2E"/>
                </a:solidFill>
                <a:latin typeface="Arial"/>
              </a:rPr>
              <a:t>Существующий процесс (сплошные блоки).</a:t>
            </a:r>
            <a:r>
              <a:rPr sz="1100" b="1" i="0">
                <a:solidFill>
                  <a:srgbClr val="141B2E"/>
                </a:solidFill>
                <a:latin typeface="Arial"/>
              </a:rPr>
              <a:t> Заявка → классификация → модель пишет ответ → ответ уходит клиенту. Ничего из этого в Кейсе 3 не меняется.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21460"/>
            <a:ext cx="82296" cy="613512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849476"/>
            <a:ext cx="10643616" cy="357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64"/>
              </a:lnSpc>
              <a:spcAft>
                <a:spcPts val="300"/>
              </a:spcAft>
            </a:pPr>
            <a:r>
              <a:rPr sz="1100" b="1" i="0">
                <a:solidFill>
                  <a:srgbClr val="141B2E"/>
                </a:solidFill>
                <a:latin typeface="Arial"/>
              </a:rPr>
              <a:t>Что строим (пунктир).</a:t>
            </a:r>
            <a:r>
              <a:rPr sz="1100" b="1" i="0">
                <a:solidFill>
                  <a:srgbClr val="141B2E"/>
                </a:solidFill>
                <a:latin typeface="Arial"/>
              </a:rPr>
              <a:t> Проверка перед отправкой — между тем, что написала модель, и тем, что получает человек. Двадцать заявок в день, и часть процесс теперь закрывает сам.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499564"/>
            <a:ext cx="11183112" cy="1865756"/>
          </a:xfrm>
          <a:prstGeom prst="roundRect">
            <a:avLst>
              <a:gd name="adj" fmla="val 16336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2719020"/>
            <a:ext cx="329184" cy="2853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75"/>
              </a:lnSpc>
              <a:spcAft>
                <a:spcPts val="0"/>
              </a:spcAft>
            </a:pPr>
            <a:r>
              <a:rPr sz="1250" b="1" i="0">
                <a:solidFill>
                  <a:srgbClr val="02809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" y="2719020"/>
            <a:ext cx="10360152" cy="2853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Ответ обязан быть коротким — его читают с телефона.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3004389"/>
            <a:ext cx="329184" cy="2853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75"/>
              </a:lnSpc>
              <a:spcAft>
                <a:spcPts val="0"/>
              </a:spcAft>
            </a:pPr>
            <a:r>
              <a:rPr sz="1250" b="1" i="0">
                <a:solidFill>
                  <a:srgbClr val="028090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" y="3004389"/>
            <a:ext cx="10360152" cy="2853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Ответ обязан называть нужную деталь, ради которой спрашивали.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3289758"/>
            <a:ext cx="329184" cy="2853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75"/>
              </a:lnSpc>
              <a:spcAft>
                <a:spcPts val="0"/>
              </a:spcAft>
            </a:pPr>
            <a:r>
              <a:rPr sz="1250" b="1" i="0">
                <a:solidFill>
                  <a:srgbClr val="028090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" y="3289758"/>
            <a:ext cx="10360152" cy="2853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Ответ обязан говорить, куда обращаться дальше, если написанного не хватило.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3575127"/>
            <a:ext cx="329184" cy="2853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75"/>
              </a:lnSpc>
              <a:spcAft>
                <a:spcPts val="0"/>
              </a:spcAft>
            </a:pPr>
            <a:r>
              <a:rPr sz="1250" b="1" i="0">
                <a:solidFill>
                  <a:srgbClr val="028090"/>
                </a:solidFill>
                <a:latin typeface="Arial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" y="3575127"/>
            <a:ext cx="10360152" cy="2853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Ответ не имеет права называть числа, которых в справочнике нет.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3860496"/>
            <a:ext cx="329184" cy="2853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75"/>
              </a:lnSpc>
              <a:spcAft>
                <a:spcPts val="0"/>
              </a:spcAft>
            </a:pPr>
            <a:r>
              <a:rPr sz="1250" b="1" i="0">
                <a:solidFill>
                  <a:srgbClr val="028090"/>
                </a:solidFill>
                <a:latin typeface="Arial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" y="3860496"/>
            <a:ext cx="10360152" cy="2853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Ответ должен быть целиком на русском — в прошлом прогоне посреди русского текста оказался фрагмент иероглифами.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529913"/>
            <a:ext cx="82296" cy="794004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4657929"/>
            <a:ext cx="10643616" cy="5379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64"/>
              </a:lnSpc>
              <a:spcAft>
                <a:spcPts val="300"/>
              </a:spcAft>
            </a:pPr>
            <a:r>
              <a:rPr sz="1100" b="1" i="0">
                <a:solidFill>
                  <a:srgbClr val="141B2E"/>
                </a:solidFill>
                <a:latin typeface="Arial"/>
              </a:rPr>
              <a:t>Чем платит учебный центр.</a:t>
            </a:r>
            <a:r>
              <a:rPr sz="1100" b="1" i="0">
                <a:solidFill>
                  <a:srgbClr val="141B2E"/>
                </a:solidFill>
                <a:latin typeface="Arial"/>
              </a:rPr>
              <a:t> Жалоба приходит только на ошибку, которую заметили и сочли достаточно дорогой. Пропущенная деталь жалобы не вызовет: человек просто спросит ещё раз или уйдёт. Отвечает за текст Ольга — прочитает его, если вообще прочитает, уже после отправки.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488509"/>
            <a:ext cx="82296" cy="66802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5616525"/>
            <a:ext cx="10643616" cy="4119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50"/>
              </a:lnSpc>
              <a:spcAft>
                <a:spcPts val="30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Ольга предлагает решение, которое кажется ей самым простым: «Пусть она сама себя и перечитает. Я ведь так и делаю: написала — перечитала — поправила. Месяц уже отвечает, жалоб не было — но ведь и не читал эти ответы никто.»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