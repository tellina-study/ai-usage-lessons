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 находка не стояла в плане замера. Классификатор вызывается двумя конфигурациями основного прогона — </a:t>
            </a:r>
            <a:r>
              <a:rPr>
                <a:latin typeface="Consolas"/>
              </a:rPr>
              <a:t>c</a:t>
            </a:r>
            <a:r>
              <a:t> и </a:t>
            </a:r>
            <a:r>
              <a:rPr>
                <a:latin typeface="Consolas"/>
              </a:rPr>
              <a:t>pc</a:t>
            </a:r>
            <a:r>
              <a:t> — с одной и той же моделью, одним промтом, температурой ноль. По одним и тем же 64 текстам вердикты должны были совпасть. Они не совпали, и для третьей точки прогон конфигурации </a:t>
            </a:r>
            <a:r>
              <a:rPr>
                <a:latin typeface="Consolas"/>
              </a:rPr>
              <a:t>c</a:t>
            </a:r>
            <a:r>
              <a:t> повторили целиком отдельным запуском.</a:t>
            </a:r>
          </a:p>
          <a:p/>
          <a:p>
            <a:r>
              <a:t>Три прохода, три разных числа пойманных атак: пять, восемь, семь. Разброс не в том, какие именно заявки защита считает честными или нет вообще, а в том, что один и тот же текст на одних и тех же настройках в одном проходе признаётся манипуляцией, а в другом — нет. Семь заявок из 64 меняли вердикт между проходами: это 11% всего корпуса.</a:t>
            </a:r>
          </a:p>
          <a:p/>
          <a:p>
            <a:r>
              <a:t>Для сравнения — решающая модель на тех же условиях. Её решения входят в 128 групп повторов: разные конфигурации замера делят между собой один и тот же системный промт, и это бесплатно даёт повторные вызовы на одном и том же тексте. Внутри этих 128 групп решающая модель разошлась сама с собой один раз — на одной заявке при включённой защите промтом, один проход дал отказ, другой передал заявку менеджеру.</a:t>
            </a:r>
          </a:p>
          <a:p/>
          <a:p>
            <a:r>
              <a:t>Разница на порядок. Решающая модель держится твёрдо, дешёвый фильтр на входе — нет.</a:t>
            </a:r>
          </a:p>
          <a:p/>
          <a:p>
            <a:r>
              <a:t>Отсюда два следствия. Первое: числа «пять, восемь, семь атак поймано» в таблице прошлого кадра — это шум самого инструмента, а не эффект от того, что промт решающей модели менялся между проходами; записывать ловимость классификатора одним числом в протокол нельзя. Второе: пара «дешёвая модель на входе» плюс «температура ноль» не даёт той воспроизводимости, которую хочется получить от защитного слоя — и это прямая перекличка с Кейсом 5 этого же занятия, где мы отдельно разбирали, что повторяемость ответа и его правильность — два разных свойства, и одно не гарантирует другое.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Находка, которой не планировалось: фильтр неустойчив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63269"/>
            <a:ext cx="11183112" cy="1689290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46149"/>
            <a:ext cx="309719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ПРОХОД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9303" y="1446149"/>
            <a:ext cx="357578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СРАБОТАЛ НА АТАКАХ (ИЗ 34)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51388" y="1446149"/>
            <a:ext cx="370545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СРАБОТАЛ НА ЧЕСТНЫХ (ИЗ 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28216"/>
            <a:ext cx="309719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 — конфигурация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9303" y="1728216"/>
            <a:ext cx="357578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1388" y="1728216"/>
            <a:ext cx="370545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07537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075370"/>
            <a:ext cx="309719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 — конфигурация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9303" y="2075370"/>
            <a:ext cx="357578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1388" y="2075370"/>
            <a:ext cx="370545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42252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422525"/>
            <a:ext cx="309719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3 — повтор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9303" y="2422525"/>
            <a:ext cx="357578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1388" y="2422525"/>
            <a:ext cx="370545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20071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208" y="3674935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757231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Вердикт классификатора менялся на 7 заявках из 64 (11% корпуса)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между тремя проходами — один и тот же текст, одна и та же модель, температура 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66525"/>
            <a:ext cx="11183112" cy="881253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1208" y="5021389"/>
            <a:ext cx="64008" cy="77152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103685"/>
            <a:ext cx="10643616" cy="606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Решающая модель на тех же условиях: 1 расхождение из 128 повторов.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Перекличка с Кейсом 5 этого же занятия: повторяемость и правильность — независимые свойства, и здесь это видно на другой задаче тем же способом.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