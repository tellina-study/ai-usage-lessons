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Собираем кейс в формулировку, которую можно унести и приложить к своему процессу.</a:t>
            </a:r>
          </a:p>
          <a:p/>
          <a:p>
            <a:r>
              <a:t>Критерий такой. Три классические защиты стоит комбинировать там, где правило по своей природе требует понимания текста на естественном языке — и вычислить его кодом нельзя. Там, где правило можно свести к поиску и сравнению, как в нашем случае со списком клиентов и датой курса, его место в коде, а не в защищённом промте: мы только что видели, что код на этой же задаче даёт 64 верных решения из 64 без единого вызова модели.</a:t>
            </a:r>
          </a:p>
          <a:p/>
          <a:p>
            <a:r>
              <a:t>Теперь границы, обе стороны прямо. Комбинировать защиты нужно там, где нагрузка на менеджера приемлема для бизнеса — у одной механики это 31 обращение из 64, почти половина потока, и это нужно явно принять заранее, а не обнаружить потом. Классификатор стоит добавлять только вместе с другой защитой: сам по себе он держит пять атак из тридцати четырёх, этого недостаточно, чтобы быть единственным слоем. И если у решения есть реальный канал исполнения — деньги уходят, документ отправляется, доступ открывается — защита того стоит; если шаг только готовит текст, который прочитает и решит человек, подменять там особо нечего.</a:t>
            </a:r>
          </a:p>
          <a:p/>
          <a:p>
            <a:r>
              <a:t>Предел подхода — и это самое важное, что уносим с собой. Даже лучшая из восьми собранных комбинаций оставляет 11 ошибок из 64, и мы только что разобрали подробно: ни одна из этих одиннадцати не связана с манипуляцией. Защита от инъекции по определению не может вылечить ошибку модели на самой задаче — это два разных источника промаха, и бороться с одним средством против другого бессмысленно.</a:t>
            </a:r>
          </a:p>
          <a:p/>
          <a:p>
            <a:r>
              <a:t>Два внешних наблюдения остаются в силе и для этой постановки. Про человеческое подтверждение каждой заявки — по реальной телеметрии крупного поставщика подтверждается около девяноста трёх процентов запросов, и чем их больше, тем меньше внимания достаётся каждому: рутинная проверка человеком остаётся ещё одним несовершенным слоем рядом со структурной защитой, не её заменой. И про канал исполнения: разницу между безобидной ошибкой и дорогой задаёт то, было ли у шага реальное полномочие действовать, — не то, какая модель ошиблась. У нашего кейса такое полномочие есть: деньги реально уходят, и это делает весь разбор вопросом цены.</a:t>
            </a:r>
          </a:p>
          <a:p/>
          <a:p>
            <a:r>
              <a:t>Вернёмся к оси занятия. Четвёртая строка звучала так: три классические защиты от инъекции — значит, манипуляция текстом закрыта. Не подтвердилось. Лучшая связка действительно держит ноль успешных атак из тридцати четырёх. Но одиннадцать ошибок из шестидесяти четырёх остаются, и ни одна из них — не манипуляция.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три классические защиты достаточны, а когда нет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169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3609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Критерий.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Три классические защиты стоит комбинировать там, где правило нельзя полностью вычислить кодом. Там, где можно — его место в коде, а не в промте, и никакая защита это не заменит.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24906"/>
            <a:ext cx="5454396" cy="1916430"/>
          </a:xfrm>
          <a:prstGeom prst="roundRect">
            <a:avLst>
              <a:gd name="adj" fmla="val 1590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3463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КОГДА КОМБИНИРОВАТЬ ЗАЩИТЫ НУЖНО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8954"/>
            <a:ext cx="5088636" cy="446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Правило требует понимания неструктурированного текста — вычислить кодом нельзя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55497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554978"/>
            <a:ext cx="5088636" cy="296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Нагрузка на менеджера (у механики — 31 из 64) бизнес может принять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85114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851142"/>
            <a:ext cx="5088636" cy="296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Классификатор добавлен ВМЕСТЕ с другой защитой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4730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147306"/>
            <a:ext cx="5088636" cy="2961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Решение имеет реальный канал исполнения — деньги, документ, доступ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24906"/>
            <a:ext cx="5454396" cy="1916430"/>
          </a:xfrm>
          <a:prstGeom prst="roundRect">
            <a:avLst>
              <a:gd name="adj" fmla="val 1590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183463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КОГДА НУЖНО ДРУГОЕ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108954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Правило целиком вычислимо (поиск + сравнение дат, сумм) — тогда его место в коде, опорная линия n51a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2510020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2510020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Нагрузка неприемлема — тогда одной механики недостаточно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278370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2783705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Классификатор как единственный слой — его собственная ловимость 5 из 34 слишком низкая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14516" y="318477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14516" y="3184771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Шаг только готовит текст, который прочитает и решит человек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05928"/>
            <a:ext cx="82296" cy="6169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933944"/>
            <a:ext cx="10643616" cy="3609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Предел подхода.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Даже лучшая комбинация защит оставляет 11 ошибок из 64 — и ни одна из них не атака. Защита от инъекции не лечит ошибку модели на самой задаче.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87479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715495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Канал исполнения решает цену промаха.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Два случая без реального доступа (сделка за доллар, обругавший компанию бот) не стоили ничего. Два случая с реальным каналом обошлись компаниям дорого. Человек тоже не панацея: телеметрия крупного поставщика — около 93% подтверждений проходят не глядя.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87807"/>
            <a:ext cx="11183112" cy="536166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824967"/>
            <a:ext cx="10707624" cy="2618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300"/>
              </a:spcAft>
            </a:pPr>
            <a:r>
              <a:rPr sz="950" b="1" i="1">
                <a:solidFill>
                  <a:srgbClr val="6B7685"/>
                </a:solidFill>
                <a:latin typeface="Arial"/>
              </a:rPr>
              <a:t>Четвёртая строка оси закрыта.</a:t>
            </a:r>
            <a:r>
              <a:rPr sz="950" b="0" i="1">
                <a:solidFill>
                  <a:srgbClr val="6B7685"/>
                </a:solidFill>
                <a:latin typeface="Arial"/>
              </a:rPr>
              <a:t> «Три классические защиты от инъекции — значит, манипуляция текстом закрыта» — не подтвердилось: лучшая связка держит 0 атак из 34, но 11 ошибок из 64 остаются, и ни одна не манипуляция.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