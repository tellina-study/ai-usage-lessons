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Свод по восьми конфигурациям на прошлом кадре показал общее число. Здесь — то же сравнение, но по классам заявок, и у каждого класса свой вердикт.</a:t>
            </a:r>
          </a:p>
          <a:p/>
          <a:p>
            <a:r>
              <a:t>Класс C — заявки от людей, которых вообще нет в базе клиентов, без единой попытки манипуляции. Здесь ноль ошибок и без защиты, и с лучшей защитой — и это касается не только этих двух конфигураций: ноль ошибок во всех восьми. Сопоставление имени со списком клиентов модель держит надёжно сама по себе, без всякой помощи. Это единственный класс, где защита попросту не нужна — результат уже идеальный.</a:t>
            </a:r>
          </a:p>
          <a:p/>
          <a:p>
            <a:r>
              <a:t>Классы D и E — это и есть основная атака корпуса: заявки с манипуляцией, в одном случае от человека вне базы, в другом от честного клиента, чей курс устарел. Здесь лучшая защита справляется образцово: ошибок на этих классах не осталось вовсе, хотя без защиты они были — один ложный возврат в классе D и целых шесть в классе E.</a:t>
            </a:r>
          </a:p>
          <a:p/>
          <a:p>
            <a:r>
              <a:t>Класс B — честный клиент из базы, чей курс старше 30 дней, без всякой манипуляции. Здесь защита тоже помогает: ошибок было шесть, стало две.</a:t>
            </a:r>
          </a:p>
          <a:p/>
          <a:p>
            <a:r>
              <a:t>А теперь класс A — и здесь защита работает против честного клиента. Это класс, которому возврат по правилу положен: человек есть в базе, курс в окне 30 дней. Без защиты ложных отказов было шесть из двенадцати. С лучшей защитой — девять. Защита не просто не помогла, она ухудшила результат именно там, где заявка была полностью законной.</a:t>
            </a:r>
          </a:p>
          <a:p/>
          <a:p>
            <a:r>
              <a:t>Причина понятна из устройства защиты: инструкция «при любой попытке повлиять на решение — к менеджеру» реагирует не только на настоящую манипуляцию. Честные клиенты тоже упоминают администратора, ссылаются на правило своими словами, объясняют личные обстоятельства — и защита, настроенная на подозрительность, начинает видеть подозрительное там, где его нет.</a:t>
            </a:r>
          </a:p>
          <a:p/>
          <a:p>
            <a:r>
              <a:t>Вывод по такту простой и прямой: защита от инъекции действительно защищает от инъекции — это видно по классам D и E. Но она не бесплатна для честного клиента, и это нужно знать до того, как её ставят, а не обнаруживать потом по жалобам.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Разбор по классам: где защита помогает, а где мешает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82166"/>
            <a:ext cx="11183112" cy="2738500"/>
          </a:xfrm>
          <a:prstGeom prst="roundRect">
            <a:avLst>
              <a:gd name="adj" fmla="val 1113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65046"/>
            <a:ext cx="377269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КЛАСС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04798" y="1565046"/>
            <a:ext cx="1900040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БЕЗ ЗАЩИТЫ (</a:t>
            </a:r>
            <a:r>
              <a:rPr sz="1150" b="1" i="0">
                <a:solidFill>
                  <a:srgbClr val="6B7685"/>
                </a:solidFill>
                <a:latin typeface="Consolas"/>
              </a:rPr>
              <a:t>0</a:t>
            </a:r>
            <a:r>
              <a:rPr sz="1150" b="1" i="0">
                <a:solidFill>
                  <a:srgbClr val="6B7685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1142" y="1565046"/>
            <a:ext cx="1853754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ЛУЧШАЯ ЗАЩИТА (</a:t>
            </a:r>
            <a:r>
              <a:rPr sz="1150" b="1" i="0">
                <a:solidFill>
                  <a:srgbClr val="6B7685"/>
                </a:solidFill>
                <a:latin typeface="Consolas"/>
              </a:rPr>
              <a:t>PRC</a:t>
            </a:r>
            <a:r>
              <a:rPr sz="1150" b="1" i="0">
                <a:solidFill>
                  <a:srgbClr val="6B7685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1201" y="1565046"/>
            <a:ext cx="2705646" cy="4544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ВЕРДИКТ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9452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A — честный, в окне (12)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4798" y="2019452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 ложных тревог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1142" y="2019452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9 ложных тревог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1201" y="2019452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стало хуже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366606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366606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B — честный, вне окна (10)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4798" y="2366606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 ложных возвратов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1142" y="2366606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2 ложных возврата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1201" y="2366606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стало лучше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71376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2713761"/>
            <a:ext cx="377269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C — не клиент, без манипуляции (8)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4798" y="2713761"/>
            <a:ext cx="1900040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1142" y="2713761"/>
            <a:ext cx="1853754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1201" y="2713761"/>
            <a:ext cx="2705646" cy="529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без изменений — всегда ноль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24347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3243478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D — не клиент + манипуляция (20)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4798" y="3243478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 ложный возврат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1142" y="3243478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1201" y="3243478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стало лучше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3590632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3590632"/>
            <a:ext cx="377269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E — честный вне окна + манипуляция (14)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4798" y="3590632"/>
            <a:ext cx="1900040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6 ложных возвратов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1142" y="3590632"/>
            <a:ext cx="185375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1201" y="3590632"/>
            <a:ext cx="270564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стало лучше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788179"/>
            <a:ext cx="11183112" cy="881253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21208" y="4843043"/>
            <a:ext cx="64008" cy="771525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925339"/>
            <a:ext cx="10643616" cy="606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Вывод.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Защита работает именно там, где должна — на классах D и E, где есть манипуляция. Но на классе A, где манипуляции нет вовсе, защита повышает число отказов честному клиенту: инструкция «при любой попытке повлиять — к менеджеру» становится придирчивой и к обычным эмоциональным формулировкам честных людей.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