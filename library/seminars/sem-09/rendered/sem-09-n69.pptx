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настоящий холст живого стенда — тот самый экран, на котором измерялось чтение фотографии квитанции, без рисовки и без упрощения.</a:t>
            </a:r>
          </a:p>
          <a:p/>
          <a:p>
            <a:r>
              <a:t>Три узла, и все три видны в один ряд. Первый принимает фотографию: форма, в которую приходит снимок квитанции, ровно так, как он пришёл бы в обычной заявке. Второй узел собирает из этого запрос к модели — какую модель вызывать и какую фотографию ей передать. Третий делает сам вызов: уходит запрос с изображением и вопросом прочитать сумму и дату, и приходит ответ.</a:t>
            </a:r>
          </a:p>
          <a:p/>
          <a:p>
            <a:r>
              <a:t>Вот и всё устройство этого холста. Три узла, одна стрелка за другой, никакой развилки.</a:t>
            </a:r>
          </a:p>
          <a:p/>
          <a:p>
            <a:r>
              <a:t>Стоит сказать прямо, чего здесь нет, потому что это важнее того, что есть. На холсте нет узла классического распознавания текста — фотография идёт в модель целиком, пикселями, без промежуточного шага. И на холсте нет узла, который бы сравнивал прочитанное число с суммой, которую клиент написал в заявке текстом. Решения «совпали / не совпали» здесь не существует вовсе.</a:t>
            </a:r>
          </a:p>
          <a:p/>
          <a:p>
            <a:r>
              <a:t>Это не недоработка и не упрощение ради экономии времени на занятии. Этот холст строился ровно под один вопрос: как читает фотографию сама модель, без какой-либо подстраховки рядом с ней. Чтобы честно ответить на этот вопрос, вокруг чтения не должно стоять ничего, что могло бы подправить или прикрыть результат, — ни распознавания, ни сверки. Устройство, которое добавляет эту сверку, мы только что разобрали отдельной схемой: туда входят узел распознавания и узел сравнения двух чисел, но на этом конкретном холсте их нет, потому что здесь измеряется другое.</a:t>
            </a:r>
          </a:p>
          <a:p/>
          <a:p>
            <a:r>
              <a:t>Дальше мы посмотрим, что именно ответила модель на разных версиях одной и той же фотографии, пока менялось только одно — насколько сильно эта фотография сжата.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Настоящий холст замера: три узла</a:t>
            </a:r>
          </a:p>
        </p:txBody>
      </p:sp>
      <p:pic>
        <p:nvPicPr>
          <p:cNvPr id="3" name="Picture 2" descr="k6-holst-cht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545" y="943356"/>
            <a:ext cx="9447861" cy="3510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4618628"/>
            <a:ext cx="82296" cy="86487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4746644"/>
            <a:ext cx="10643616" cy="608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5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Три узла в один ряд: </a:t>
            </a:r>
            <a:r>
              <a:rPr sz="1250" b="1" i="0">
                <a:solidFill>
                  <a:srgbClr val="141B2E"/>
                </a:solidFill>
                <a:latin typeface="Consolas"/>
              </a:rPr>
              <a:t>Receipt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</a:t>
            </a:r>
            <a:r>
              <a:rPr sz="1250" b="1" i="0">
                <a:solidFill>
                  <a:srgbClr val="141B2E"/>
                </a:solidFill>
                <a:latin typeface="Consolas"/>
              </a:rPr>
              <a:t>photo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(форма принимает фотографию квитанции) → </a:t>
            </a:r>
            <a:r>
              <a:rPr sz="1250" b="1" i="0">
                <a:solidFill>
                  <a:srgbClr val="141B2E"/>
                </a:solidFill>
                <a:latin typeface="Consolas"/>
              </a:rPr>
              <a:t>Build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</a:t>
            </a:r>
            <a:r>
              <a:rPr sz="1250" b="1" i="0">
                <a:solidFill>
                  <a:srgbClr val="141B2E"/>
                </a:solidFill>
                <a:latin typeface="Consolas"/>
              </a:rPr>
              <a:t>vision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</a:t>
            </a:r>
            <a:r>
              <a:rPr sz="1250" b="1" i="0">
                <a:solidFill>
                  <a:srgbClr val="141B2E"/>
                </a:solidFill>
                <a:latin typeface="Consolas"/>
              </a:rPr>
              <a:t>request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(собирает запрос — какая модель, какая фотография) → </a:t>
            </a:r>
            <a:r>
              <a:rPr sz="1250" b="1" i="0">
                <a:solidFill>
                  <a:srgbClr val="141B2E"/>
                </a:solidFill>
                <a:latin typeface="Consolas"/>
              </a:rPr>
              <a:t>Read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</a:t>
            </a:r>
            <a:r>
              <a:rPr sz="1250" b="1" i="0">
                <a:solidFill>
                  <a:srgbClr val="141B2E"/>
                </a:solidFill>
                <a:latin typeface="Consolas"/>
              </a:rPr>
              <a:t>receipt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</a:t>
            </a:r>
            <a:r>
              <a:rPr sz="1250" b="1" i="0">
                <a:solidFill>
                  <a:srgbClr val="141B2E"/>
                </a:solidFill>
                <a:latin typeface="Consolas"/>
              </a:rPr>
              <a:t>(OpenRouter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</a:t>
            </a:r>
            <a:r>
              <a:rPr sz="1250" b="1" i="0">
                <a:solidFill>
                  <a:srgbClr val="141B2E"/>
                </a:solidFill>
                <a:latin typeface="Consolas"/>
              </a:rPr>
              <a:t>vision)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(вызов модели с изображением и вопросом «прочитай сумму и дату»).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48090"/>
            <a:ext cx="82296" cy="65227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5776106"/>
            <a:ext cx="10643616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88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Чего здесь нет.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Узла распознавания текста и узла сравнения с суммой заявки на этом холсте нет — это стенд для одного вопроса: как сама модель справляется с фотографией, без подстраховки вокруг.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