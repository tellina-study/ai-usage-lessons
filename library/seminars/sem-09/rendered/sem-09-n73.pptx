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Возьмём одно и то же множество неверных ответов — пятнадцать дат, которые модель прочитала неверно на сжатых копиях одной и той же квитанции, — и посмотрим на них через два разных способа проверки.</a:t>
            </a:r>
          </a:p>
          <a:p/>
          <a:p>
            <a:r>
              <a:t>Первый способ — проверка формата ответа. Она смотрит, похоже ли значение на дату нужного вида: день, месяц, год, с точками между ними. Все пятнадцать неверных значений этому требованию соответствуют полностью. Поэтому проверка формата, если бы её применили, честно сказала бы «всё в порядке» на каждом из пятнадцати случаев. Ноль из пятнадцати пойманных ошибок — это не признак того, что проверка сломана; это признак того, что она отвечает на другой вопрос. Она спрашивает одно: похоже ли значение на дату по форме. Вопрос, совпадает ли оно с верной датой документа, она вовсе не задаёт.</a:t>
            </a:r>
          </a:p>
          <a:p/>
          <a:p>
            <a:r>
              <a:t>Второй способ — сверка с независимо известным значением. Истинная дата квитанции известна заранее: это документ, который мы сами сделали для замера, и у нас есть ответ, с которым можно сравнить прочитанное. Сравнение ловит все пятнадцать расхождений мгновенно, без единого пропуска.</a:t>
            </a:r>
          </a:p>
          <a:p/>
          <a:p>
            <a:r>
              <a:t>Важно и то, чего эта сверка не делает: она не поднимает тревогу там, где поднимать нечего. На пятнадцати случаях, где дата была прочитана правильно, то же самое сравнение молчит — пятнадцать из пятнадцати верных совпадений прошли спокойно, ни одного ложного срабатывания. Знаменатель здесь тот же, что и у неверных дат выше — совпадение после добора измерения, других связей тут нет: там считали расхождения, здесь — их отсутствие.</a:t>
            </a:r>
          </a:p>
          <a:p/>
          <a:p>
            <a:r>
              <a:t>И последнее, что стоит сказать прямо и не оставить между строк. Демонстрация построена на дате, потому что именно на дате в этом замере отказов больше и они начинаются раньше — у суммы в тех же попытках отказов заметно меньше, пять из тридцати против пятнадцати, и только на самом мелком из шести разрешений. Это не значит, что у суммы отказов нет вовсе: поле с бо́льшим числом расхождений просто даёт более наглядную демонстрацию. В настоящей заявке независимое значение — это сумма, которую сам клиент написал текстом; в этом замере сверка шла против заранее известной истины генератора квитанции, эту проверку с текстом клиента замер отдельно не собирал. Механизм показан честно, на том поле, где он реально сработал чаще.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Кейс уже показал, как читает фотографию отдельная модель, без ничего вокруг, и что сверку в этом устройстве выполняет код — отдельным, бесплатным по токенам шагом. На разборе владелец курса задал вопрос напрямую: если чтение и так ведёт мультимодальная модель, классического распознавания текста на стенде нет вовсе, — зачем тогда разводить чтение и сверку на два шага? Может быть, один вызов, в котором модель сама и читает, и сравнивает, работает ничуть не хуже?</a:t>
            </a:r>
          </a:p>
          <a:p/>
          <a:p>
            <a:r>
              <a:t>Этот такт открывает отдельный замер, и он отвечает на этот вопрос измеренным числом. Устройство почти то же самое, что и у чтения без сверки: один сценарий n8n, три узла, та же модель </a:t>
            </a:r>
            <a:r>
              <a:rPr>
                <a:latin typeface="Consolas"/>
              </a:rPr>
              <a:t>qwen/qwen3-vl-8b-instruct</a:t>
            </a:r>
            <a:r>
              <a:t>, та же температура вызова — 0,2. Единственное отличие — модель в одном и том же запросе получает и фотографию, и текст заявки, и сама решает, совпадает ли прочитанное с заявленным. Раньше это решение принимал код снаружи; теперь его принимает сама модель внутри одного вызова.</a:t>
            </a:r>
          </a:p>
          <a:p/>
          <a:p>
            <a:r>
              <a:t>Тридцать живых вызовов: шесть размеров одного и того же файла, пять повторов на каждом. Половина заявок несёт верную сумму — ровно ту, что написана на квитанции. Другая половина несёт одну из пяти других реальных сумм, заведомо отличных от истинной. Для каждого вызова заранее известен честный ответ: что должна была бы назвать модель, если бы прочитала фотографию и сравнила результат без ошибок.</a:t>
            </a:r>
          </a:p>
          <a:p/>
          <a:p>
            <a:r>
              <a:t>Шесть картинок внизу — файлы, которые реально ушли в модель на этом замере, в точном соотношении размеров, без выравнивания ради читаемости. Уже здесь видно главное: последнее разрешение — это не маленькая картинка, это почти пустой серый прямоугольник. Что модель отвечает на такой вход — на следующих экранах.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Свод перед разбором: что получилось у двух устройств по трём измеренным величинам — верно ли прочитана сумма, верно ли прочитана дата, верен ли итоговый вердикт сверки.</a:t>
            </a:r>
          </a:p>
          <a:p/>
          <a:p>
            <a:r>
              <a:t>Первое число удивляет на вид. У единого вызова сумма читается верно двадцать семь раз из тридцати, у двухшагового устройства — двадцать пять. Формально единый вызов точнее. Но торопиться с выводом рано: прежде чем засчитывать это как преимущество, стоит посмотреть, откуда взялись именно эти два дополнительных верных ответа. Разбор следующих двух экранов показывает — оба получены на самом тяжёлом разрешении: модель скопировала число прямо из заявки вместо того, чтобы прочитать его с фотографии.</a:t>
            </a:r>
          </a:p>
          <a:p/>
          <a:p>
            <a:r>
              <a:t>Второе число не меняется между устройствами вовсе — пятнадцать из тридцати в обоих случаях, один и тот же порог, что и в чтении без всякой сверки. Это ожидаемо: заявка в этом замере несёт только сумму платежа, клиент сегодня не пишет текстом дату. Единому вызову попросту нечем подтягивать дату к заявленному значению — рядом с прочитанной датой нет второго числа, на которое можно было бы соскользнуть. Эффект, заметный у суммы, у даты структурно невозможен.</a:t>
            </a:r>
          </a:p>
          <a:p/>
          <a:p>
            <a:r>
              <a:t>Третье число — итоговый вердикт — сходится по счёту в обоих устройствах: двадцать пять верных решений из тридцати в каждом. Но это совпадение именно счёта — причины у него разные. У двухшагового устройства код детерминирован, и его ошибка вердикта равна ошибке чтения один в один — где прочитано неверно, там и вердикт неверен, и ничего сверх этого. У единого вызова вердикт — отдельный языковой шаг той же модели, и у него, как увидим дальше, собственные, новые классы отказа, которых у детерминированного кода просто не может быть.</a:t>
            </a:r>
          </a:p>
          <a:p/>
          <a:p>
            <a:r>
              <a:t>Одно и то же число двадцать пять из тридцати на этом кадре — приглашение к разбору, а финал истории ещё впереди. Следующие два экрана показывают, почему маскировка опаснее, чем выглядит на первый взгляд.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главная находка всего замера, и она объясняет те два «лишних» верных ответа, что единый вызов показал на предыдущем своде.</a:t>
            </a:r>
          </a:p>
          <a:p/>
          <a:p>
            <a:r>
              <a:t>На самом тяжёлом разрешении — файле, уменьшенном в тридцать два раза, где высота цифры суммы падает до полутора пикселей, — единый вызов пять раз подряд называет прочитанной суммой ровно то число, которое написано в заявке. Не близкое и не похожее число — то же самое, до цифры. И это происходит независимо от того, верна заявка или нет: три из пяти повторов несут заведомо неверную заявленную сумму, и во всех трёх модель называет её же прочитанной с фотографии, и во всех трёх выносит вердикт «совпало».</a:t>
            </a:r>
          </a:p>
          <a:p/>
          <a:p>
            <a:r>
              <a:t>Обратите внимание на последний столбец. Модель не просто возвращает число — она каждый раз меняет описание того, что якобы видит на фотографии, подстраивая формат под заявку: то с рублёвым знаком и копейками, то голыми цифрами. Это не человек, который честно сказал бы «не могу прочитать» — это уверенное, подробное описание несуществующего чтения.</a:t>
            </a:r>
          </a:p>
          <a:p/>
          <a:p>
            <a:r>
              <a:t>Сравните это с тем, что делает двухшаговое устройство на том же самом файле. Без текста заявки под рукой у модели нет, к чему подтягиваться, — и она галлюцинирует одно и то же число, тысяча шестьсот, никак не связанное ни с истиной, ни с чем-либо реальным. Детерминированный код сравнивает это число с суммой заявки и почти никогда не находит совпадения — отказ чтения превращается в безопасную осторожность: заявка уходит человеку.</a:t>
            </a:r>
          </a:p>
          <a:p/>
          <a:p>
            <a:r>
              <a:t>Вот в чём разница, и это не одна и та же ошибка в двух обличьях. Отказ чтения в двухшаговом устройстве тянет систему в сторону лишней проверки — цена этого отказа в худшем случае лишний взгляд Ольги. Отказ чтения в едином вызове тянет систему в сторону ложного подтверждения — неверная сумма получает штамп «совпало» и уходит дальше без проверки. Смена направления ошибки — с осторожной на опасную — и есть главная цена слияния шагов.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Предыдущий экран показал, где единый вызов ломается на самом тяжёлом разрешении. Этот показывает, что он ломается и на самом лёгком — там, где к чтению фотографии нет вообще никаких претензий.</a:t>
            </a:r>
          </a:p>
          <a:p/>
          <a:p>
            <a:r>
              <a:t>На полном размере модель читает сумму безошибочно все пять раз подряд. Более того, в каждом из пяти ответов она сама же приводит два числа — прочитанное с фотографии и то, что увидела в тексте заявки, — и оба раза это одно и то же значение, просто записанное по-разному: один раз с копейками и запятой, другой — без них. Содержательно расхождения нет никакого.</a:t>
            </a:r>
          </a:p>
          <a:p/>
          <a:p>
            <a:r>
              <a:t>И всё равно на трёх повторах, где заявленная сумма реально совпадает с истинной, вердикт расходится. Первый и пятый повторы модель объявляет «не совпало» — неверно, ведь числа совпадают. Третий повтор — «совпало», верно. Три абсолютно одинаковых по условиям живых вызова, на одну и ту же фотографию, с одной и той же заявкой, дают два разных ответа на вопрос «эти два числа совпадают?».</a:t>
            </a:r>
          </a:p>
          <a:p/>
          <a:p>
            <a:r>
              <a:t>Здесь важно не перепутать причину. Это не отказ чтения — чтение идеальное, пять из пяти. Это отказ сравнения: последний шаг, где модель сопоставляет свои же два числа, оказывается ненадёжным сам по себе, независимо от того, насколько хорошо прочитана фотография. Похоже, модель не всегда приводит записи разного формата к одному виду перед сравнением и иногда воспринимает разницу в пунктуации как разницу по существу.</a:t>
            </a:r>
          </a:p>
          <a:p/>
          <a:p>
            <a:r>
              <a:t>В двухшаговом устройстве этого шага для модели попросту нет. Сравнение там делает код: берёт оба значения, приводит к числу, сравнивает с небольшим допуском. Для него «18990,00» и «18990» — всегда одно и то же, и ошибиться на идентичных числах он структурно не может: это гарантия самой проверки. Везение на конкретных пяти вызовах тут ни при чём.</a:t>
            </a:r>
          </a:p>
          <a:p/>
          <a:p>
            <a:r>
              <a:t>Честная оговорка на этом экране: два случая из пяти — маленькая выборка, и сорок процентов здесь не стоит воспринимать как точную частоту отказа сравнения вообще. Но то, что отказ в принципе существует и не сводится к плохому чтению, — показано чисто, тремя воспроизведениями одного и того же входа.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Последний кусок этого разбора — цена. Она закрывает картину: нового аргумента в пользу слияния здесь нет.</a:t>
            </a:r>
          </a:p>
          <a:p/>
          <a:p>
            <a:r>
              <a:t>Интуиция «один вызов должен быть дешевле двух» здесь не работает, и причина простая: в реальном устройстве стенда второго вызова модели никогда не было. Сверку делал код — сравнение двух чисел, которое стоит ровно ноль токенов. Слияние в один запрос не убирает вторую операцию, завязанную на модель, потому что её и не было, — оно просто добавляет в единственный вызов лишний текст заявки и два новых поля в ответе. Результат виден в таблице: цена растёт на всех шести разрешениях, от тридцати четырёх процентов на самом крупном файле до ста восемнадцати на одном из средних. В среднем по всем тридцати вызовам — рост на пятьдесят три процента.</a:t>
            </a:r>
          </a:p>
          <a:p/>
          <a:p>
            <a:r>
              <a:t>Сложите это с тем, что показали два предыдущих экрана. Точность чтения не изменилась — пороги, после которых ломаются сумма и дата, совпадают числом в число в обоих режимах. А сверка в едином вызове ломается именно там, где это стоит дороже всего: на самом тяжёлом разрешении — опасным подтверждением неверной заявки вместо безопасного отказа; на самом чистом — самопротиворечием при идеальном чтении.</a:t>
            </a:r>
          </a:p>
          <a:p/>
          <a:p>
            <a:r>
              <a:t>У единого вызова на этом замере нет ни одного измеренного преимущества. Точность чтения та же. Цена выше. И два новых класса отказа поверх чтения, один из которых по-настоящему опасен — это не просто неудобство. Для этой конкретной задачи, сверки суммы платежа с заявкой, вывод замера прямой: сверку стоит оставить детерминированным кодом после отдельного вызова чтения, ровно так, как устроено в n68. Это измеренный вывод — замер специально проверил обратное направление и нашёл, что оно обходится дороже и ошибается опаснее; предпочтением по умолчанию оно не было.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Что поймала проверка формата и что поймала сверка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39444"/>
            <a:ext cx="11183112" cy="881253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21208" y="1094308"/>
            <a:ext cx="64008" cy="771525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176604"/>
            <a:ext cx="10643616" cy="6069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30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Проверка формата ответа: 0 из 15 неверных дат поймано.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Каждое из пятнадцати неверных значений — синтаксически правильная дата нужного вида «ДД.ММ.ГГГГ». Проверка схемы, если бы её применили, прошла бы все пятнадцать раз: формат в порядке, содержание — нет.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25509"/>
            <a:ext cx="11183112" cy="678942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21208" y="2380373"/>
            <a:ext cx="64008" cy="56921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62669"/>
            <a:ext cx="10643616" cy="4046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30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Сверка с независимо известным значением: 15 из 15 неверных дат поймано.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Сравнение прочитанной даты с заранее известной истинной датой того же документа ловит каждое из пятнадцати расхождений мгновенно.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409264"/>
            <a:ext cx="11183112" cy="1083564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1208" y="3464128"/>
            <a:ext cx="64008" cy="97383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546424"/>
            <a:ext cx="10643616" cy="8092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30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Ложных срабатываний нет на верных датах.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На пятнадцати случаях, где дата была прочитана верно, та же сверка не сработала ни разу — 15 из 15 ВЕРНЫХ совпадений прошли проверку спокойно. (Знаменатель тот же, что у неверных дат выше, — совпадение после добора измерения; методической связи здесь нет: там считали расхождения, здесь — их отсутствие.)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897640"/>
            <a:ext cx="11183112" cy="1285875"/>
          </a:xfrm>
          <a:prstGeom prst="roundRect">
            <a:avLst>
              <a:gd name="adj" fmla="val 23703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1208" y="4952504"/>
            <a:ext cx="64008" cy="1176147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5034800"/>
            <a:ext cx="10643616" cy="10115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30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Честно: почему демонстрация построена именно на дате.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В этом же замере у суммы отказов заметно меньше — пять из тридцати, только на самом мелком разрешении, против пятнадцати у даты. Демонстрация построена на поле с бо́льшим числом расхождений. В настоящей заявке независимое значение — это сумма, которую клиент сам написал текстом. Этот замер сверял прочитанное с заранее известной истиной генератора квитанции; текст клиента в вебхуке измерения отдельно не собирался.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Один вызов вместо двух: структура замера</a:t>
            </a:r>
          </a:p>
        </p:txBody>
      </p:sp>
      <p:pic>
        <p:nvPicPr>
          <p:cNvPr id="3" name="Picture 2" descr="k6-galereya-shesti-razmero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800" y="943356"/>
            <a:ext cx="9653350" cy="335906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02920" y="4467010"/>
            <a:ext cx="11183112" cy="746378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21208" y="4521874"/>
            <a:ext cx="64008" cy="63665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4604170"/>
            <a:ext cx="10643616" cy="4720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38"/>
              </a:lnSpc>
              <a:spcAft>
                <a:spcPts val="300"/>
              </a:spcAft>
            </a:pPr>
            <a:r>
              <a:rPr sz="1050" b="1" i="0">
                <a:solidFill>
                  <a:srgbClr val="141B2E"/>
                </a:solidFill>
                <a:latin typeface="Arial"/>
              </a:rPr>
              <a:t>Вопрос и устройство.</a:t>
            </a:r>
            <a:r>
              <a:rPr sz="1050" b="0" i="0">
                <a:solidFill>
                  <a:srgbClr val="141B2E"/>
                </a:solidFill>
                <a:latin typeface="Arial"/>
              </a:rPr>
              <a:t> Шаг чтения на стенде ведёт модель </a:t>
            </a:r>
            <a:r>
              <a:rPr sz="1050" b="0" i="0">
                <a:solidFill>
                  <a:srgbClr val="141B2E"/>
                </a:solidFill>
                <a:latin typeface="Consolas"/>
              </a:rPr>
              <a:t>qwen/qwen3-vl-8b-instruct</a:t>
            </a:r>
            <a:r>
              <a:rPr sz="1050" b="0" i="0">
                <a:solidFill>
                  <a:srgbClr val="141B2E"/>
                </a:solidFill>
                <a:latin typeface="Arial"/>
              </a:rPr>
              <a:t> — зачем тогда разводить чтение и сверку на два шага? Этот замер даёт модели фотографию и текст заявки одним запросом: она сама называет сумму и дату и сама выносит вердикт. Температура вызова — 0,2, та же, что в двухшаговом устройстве.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377981"/>
            <a:ext cx="11183112" cy="858774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21208" y="5432845"/>
            <a:ext cx="64008" cy="74904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5515141"/>
            <a:ext cx="10643616" cy="584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34"/>
              </a:lnSpc>
              <a:spcAft>
                <a:spcPts val="300"/>
              </a:spcAft>
            </a:pPr>
            <a:r>
              <a:rPr sz="1300" b="1" i="0">
                <a:solidFill>
                  <a:srgbClr val="141B2E"/>
                </a:solidFill>
                <a:latin typeface="Arial"/>
              </a:rPr>
              <a:t>30 вызовов: шесть размеров файла × пять повторов.</a:t>
            </a:r>
            <a:r>
              <a:rPr sz="1300" b="0" i="0">
                <a:solidFill>
                  <a:srgbClr val="141B2E"/>
                </a:solidFill>
                <a:latin typeface="Arial"/>
              </a:rPr>
              <a:t> На пятнадцати вызовах заявка несёт верную сумму — 18 990 рублей, ровно как на квитанции. На пятнадцати — одну из пяти других реальных сумм, заведомо неверную. Пример: файл уменьшен в 32 раза, заявлено 9800 — ожидаемый честный ответ модели: сумма 18990, вердикт «не совпало».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Свод: один и тот же итоговый счёт, разные причины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13587"/>
            <a:ext cx="11183112" cy="1342135"/>
          </a:xfrm>
          <a:prstGeom prst="roundRect">
            <a:avLst>
              <a:gd name="adj" fmla="val 22710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96467"/>
            <a:ext cx="4761806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УСТРОЙСТВО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93910" y="1196467"/>
            <a:ext cx="1607344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СУММА ВЕРНА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47559" y="1196467"/>
            <a:ext cx="1467545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ДАТА ВЕРНА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408" y="1196467"/>
            <a:ext cx="2395439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ВЕРДИКТ СВЕРКИ ВЕРЕН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78534"/>
            <a:ext cx="476180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Два шага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(модель читает, код сравнивает)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93910" y="1478534"/>
            <a:ext cx="160734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25 из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47559" y="1478534"/>
            <a:ext cx="1467545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15 из 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408" y="1478534"/>
            <a:ext cx="2395439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25 из 30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1825688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1825688"/>
            <a:ext cx="476180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Единый вызов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(модель читает и сама сравнивает)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93910" y="1825688"/>
            <a:ext cx="160734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27 из 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47559" y="1825688"/>
            <a:ext cx="1467545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15 из 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408" y="1825688"/>
            <a:ext cx="2395439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25 из 30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695892"/>
            <a:ext cx="11183112" cy="1083564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1208" y="2750756"/>
            <a:ext cx="64008" cy="97383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2833052"/>
            <a:ext cx="10643616" cy="8092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30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Формальный выигрыш суммы требует проверки.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У единого вызова сумма читается верно два раза чаще, чем у двухшагового устройства, — 27 против 25. Разбор на следующих двух экранах показывает: оба лишних «верных» ответа получены на самом тяжёлом разрешении — модель скопировала число прямо из заявки вместо того, чтобы прочитать его с фотографии.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119626"/>
            <a:ext cx="11183112" cy="881253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21208" y="4174489"/>
            <a:ext cx="64008" cy="771525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4256786"/>
            <a:ext cx="10643616" cy="6069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30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Дата не меняется вовсе — и это ожидаемо.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Заявка в этом замере несёт только сумму платежа, текста даты в ней нет. Единому вызову попросту нечем «подтянуть» дату к заявленному значению — у неё нет второго числа рядом. Порог даты держится там же, где и в чтении без всякой сверки.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341048"/>
            <a:ext cx="11183112" cy="881253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21208" y="5395912"/>
            <a:ext cx="64008" cy="771525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5478208"/>
            <a:ext cx="10643616" cy="6069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30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Вердикт сходится по счёту, причины расходятся.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Оба устройства дают 25 верных вердиктов из 30, но это два разных отказа под одним числом: у двухшагового кода ошибка вердикта в точности равна ошибке чтения; у единого вызова — свои, новые классы отказа поверх чтения.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Эхо заявки на самом тяжёлом разрешении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43356"/>
            <a:ext cx="11183112" cy="2431415"/>
          </a:xfrm>
          <a:prstGeom prst="roundRect">
            <a:avLst>
              <a:gd name="adj" fmla="val 12535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26236"/>
            <a:ext cx="898901" cy="4394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0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ПОВТОР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1005" y="1126236"/>
            <a:ext cx="1468714" cy="4394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0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ЗАЯВКА ВЕРНА?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46024" y="1126236"/>
            <a:ext cx="1823372" cy="4394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0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ЗАЯВЛЕНО В ТЕКСТЕ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15700" y="1126236"/>
            <a:ext cx="3121401" cy="4394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0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СУММА, НАЗВАННАЯ «ПРОЧИТАННОЙ»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83406" y="1126236"/>
            <a:ext cx="2773441" cy="4394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0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ЧТО МОДЕЛЬ ПИШЕТ, ЧТО ВИДИТ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65655"/>
            <a:ext cx="898901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1005" y="1565655"/>
            <a:ext cx="1468714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нет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6024" y="1565655"/>
            <a:ext cx="1823372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9800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15700" y="1565655"/>
            <a:ext cx="3121401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1" i="0">
                <a:solidFill>
                  <a:srgbClr val="141B2E"/>
                </a:solidFill>
                <a:latin typeface="Arial"/>
              </a:rPr>
              <a:t>9800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83406" y="1565655"/>
            <a:ext cx="2773441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«9800»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1890903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1890903"/>
            <a:ext cx="898901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1005" y="1890903"/>
            <a:ext cx="1468714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да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46024" y="1890903"/>
            <a:ext cx="1823372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18 990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5700" y="1890903"/>
            <a:ext cx="3121401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18 990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83406" y="1890903"/>
            <a:ext cx="2773441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«18 990,00 ₽»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2216150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2216150"/>
            <a:ext cx="898901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1005" y="2216150"/>
            <a:ext cx="1468714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нет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024" y="2216150"/>
            <a:ext cx="1823372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12 450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5700" y="2216150"/>
            <a:ext cx="3121401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1" i="0">
                <a:solidFill>
                  <a:srgbClr val="141B2E"/>
                </a:solidFill>
                <a:latin typeface="Arial"/>
              </a:rPr>
              <a:t>12 450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83406" y="2216150"/>
            <a:ext cx="2773441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«12 450 ₽»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" y="2541397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85800" y="2541397"/>
            <a:ext cx="898901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1005" y="2541397"/>
            <a:ext cx="1468714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да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46024" y="2541397"/>
            <a:ext cx="1823372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18 990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15700" y="2541397"/>
            <a:ext cx="3121401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18 990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83406" y="2541397"/>
            <a:ext cx="2773441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«18 990,00 ₽»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85800" y="2866644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85800" y="2866644"/>
            <a:ext cx="898901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31005" y="2866644"/>
            <a:ext cx="1468714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нет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46024" y="2866644"/>
            <a:ext cx="1823372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27 300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5700" y="2866644"/>
            <a:ext cx="3121401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1" i="0">
                <a:solidFill>
                  <a:srgbClr val="141B2E"/>
                </a:solidFill>
                <a:latin typeface="Arial"/>
              </a:rPr>
              <a:t>27 300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83406" y="2866644"/>
            <a:ext cx="2773441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«27 300»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3539363"/>
            <a:ext cx="82296" cy="935736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" y="3667379"/>
            <a:ext cx="10643616" cy="679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36"/>
              </a:lnSpc>
              <a:spcAft>
                <a:spcPts val="300"/>
              </a:spcAft>
            </a:pPr>
            <a:r>
              <a:rPr sz="1400" b="1" i="0">
                <a:solidFill>
                  <a:srgbClr val="141B2E"/>
                </a:solidFill>
                <a:latin typeface="Arial"/>
              </a:rPr>
              <a:t>Истинная сумма квитанции на всех пяти повторах — 18 990.</a:t>
            </a:r>
            <a:r>
              <a:rPr sz="1400" b="1" i="0">
                <a:solidFill>
                  <a:srgbClr val="141B2E"/>
                </a:solidFill>
                <a:latin typeface="Arial"/>
              </a:rPr>
              <a:t> Ни в одном из пяти ответов модель не называет это число, кроме случаев, где оно же стоит в заявке. Вердикт во всех пяти — «совпало», включая три случая с заведомо неверной заявкой (строки 1, 3, 5).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4639691"/>
            <a:ext cx="82296" cy="137668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9536" y="4767707"/>
            <a:ext cx="10643616" cy="1120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36"/>
              </a:lnSpc>
              <a:spcAft>
                <a:spcPts val="300"/>
              </a:spcAft>
            </a:pPr>
            <a:r>
              <a:rPr sz="1400" b="1" i="0">
                <a:solidFill>
                  <a:srgbClr val="141B2E"/>
                </a:solidFill>
                <a:latin typeface="Arial"/>
              </a:rPr>
              <a:t>Безопасный отказ против опасного.</a:t>
            </a:r>
            <a:r>
              <a:rPr sz="1400" b="1" i="0">
                <a:solidFill>
                  <a:srgbClr val="141B2E"/>
                </a:solidFill>
                <a:latin typeface="Arial"/>
              </a:rPr>
              <a:t> На этом же разрешении двухшаговое устройство — без текста заявки под рукой — во всех пяти повторах называет одно и то же число, 1600, никак не связанное ни с истиной, ни с заявкой. Детерминированный код почти никогда не находит совпадения с этим числом, и заявка уходит на ручную проверку — отказ чтения оборачивается осторожностью. Единый вызов превращает тот же отказ чтения в подтверждение: неверная заявка получает штамп «совпало» и уходит дальше без проверки.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Самопротиворечие на самом чётком разрешении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67011"/>
            <a:ext cx="11183112" cy="1689290"/>
          </a:xfrm>
          <a:prstGeom prst="roundRect">
            <a:avLst>
              <a:gd name="adj" fmla="val 18043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49891"/>
            <a:ext cx="1341496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ПОВТОР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73600" y="1249891"/>
            <a:ext cx="3132147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СУММА, ПРОЧИТАННАЯ С ФОТО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2051" y="1249891"/>
            <a:ext cx="2171114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СУММА ИЗ ЗАЯВКИ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69469" y="1249891"/>
            <a:ext cx="2133907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ВЕРДИКТ МОДЕЛИ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49681" y="1249891"/>
            <a:ext cx="1307166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ВЕРНО?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31958"/>
            <a:ext cx="134149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73600" y="1531958"/>
            <a:ext cx="3132147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«18990,00»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2051" y="1531958"/>
            <a:ext cx="217111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«18990»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69469" y="1531958"/>
            <a:ext cx="2133907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не совпало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49681" y="1531958"/>
            <a:ext cx="130716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нет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1879113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1879113"/>
            <a:ext cx="134149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73600" y="1879113"/>
            <a:ext cx="3132147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«18990,00»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52051" y="1879113"/>
            <a:ext cx="217111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«18990»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69469" y="1879113"/>
            <a:ext cx="2133907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совпало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49681" y="1879113"/>
            <a:ext cx="130716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да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2226267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2226267"/>
            <a:ext cx="134149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73600" y="2226267"/>
            <a:ext cx="3132147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«18990,00»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52051" y="2226267"/>
            <a:ext cx="217111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«18990»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69469" y="2226267"/>
            <a:ext cx="2133907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не совпало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49681" y="2226267"/>
            <a:ext cx="130716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нет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230033"/>
            <a:ext cx="82296" cy="98298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" y="3358049"/>
            <a:ext cx="10643616" cy="726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Три живых вызова, одна и та же фотография, одна и та же заявка — два разных исхода.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Прочитанное число идентично во всех трёх повторах. Формат записи — разный: с «,00» у одного поля, без — у другого. Содержательно это одно и то же число. Модель дважды из трёх решает иначе.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686744"/>
            <a:ext cx="82296" cy="145542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4814760"/>
            <a:ext cx="10643616" cy="1199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Детерминированный код такой ошибки не делает.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В двухшаговом устройстве тот же шаг сравнения — обычный код, который приводит оба значения к числу перед сравнением: «18990,00» и «18990» для него всегда равны. У единого вызова сравнение — ещё один языковой шаг той же модели, и у него собственная, отдельная частота отказа — на этих пяти повторах 2 из 5, при полностью исправном чтении.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Цена и итог: что на самом деле выигрывает слияние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14539"/>
            <a:ext cx="11183112" cy="3077908"/>
          </a:xfrm>
          <a:prstGeom prst="roundRect">
            <a:avLst>
              <a:gd name="adj" fmla="val 9902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97419"/>
            <a:ext cx="2749786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РАЗМЕР ФАЙЛА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81890" y="1297419"/>
            <a:ext cx="2539542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ЦЕНА: ДВА ШАГА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7736" y="1297419"/>
            <a:ext cx="2981710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ЦЕНА: ЕДИНЫЙ ВЫЗОВ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95751" y="1297419"/>
            <a:ext cx="1961096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РОСТ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79486"/>
            <a:ext cx="274978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исходный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81890" y="1579486"/>
            <a:ext cx="2539542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$0,003803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7736" y="1579486"/>
            <a:ext cx="2981710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$0,005089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95751" y="1579486"/>
            <a:ext cx="196109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+33,8%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1926640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1926640"/>
            <a:ext cx="274978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вдвое меньше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1890" y="1926640"/>
            <a:ext cx="2539542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$0,001192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7736" y="1926640"/>
            <a:ext cx="2981710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$0,001835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5751" y="1926640"/>
            <a:ext cx="196109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+53,9%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2273795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800" y="2273795"/>
            <a:ext cx="274978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в 4 раза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1890" y="2273795"/>
            <a:ext cx="2539542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$0,000516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7736" y="2273795"/>
            <a:ext cx="2981710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$0,000965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5751" y="2273795"/>
            <a:ext cx="196109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+87,1%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2620949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2620949"/>
            <a:ext cx="274978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в 8 раз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81890" y="2620949"/>
            <a:ext cx="2539542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$0,000383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7736" y="2620949"/>
            <a:ext cx="2981710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$0,000754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95751" y="2620949"/>
            <a:ext cx="196109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+96,9%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85800" y="2968104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85800" y="2968104"/>
            <a:ext cx="274978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в 16 раз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81890" y="2968104"/>
            <a:ext cx="2539542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$0,000383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7736" y="2968104"/>
            <a:ext cx="2981710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$0,000837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95751" y="2968104"/>
            <a:ext cx="196109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+118,3%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85800" y="3315258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85800" y="3315258"/>
            <a:ext cx="274978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в 32 раза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81890" y="3315258"/>
            <a:ext cx="2539542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$0,000372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7736" y="3315258"/>
            <a:ext cx="2981710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$0,000722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95751" y="3315258"/>
            <a:ext cx="196109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+94,1%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85800" y="3662413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66928" y="3662413"/>
            <a:ext cx="11055096" cy="347154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3662413"/>
            <a:ext cx="274978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Итого, 30 вызовов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81890" y="3662413"/>
            <a:ext cx="2539542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$0,006649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7736" y="3662413"/>
            <a:ext cx="2981710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$0,010201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95751" y="3662413"/>
            <a:ext cx="196109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+53,4%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4784998"/>
            <a:ext cx="11183112" cy="1285875"/>
          </a:xfrm>
          <a:prstGeom prst="roundRect">
            <a:avLst>
              <a:gd name="adj" fmla="val 23703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21208" y="4839862"/>
            <a:ext cx="64008" cy="1176147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" y="4922158"/>
            <a:ext cx="10643616" cy="10115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30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Итог замера.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Точность чтения — та же в обоих режимах, пороги деградации совпадают числом в число. Сверка в едином вызове ломается ровно там, где это дороже всего: опасным подтверждением на тяжёлом разрешении (прошлый такт) и самопротиворечием на самом чистом (позапрошлый такт). Цена выше на 34–118% по разрешениям, в среднем на 53%. Вывод: сверку суммы платежа стоит оставить детерминированным кодом после отдельного вызова чтения.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