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кусок этого разбора — цена. Она закрывает картину: нового аргумента в пользу слияния здесь нет.</a:t>
            </a:r>
          </a:p>
          <a:p/>
          <a:p>
            <a:r>
              <a:t>Интуиция «один вызов должен быть дешевле двух» здесь не работает, и причина простая: в реальном устройстве стенда второго вызова модели никогда не было. Сверку делал код — сравнение двух чисел, которое стоит ровно ноль токенов. Слияние в один запрос не убирает вторую операцию, завязанную на модель, потому что её и не было, — оно просто добавляет в единственный вызов лишний текст заявки и два новых поля в ответе. Результат виден в таблице: цена растёт на всех шести разрешениях, от тридцати четырёх процентов на самом крупном файле до ста восемнадцати на одном из средних. В среднем по всем тридцати вызовам — рост на пятьдесят три процента.</a:t>
            </a:r>
          </a:p>
          <a:p/>
          <a:p>
            <a:r>
              <a:t>Сложите это с тем, что показали два предыдущих экрана. Точность чтения не изменилась — пороги, после которых ломаются сумма и дата, совпадают числом в число в обоих режимах. А сверка в едином вызове ломается именно там, где это стоит дороже всего: на самом тяжёлом разрешении — опасным подтверждением неверной заявки вместо безопасного отказа; на самом чистом — самопротиворечием при идеальном чтении.</a:t>
            </a:r>
          </a:p>
          <a:p/>
          <a:p>
            <a:r>
              <a:t>У единого вызова на этом замере нет ни одного измеренного преимущества. Точность чтения та же. Цена выше. И два новых класса отказа поверх чтения, один из которых по-настоящему опасен — это не просто неудобство. Для этой конкретной задачи, сверки суммы платежа с заявкой, вывод замера прямой: сверку стоит оставить детерминированным кодом после отдельного вызова чтения, ровно так, как устроено в n68. Это измеренный вывод — замер специально проверил обратное направление и нашёл, что оно обходится дороже и ошибается опаснее; предпочтением по умолчанию оно не было.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Цена и итог: что на самом деле выигрывает слияние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14539"/>
            <a:ext cx="11183112" cy="3077908"/>
          </a:xfrm>
          <a:prstGeom prst="roundRect">
            <a:avLst>
              <a:gd name="adj" fmla="val 990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97419"/>
            <a:ext cx="274978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РАЗМЕР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890" y="1297419"/>
            <a:ext cx="253954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ЦЕНА: ДВА ШАГА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736" y="1297419"/>
            <a:ext cx="298171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ЦЕНА: ЕДИНЫЙ ВЫЗОВ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5751" y="1297419"/>
            <a:ext cx="196109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РОСТ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9486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исходный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1890" y="1579486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$0,003803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736" y="1579486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$0,005089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751" y="1579486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+33,8%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92664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1926640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вдвое меньше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890" y="1926640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$0,001192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736" y="1926640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$0,001835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5751" y="1926640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+53,9%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27379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2273795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4 раза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890" y="2273795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$0,000516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7736" y="2273795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$0,000965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5751" y="2273795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+87,1%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262094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2620949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8 раз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1890" y="2620949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$0,000383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7736" y="2620949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$0,000754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5751" y="2620949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+96,9%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296810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968104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16 раз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1890" y="2968104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$0,000383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7736" y="2968104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$0,000837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5751" y="2968104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+118,3%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331525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3315258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32 раза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1890" y="3315258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$0,000372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7736" y="3315258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$0,000722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5751" y="3315258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+94,1%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366241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66928" y="3662413"/>
            <a:ext cx="11055096" cy="34715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62413"/>
            <a:ext cx="274978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Итого, 30 вызовов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1890" y="3662413"/>
            <a:ext cx="253954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$0,006649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7736" y="3662413"/>
            <a:ext cx="298171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$0,010201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5751" y="3662413"/>
            <a:ext cx="19610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+53,4%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784998"/>
            <a:ext cx="11183112" cy="1285875"/>
          </a:xfrm>
          <a:prstGeom prst="roundRect">
            <a:avLst>
              <a:gd name="adj" fmla="val 23703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21208" y="4839862"/>
            <a:ext cx="64008" cy="1176147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922158"/>
            <a:ext cx="10643616" cy="10115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Итог замера.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Точность чтения — та же в обоих режимах, пороги деградации совпадают числом в число. Сверка в едином вызове ломается ровно там, где это дороже всего: опасным подтверждением на тяжёлом разрешении (прошлый такт) и самопротиворечием на самом чистом (позапрошлый такт). Цена выше на 34–118% по разрешениям, в среднем на 53%. Вывод: сверку суммы платежа стоит оставить детерминированным кодом после отдельного вызова чтения.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