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настоящий редактор кода того самого узла проверки с предыдущего кадра — называется он просто и буквально: </a:t>
            </a:r>
            <a:r>
              <a:rPr>
                <a:latin typeface="Consolas"/>
              </a:rPr>
              <a:t>Code check</a:t>
            </a:r>
            <a:r>
              <a:t>, имя видно на холсте n34. Режим — отрабатывать по одному элементу за раз: каждый ответ проверяется отдельно, вердикт относится к одному конкретному тексту. Язык — обычный язык браузерных сценариев, JavaScript.</a:t>
            </a:r>
          </a:p>
          <a:p/>
          <a:p>
            <a:r>
              <a:t>Прочитайте, что написано в коде на кадре. Длина больше двухсот восьмидесяти знаков — причина отказа «длиннее двухсот восьмидесяти символов». Нет ключевой детали из нужного пункта справочника — причина «нет детали», и дальше в кавычках сама деталь. Не названо, куда обращаться дальше: проверка ищет в тексте любое из пяти слов — администратор, личный кабинет, сотрудник и ещё два. Есть число, которого в этом пункте справочника нет, — причина с перечислением этих чисел. И язык: отдельная строка ищет латинские буквы, отдельная — иероглифы.</a:t>
            </a:r>
          </a:p>
          <a:p/>
          <a:p>
            <a:r>
              <a:t>Пять требований превратились в шесть проверок, и это нормально: «целиком по-русски» естественно распадается надвое.</a:t>
            </a:r>
          </a:p>
          <a:p/>
          <a:p>
            <a:r>
              <a:t>Последняя строка — всё правило приёмки целиком. Ответ годен тогда и только тогда, когда список причин пуст. Наружу узел отдаёт два значения: годен или нет, и строку причины.</a:t>
            </a:r>
          </a:p>
          <a:p/>
          <a:p>
            <a:r>
              <a:t>Вот на что здесь стоит смотреть по-инженерному. Причина отказа написана заранее и лежит в коде. Её можно прочитать, не запуская процесс. Её можно показать Ольге. Она не сочиняется в момент проверки и не зависит от того, какой вариант текста попался проверяющему. Один и тот же ответ получит одну и ту же причину сегодня, завтра и на тысячном прогоне. Запомните это свойство — следующий кадр покажет панель проверяющего-модели, у которого такого свойства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настоящая панель узла, который во всех «судейских» ветках Кейса 3 выносит вердикт вместо кода, — называется он </a:t>
            </a:r>
            <a:r>
              <a:rPr>
                <a:latin typeface="Consolas"/>
              </a:rPr>
              <a:t>Judge verdict</a:t>
            </a:r>
            <a:r>
              <a:t>, тип узла — </a:t>
            </a:r>
            <a:r>
              <a:rPr>
                <a:latin typeface="Consolas"/>
              </a:rPr>
              <a:t>informationExtractor</a:t>
            </a:r>
            <a:r>
              <a:t>, n8n-узел, который просит языковую модель вернуть структурированный JSON по заданной схеме, а не просто текст.</a:t>
            </a:r>
          </a:p>
          <a:p/>
          <a:p>
            <a:r>
              <a:t>Модель за этим узлом — та же самая, что пишет сам ответ клиенту: </a:t>
            </a:r>
            <a:r>
              <a:rPr>
                <a:latin typeface="Consolas"/>
              </a:rPr>
              <a:t>qwen/qwen-2.5-7b-instruct</a:t>
            </a:r>
            <a:r>
              <a:t>, тот же OpenRouter-аккаунт. Настройки модели не переопределены — пустой объект </a:t>
            </a:r>
            <a:r>
              <a:rPr>
                <a:latin typeface="Consolas"/>
              </a:rPr>
              <a:t>options</a:t>
            </a:r>
            <a:r>
              <a:t>, то есть умолчания провайдера, те же, что у генератора и у кода. Это важно: разница в числах между кодом и судьёй на следующих экранах — не разница моделей и не разница настроек, это разница в том, какой механизм выносит вердикт.</a:t>
            </a:r>
          </a:p>
          <a:p/>
          <a:p>
            <a:r>
              <a:t>Поле </a:t>
            </a:r>
            <a:r>
              <a:rPr>
                <a:latin typeface="Consolas"/>
              </a:rPr>
              <a:t>Text</a:t>
            </a:r>
            <a:r>
              <a:t> — промт судьи. В кадре видно начало: пункт базы знаний и вопрос клиента, оба — выражения n8n, берущие значение из того же узла </a:t>
            </a:r>
            <a:r>
              <a:rPr>
                <a:latin typeface="Consolas"/>
              </a:rPr>
              <a:t>Pick KB item</a:t>
            </a:r>
            <a:r>
              <a:t>, что и у генератора. Дальше в этом же поле, за кадром, стоят пять требований — слово в слово та же формулировка, что в коде проверки на предыдущем экране. Это не совпадение и не моё решение — это предпосылка всего сравнения: если бы критерии у кода и у судьи отличались, несовпадение вердиктов ничего бы не доказывало.</a:t>
            </a:r>
          </a:p>
          <a:p/>
          <a:p>
            <a:r>
              <a:rPr>
                <a:latin typeface="Consolas"/>
              </a:rPr>
              <a:t>Schema Type</a:t>
            </a:r>
            <a:r>
              <a:t> — </a:t>
            </a:r>
            <a:r>
              <a:rPr>
                <a:latin typeface="Consolas"/>
              </a:rPr>
              <a:t>Define using JSON Schema</a:t>
            </a:r>
            <a:r>
              <a:t>, и сама схема под ней: два обязательных поля, </a:t>
            </a:r>
            <a:r>
              <a:rPr>
                <a:latin typeface="Consolas"/>
              </a:rPr>
              <a:t>ok</a:t>
            </a:r>
            <a:r>
              <a:t> — булево, истина, если ответ проходит все пять правил, и </a:t>
            </a:r>
            <a:r>
              <a:rPr>
                <a:latin typeface="Consolas"/>
              </a:rPr>
              <a:t>reason</a:t>
            </a:r>
            <a:r>
              <a:t> — строка, что именно нарушено и почему, если </a:t>
            </a:r>
            <a:r>
              <a:rPr>
                <a:latin typeface="Consolas"/>
              </a:rPr>
              <a:t>ok</a:t>
            </a:r>
            <a:r>
              <a:t> ложно. Это и есть структурный аналог того, что код возвращает строкой </a:t>
            </a:r>
            <a:r>
              <a:rPr>
                <a:latin typeface="Consolas"/>
              </a:rPr>
              <a:t>reasons.join('; ')</a:t>
            </a:r>
            <a:r>
              <a:t> — у судьи та же пара «годен / почему», только её сочиняет модель, а не вычисляет детерминированный код.</a:t>
            </a:r>
          </a:p>
          <a:p/>
          <a:p>
            <a:r>
              <a:t>Запомните эту пару кадров рядом: код читает подстроку по писаному правилу и возвращает одну и ту же причину на одном и том же тексте всегда. Судья получает ту же задачу, тот же текст, ту же модель — и дальше мы измерим, держится ли её вердикт так же твёрдо.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Панель проверяющего: семнадцать строк</a:t>
            </a:r>
          </a:p>
        </p:txBody>
      </p:sp>
      <p:pic>
        <p:nvPicPr>
          <p:cNvPr id="3" name="Picture 2" descr="k3-panel-proveryayushch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98" y="1004316"/>
            <a:ext cx="5917154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253228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5381244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Узел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Code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check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Run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Once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for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Each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Item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JavaScript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Пять требований — шесть проверок: длина · деталь · куда обращаться · числа не из базы · латиница · иероглифы. Правило приёмки — последняя строка: список причин пуст, значит ответ годен.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Панель судьи: тот же промт, своя схема вывода</a:t>
            </a:r>
          </a:p>
        </p:txBody>
      </p:sp>
      <p:pic>
        <p:nvPicPr>
          <p:cNvPr id="3" name="Picture 2" descr="k3-panel-su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635" y="943356"/>
            <a:ext cx="3287681" cy="53842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