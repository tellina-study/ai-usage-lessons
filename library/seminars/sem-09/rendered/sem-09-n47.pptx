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Прежде чем смотреть на результаты, назовём модели прямо — это правило этого занятия без исключений: если в схеме есть модель, на кадре стоит её имя и её настройки, и в описании устройства, и рядом с числами результата.</a:t>
            </a:r>
          </a:p>
          <a:p/>
          <a:p>
            <a:r>
              <a:t>Решающая модель — та, которая читает заявку, список клиентов и правило, и принимает итоговое решение: возврат, отказ или менеджер. Это </a:t>
            </a:r>
            <a:r>
              <a:rPr>
                <a:latin typeface="Consolas"/>
              </a:rPr>
              <a:t>qwen-2.5-7b-instruct</a:t>
            </a:r>
            <a:r>
              <a:t>, вызывается с температурой 0 и лимитом ответа 300 токенов. Та же самая модель, на которой стоят Кейсы 1, 2 и 5 этого занятия — и это сделано не случайно: числа Кейса 4 можно класть рядом с числами тех кейсов именно потому, что модель под капотом одна и та же.</a:t>
            </a:r>
          </a:p>
          <a:p/>
          <a:p>
            <a:r>
              <a:t>Фильтр на входе — та модель, которую вызывает защита-классификатор, прежде чем решающая модель вообще увидит заявку. Это </a:t>
            </a:r>
            <a:r>
              <a:rPr>
                <a:latin typeface="Consolas"/>
              </a:rPr>
              <a:t>llama-3.1-8b-instruct</a:t>
            </a:r>
            <a:r>
              <a:t>, тоже при температуре 0, но с более коротким ответом — 120 токенов, ей достаточно сказать «да» или «нет». И цена за миллион токенов у неё вдвое ниже решающей.</a:t>
            </a:r>
          </a:p>
          <a:p/>
          <a:p>
            <a:r>
              <a:t>Стоит сказать, почему фильтр взят из другого семейства моделей, а решающая — из своего. Логика простая: если страж устроен так же, как модель, которую он охраняет, у них одни и те же слепые пятна — приём, который обманывает одну, с высокой вероятностью обманет и другую. Разные семейства моделей — попытка развести слепые пятна хотя бы по архитектуре, без гарантии успеха. Насколько эта попытка оправдалась на практике, увидим дальше: у фильтра будет своя отдельная история, и она не самая убедительная.</a:t>
            </a:r>
          </a:p>
          <a:p/>
          <a:p>
            <a:r>
              <a:t>Обе модели вызываются через один и тот же канал на стенде — HTTP-запрос к OpenRouter с одним и тем же способом оплаты, — и дальше в деке эти имена будут повторяться рядом с каждой таблицей результата, а не один раз здесь и забыты.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Модели и настройки замера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748332"/>
            <a:ext cx="11183112" cy="678942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21208" y="1803196"/>
            <a:ext cx="64008" cy="56921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885492"/>
            <a:ext cx="10643616" cy="4046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30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Решающая модель — </a:t>
            </a:r>
            <a:r>
              <a:rPr sz="1350" b="1" i="0">
                <a:solidFill>
                  <a:srgbClr val="141B2E"/>
                </a:solidFill>
                <a:latin typeface="Consolas"/>
              </a:rPr>
              <a:t>qwen/qwen-2.5-7b-instruct</a:t>
            </a:r>
            <a:r>
              <a:rPr sz="1350" b="1" i="0">
                <a:solidFill>
                  <a:srgbClr val="141B2E"/>
                </a:solidFill>
                <a:latin typeface="Arial"/>
              </a:rPr>
              <a:t>.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Температура 0, лимит ответа 300 токенов, $0,10 / $0,20 за миллион токенов (вход/выход). Та же модель, что у Кейсов 1, 2 и 5 этого занятия.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094786"/>
            <a:ext cx="11183112" cy="678942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21208" y="3149650"/>
            <a:ext cx="64008" cy="56921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3231946"/>
            <a:ext cx="10643616" cy="4046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30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Фильтр на входе — </a:t>
            </a:r>
            <a:r>
              <a:rPr sz="1350" b="1" i="0">
                <a:solidFill>
                  <a:srgbClr val="141B2E"/>
                </a:solidFill>
                <a:latin typeface="Consolas"/>
              </a:rPr>
              <a:t>meta-llama/llama-3.1-8b-instruct</a:t>
            </a:r>
            <a:r>
              <a:rPr sz="1350" b="1" i="0">
                <a:solidFill>
                  <a:srgbClr val="141B2E"/>
                </a:solidFill>
                <a:latin typeface="Arial"/>
              </a:rPr>
              <a:t>.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Температура 0, лимит ответа 120 токенов, $0,05 / $0,08 за миллион токенов. Взят из другого семейства и вдвое дешевле решающей.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441240"/>
            <a:ext cx="11183112" cy="678942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1208" y="4496104"/>
            <a:ext cx="64008" cy="56921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4578400"/>
            <a:ext cx="10643616" cy="4046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30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Почему фильтр не из того же семейства.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Страж той же породы, что охраняемая модель, склонен спотыкаться на том же самом — проверено это предположение на такте результата (n50), а не принято на веру.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