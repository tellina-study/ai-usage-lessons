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Кейс уже показал, как читает фотографию отдельная модель, без ничего вокруг, и что сверку в этом устройстве выполняет код — отдельным, бесплатным по токенам шагом. На разборе владелец курса задал вопрос напрямую: если чтение и так ведёт мультимодальная модель, классического распознавания текста на стенде нет вовсе, — зачем тогда разводить чтение и сверку на два шага? Может быть, один вызов, в котором модель сама и читает, и сравнивает, работает ничуть не хуже?</a:t>
            </a:r>
          </a:p>
          <a:p/>
          <a:p>
            <a:r>
              <a:t>Этот такт открывает отдельный замер, и он отвечает на этот вопрос измеренным числом. Устройство почти то же самое, что и у чтения без сверки: один сценарий n8n, три узла, та же модель </a:t>
            </a:r>
            <a:r>
              <a:rPr>
                <a:latin typeface="Consolas"/>
              </a:rPr>
              <a:t>qwen/qwen3-vl-8b-instruct</a:t>
            </a:r>
            <a:r>
              <a:t>, та же температура вызова — 0,2. Единственное отличие — модель в одном и том же запросе получает и фотографию, и текст заявки, и сама решает, совпадает ли прочитанное с заявленным. Раньше это решение принимал код снаружи; теперь его принимает сама модель внутри одного вызова.</a:t>
            </a:r>
          </a:p>
          <a:p/>
          <a:p>
            <a:r>
              <a:t>Тридцать живых вызовов: шесть размеров одного и того же файла, пять повторов на каждом. Половина заявок несёт верную сумму — ровно ту, что написана на квитанции. Другая половина несёт одну из пяти других реальных сумм, заведомо отличных от истинной. Для каждого вызова заранее известен честный ответ: что должна была бы назвать модель, если бы прочитала фотографию и сравнила результат без ошибок.</a:t>
            </a:r>
          </a:p>
          <a:p/>
          <a:p>
            <a:r>
              <a:t>Шесть картинок внизу — файлы, которые реально ушли в модель на этом замере, в точном соотношении размеров, без выравнивания ради читаемости. Уже здесь видно главное: последнее разрешение — это не маленькая картинка, это почти пустой серый прямоугольник. Что модель отвечает на такой вход — на следующих экранах.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3112" cy="431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63"/>
              </a:lnSpc>
              <a:spcAft>
                <a:spcPts val="0"/>
              </a:spcAft>
            </a:pPr>
            <a:r>
              <a:rPr sz="2600" b="1" i="0">
                <a:solidFill>
                  <a:srgbClr val="141B2E"/>
                </a:solidFill>
                <a:latin typeface="Arial"/>
              </a:rPr>
              <a:t>Один вызов вместо двух: структура замера</a:t>
            </a:r>
          </a:p>
        </p:txBody>
      </p:sp>
      <p:pic>
        <p:nvPicPr>
          <p:cNvPr id="3" name="Picture 2" descr="k6-galereya-shesti-razmero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7800" y="943356"/>
            <a:ext cx="9653350" cy="3359062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02920" y="4467010"/>
            <a:ext cx="11183112" cy="746378"/>
          </a:xfrm>
          <a:prstGeom prst="roundRect">
            <a:avLst>
              <a:gd name="adj" fmla="val 25000"/>
            </a:avLst>
          </a:prstGeom>
          <a:solidFill>
            <a:srgbClr val="E0F1F2"/>
          </a:solidFill>
          <a:ln w="1397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21208" y="4521874"/>
            <a:ext cx="64008" cy="636650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4604170"/>
            <a:ext cx="10643616" cy="47205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238"/>
              </a:lnSpc>
              <a:spcAft>
                <a:spcPts val="300"/>
              </a:spcAft>
            </a:pPr>
            <a:r>
              <a:rPr sz="1050" b="1" i="0">
                <a:solidFill>
                  <a:srgbClr val="141B2E"/>
                </a:solidFill>
                <a:latin typeface="Arial"/>
              </a:rPr>
              <a:t>Вопрос и устройство.</a:t>
            </a:r>
            <a:r>
              <a:rPr sz="1050" b="0" i="0">
                <a:solidFill>
                  <a:srgbClr val="141B2E"/>
                </a:solidFill>
                <a:latin typeface="Arial"/>
              </a:rPr>
              <a:t> Шаг чтения на стенде ведёт модель </a:t>
            </a:r>
            <a:r>
              <a:rPr sz="1050" b="0" i="0">
                <a:solidFill>
                  <a:srgbClr val="141B2E"/>
                </a:solidFill>
                <a:latin typeface="Consolas"/>
              </a:rPr>
              <a:t>qwen/qwen3-vl-8b-instruct</a:t>
            </a:r>
            <a:r>
              <a:rPr sz="1050" b="0" i="0">
                <a:solidFill>
                  <a:srgbClr val="141B2E"/>
                </a:solidFill>
                <a:latin typeface="Arial"/>
              </a:rPr>
              <a:t> — зачем тогда разводить чтение и сверку на два шага? Этот замер даёт модели фотографию и текст заявки одним запросом: она сама называет сумму и дату и сама выносит вердикт. Температура вызова — 0,2, та же, что в двухшаговом устройстве.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377981"/>
            <a:ext cx="11183112" cy="858774"/>
          </a:xfrm>
          <a:prstGeom prst="roundRect">
            <a:avLst>
              <a:gd name="adj" fmla="val 25000"/>
            </a:avLst>
          </a:prstGeom>
          <a:solidFill>
            <a:srgbClr val="E0F1F2"/>
          </a:solidFill>
          <a:ln w="1397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21208" y="5432845"/>
            <a:ext cx="64008" cy="749046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5515141"/>
            <a:ext cx="10643616" cy="5844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534"/>
              </a:lnSpc>
              <a:spcAft>
                <a:spcPts val="300"/>
              </a:spcAft>
            </a:pPr>
            <a:r>
              <a:rPr sz="1300" b="1" i="0">
                <a:solidFill>
                  <a:srgbClr val="141B2E"/>
                </a:solidFill>
                <a:latin typeface="Arial"/>
              </a:rPr>
              <a:t>30 вызовов: шесть размеров файла × пять повторов.</a:t>
            </a:r>
            <a:r>
              <a:rPr sz="1300" b="0" i="0">
                <a:solidFill>
                  <a:srgbClr val="141B2E"/>
                </a:solidFill>
                <a:latin typeface="Arial"/>
              </a:rPr>
              <a:t> На пятнадцати вызовах заявка несёт верную сумму — 18 990 рублей, ровно как на квитанции. На пятнадцати — одну из пяти других реальных сумм, заведомо неверную. Пример: файл уменьшен в 32 раза, заявлено 9800 — ожидаемый честный ответ модели: сумма 18990, вердикт «не совпало».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38"/>
              </a:lnSpc>
              <a:spcAft>
                <a:spcPts val="0"/>
              </a:spcAft>
            </a:pPr>
            <a:r>
              <a:rPr sz="1050" b="0" i="0">
                <a:solidFill>
                  <a:srgbClr val="6B7685"/>
                </a:solidFill>
                <a:latin typeface="Arial"/>
              </a:rPr>
              <a:t>85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