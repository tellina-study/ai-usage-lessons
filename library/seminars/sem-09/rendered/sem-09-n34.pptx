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настоящий холст живого стенда — тот же интерфейс, в котором собирали процесс на прошлых занятиях, без упрощений и перерисовок.</a:t>
            </a:r>
          </a:p>
          <a:p/>
          <a:p>
            <a:r>
              <a:t>Главный ряд читается слева направо. Вопрос приходит в форму. Берётся нужный пункт справочника. Модель пишет ответ — снизу к этому узлу подвешена сама модель, отдельным кружком, и под узлом стоит пометка со звёздочкой: без модели узел не работает, это обязательный параметр. Дальше проверка. Дальше первая развилка.</a:t>
            </a:r>
          </a:p>
          <a:p/>
          <a:p>
            <a:r>
              <a:t>Теперь главное, ради чего этот кадр вообще здесь. Посмотрите на нижний край: от узла подготовки новой попытки длинная стрелка уходит налево через весь экран и возвращается ко входу — к тому месту, где берётся пункт справочника. Это и есть переделка, и она существует как настоящая линия на холсте, которую видно. Тот же вопрос, тот же пункт, новая попытка. На холсте Кейса 1 ничего подобного не было: там после модели была одна стрелка и один путь вперёд.</a:t>
            </a:r>
          </a:p>
          <a:p/>
          <a:p>
            <a:r>
              <a:t>Второй выход первой развилки ведёт к развилке номер два, и вот она решает судьбу ответа. Одна ветка — строка записана, экран результата говорит «готово», текст ушёл человеку. Вторая — строка тоже записана, но экран другой: не сошлось. Ответ не ушёл никому, вопрос ждёт человека.</a:t>
            </a:r>
          </a:p>
          <a:p/>
          <a:p>
            <a:r>
              <a:t>Две разные концовки на одном холсте — это и есть та самая ветвь «не сошлось» со схемы, доведённая до настоящего узла. Её видно, на неё можно посмотреть, и по журналу потом видно, сколько вопросов ушло именно туда.</a:t>
            </a:r>
          </a:p>
          <a:p/>
          <a:p>
            <a:r>
              <a:t>Про журнал стоит сказать отдельно, потому что это вторая половина решения. Обратившийся видит один экран — либо ответ, либо сообщение, что ответит человек. Ольга видит другое: строку с тем, сколько попыток потребовалось и чем круг кончился. Процесс, у которого обе концовки записываются одинаково внимательно, через месяц отвечает на вопрос «часто ли это срабатывает» числом.</a:t>
            </a:r>
          </a:p>
          <a:p/>
          <a:p>
            <a:r>
              <a:t>Чего на холсте не видно — что именно проверяет узел проверки. Карточки узлов показывают имена, а не настройки. Следующий экран — его настоящая панель.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Круг на стенде: две развилки и путь назад</a:t>
            </a:r>
          </a:p>
        </p:txBody>
      </p:sp>
      <p:pic>
        <p:nvPicPr>
          <p:cNvPr id="3" name="Picture 2" descr="k3-holst-tsi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40" y="943356"/>
            <a:ext cx="10164071" cy="36635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771481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4899497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12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Главный ряд.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Client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question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→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Pick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KB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item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→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Generate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answer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→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Code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check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→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Retry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or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finish?</a:t>
            </a:r>
            <a:r>
              <a:rPr sz="1300" b="1" i="0">
                <a:solidFill>
                  <a:srgbClr val="141B2E"/>
                </a:solidFill>
                <a:latin typeface="Arial"/>
              </a:rPr>
              <a:t>. Модель подвешена снизу, пометка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Model*</a:t>
            </a:r>
            <a:r>
              <a:rPr sz="13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19841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747857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12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Путь назад.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От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Prepare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retry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стрелка идёт вдоль нижнего края обратно ко входу — тот же вопрос, новая попытка. Дальше —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Converged?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и две концовки: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ok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клиенту, «не сошлось» человеку.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