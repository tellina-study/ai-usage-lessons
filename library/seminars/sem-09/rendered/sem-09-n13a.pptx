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Прежде чем собирать версию с опорой на пункт базы, собрали и измерили вариант проще и дешевле — тот самый, который раньше только упоминали. Устройство простое: один вызов модели, она отвечает и сама же называет число от нуля до ста — насколько уверена, что ответ верный. Код сравнивает это число с порогом, который мы выбрали заранее, до единого прогона, — семьдесят. Выше порога — ответ уходит клиенту. Ниже — вопрос передаётся Ольге.</a:t>
            </a:r>
          </a:p>
          <a:p/>
          <a:p>
            <a:r>
              <a:t>Прогнали те же самые пятнадцать трудных вопросов, что и версию 1. Результат на экране: шесть плохих исходов у версии 1, восемь у версии 1.5, шесть у версии 2, которую мы ещё не собрали, но число для сравнения уже здесь. Версия 1.5 — худшая из трёх, не промежуточная.</a:t>
            </a:r>
          </a:p>
          <a:p/>
          <a:p>
            <a:r>
              <a:t>Почему. Самооценка оказалась грубым инструментом: на все пятнадцать вопросов модель назвала только два разных числа — сто или восемьдесят пять. Ничего между ними, ничего ниже. И порог семьдесят, который должен был отсекать неуверенные ответы, не поймал ни одной из пяти содержательных ошибок — все пять прошли с числом выше порога.</a:t>
            </a:r>
          </a:p>
          <a:p/>
          <a:p>
            <a:r>
              <a:t>Разберём два случая поимённо. Первый — про медицинскую справку. В базе о ней нет ни слова, перечислены только паспорт, СНИЛС и согласие родителя. Модель уверенно — сто из ста — ответила, что справка не требуется. Это то же самое, что уже случилось с версией 1 на этом же вопросе: молчание базы прочитано как подтверждённое отрицание. Уверенность числом эту ошибку не замечает — модель так же достраивает отсутствующее, просто теперь подписывает достроенное высоким числом.</a:t>
            </a:r>
          </a:p>
          <a:p/>
          <a:p>
            <a:r>
              <a:t>Второй — про сорок восемь часов. Правило базы: перенос не позднее чем за двадцать четыре часа до начала. Клиент предупредил за двое суток — это сорок восемь часов, больше двадцати четырёх, перенос положен. Модель ответила, что не положен, с уверенностью сто из ста. Это тот же самый промах сравнения чисел, который уже был у версии 1 на этом же вопросе на прошлом такте.</a:t>
            </a:r>
          </a:p>
          <a:p/>
          <a:p>
            <a:r>
              <a:t>Отсюда и вывод этого такта: дешёвый ход попробован первым, не вторым. Он не заменяет структурную опору на пункт базы — он показывает, какую именно работу она не делает тоже. Дальше собираем версию с опорой на пункт.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Версия 1.5 — число уверенности и порог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11183112" cy="66395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1208" y="998220"/>
            <a:ext cx="64008" cy="5542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080516"/>
            <a:ext cx="10643616" cy="3896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34"/>
              </a:lnSpc>
              <a:spcAft>
                <a:spcPts val="300"/>
              </a:spcAft>
            </a:pPr>
            <a:r>
              <a:rPr sz="1300" b="1" i="0">
                <a:solidFill>
                  <a:srgbClr val="141B2E"/>
                </a:solidFill>
                <a:latin typeface="Arial"/>
              </a:rPr>
              <a:t>Устройство.</a:t>
            </a:r>
            <a:r>
              <a:rPr sz="1300" b="0" i="0">
                <a:solidFill>
                  <a:srgbClr val="141B2E"/>
                </a:solidFill>
                <a:latin typeface="Arial"/>
              </a:rPr>
              <a:t> Тот же вопрос и тот же справочник, один вызов модели: она отвечает и дополнительно называет число уверенности 0–100. Код сравнивает это число с порогом </a:t>
            </a:r>
            <a:r>
              <a:rPr sz="1300" b="1" i="0">
                <a:solidFill>
                  <a:srgbClr val="141B2E"/>
                </a:solidFill>
                <a:latin typeface="Arial"/>
              </a:rPr>
              <a:t>70</a:t>
            </a:r>
            <a:r>
              <a:rPr sz="1300" b="0" i="0">
                <a:solidFill>
                  <a:srgbClr val="141B2E"/>
                </a:solidFill>
                <a:latin typeface="Arial"/>
              </a:rPr>
              <a:t>: выше — ответ уходит клиенту, ниже — эскалация Ольге.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71904"/>
            <a:ext cx="11183112" cy="1454594"/>
          </a:xfrm>
          <a:prstGeom prst="roundRect">
            <a:avLst>
              <a:gd name="adj" fmla="val 20954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27352"/>
            <a:ext cx="2908994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ВАРИАНТ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13666" y="1927352"/>
            <a:ext cx="2918668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УВЕРЕННО/ПРОПУЩЕНО НЕВЕРНО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8638" y="1927352"/>
            <a:ext cx="1458664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ОБРЫВ СХЕМЫ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3607" y="1927352"/>
            <a:ext cx="300067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ИТОГО «ПЛОХИХ ИСХОДОВ» ИЗ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09419"/>
            <a:ext cx="2908994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53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версия 1 (свободный самоотчёт)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3666" y="2209419"/>
            <a:ext cx="2918668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53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8638" y="2209419"/>
            <a:ext cx="1458664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53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3607" y="2209419"/>
            <a:ext cx="3000672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53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6 (40%)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2496629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66928" y="2496629"/>
            <a:ext cx="11055096" cy="28721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496629"/>
            <a:ext cx="2908994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53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версия 1.5 (уверенность+порог)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3666" y="2496629"/>
            <a:ext cx="2918668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53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8638" y="2496629"/>
            <a:ext cx="1458664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53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3607" y="2496629"/>
            <a:ext cx="3000672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53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8 (53%)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2783840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2783840"/>
            <a:ext cx="2908994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53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версия 2 (опора на пункт + гейт)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3666" y="2783840"/>
            <a:ext cx="2918668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53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8638" y="2783840"/>
            <a:ext cx="1458664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53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3607" y="2783840"/>
            <a:ext cx="3000672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53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6 (40%)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391090"/>
            <a:ext cx="11183112" cy="648969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21208" y="3445954"/>
            <a:ext cx="64008" cy="539241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528250"/>
            <a:ext cx="10643616" cy="37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5"/>
              </a:lnSpc>
              <a:spcAft>
                <a:spcPts val="30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Что показал порог.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Самооценка приняла только два значения на все 15 вопросов — 100 или 85, ничего между и ничего ниже. Порог 70 не поймал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ни одной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из пяти содержательных ошибок — все пять прошли с числом выше порога.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204652"/>
            <a:ext cx="11183112" cy="1181227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360100"/>
            <a:ext cx="5509077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ВОПРОС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3749" y="4360100"/>
            <a:ext cx="507053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ОТВЕТИЛА ВЕРСИЯ 1.5 (CONFIDENCE)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642167"/>
            <a:ext cx="5509077" cy="2941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08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Нужна ли мед.справка? (в базе о ней ни слова)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3749" y="4642167"/>
            <a:ext cx="5070530" cy="2941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08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«Не требуется» — молчание прочитано как отрицание (100)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" y="4936299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8368" y="4936299"/>
            <a:ext cx="5509077" cy="2941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08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Предупредил за 48ч — перенос будет? (правило: не позднее 24ч)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3749" y="4936299"/>
            <a:ext cx="5070530" cy="2941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08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«Не положен» — 48 больше 24, перенос должен быть (100)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550471"/>
            <a:ext cx="11183112" cy="574040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21208" y="5605335"/>
            <a:ext cx="64008" cy="46431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687631"/>
            <a:ext cx="10643616" cy="299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80"/>
              </a:lnSpc>
              <a:spcAft>
                <a:spcPts val="300"/>
              </a:spcAft>
            </a:pPr>
            <a:r>
              <a:rPr sz="1000" b="1" i="0">
                <a:solidFill>
                  <a:srgbClr val="141B2E"/>
                </a:solidFill>
                <a:latin typeface="Arial"/>
              </a:rPr>
              <a:t>Куда указывает находка.</a:t>
            </a:r>
            <a:r>
              <a:rPr sz="1000" b="0" i="0">
                <a:solidFill>
                  <a:srgbClr val="141B2E"/>
                </a:solidFill>
                <a:latin typeface="Arial"/>
              </a:rPr>
              <a:t> Три из пяти ошибок — модель достраивает отсутствующее в базе и просто подписывает достроенное высоким числом; порог от этого не защищает никак. Вопрос про 48 часов — тот же промах, что уже был у версии 1 на этом же вопросе (n13): уверенность числом его не чинит.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