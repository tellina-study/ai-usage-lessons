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обновлённый кадр — раньше комбинацию измеряли на трёх вопросах, теперь на двадцати, тех же самых, что код и судья проходили по отдельности.</a:t>
            </a:r>
          </a:p>
          <a:p/>
          <a:p>
            <a:r>
              <a:t>Число сошедшихся — семнадцать из двадцати, восемьдесят пять процентов. Раньше на трёх вопросах один упирался в потолок — треть. Теперь три из двадцати — пятнадцать процентов, почти вдвое реже. Называю оба числа: находка не исчезла, она стала менее драматичной на большей выборке, и это тоже честный результат измерения, а не повод стесняться первой версии кадра.</a:t>
            </a:r>
          </a:p>
          <a:p/>
          <a:p>
            <a:r>
              <a:t>Главное — механизм у всех трёх несошедшихся один и тот же, без исключений. Код говорит «ок» на каждой из шести попыток. Судья не соглашается ни разу. Это не код мечется — код стабилен. Это судья никогда не подтверждает то, что код уже принял.</a:t>
            </a:r>
          </a:p>
          <a:p/>
          <a:p>
            <a:r>
              <a:t>И в двух из трёх случаев — это не просто упрямство судьи, а то же самопротиворечие, что мы видели раньше на одном примере. Судья называет причиной отказа предложение, которое само по себе звучит как одобрение: «явно упоминает деталь» — и это написано как причина ОТКАЗА. На соседней попытке тот же судья по той же детали пишет обратное — «не упоминает». Надёжного критерия здесь нет вообще.</a:t>
            </a:r>
          </a:p>
          <a:p/>
          <a:p>
            <a:r>
              <a:t>Потолок на шести попытках сработал так же штатно, как и раньше — вопрос ушёл на принудительную остановку, а не крутился бы вечно. Это по-прежнему не судья решил остановиться — у него нет для этого механизма. Остановил процесс, который заранее знал предел.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получится, если скрестить код и судью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45415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998220"/>
            <a:ext cx="64008" cy="3444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080516"/>
            <a:ext cx="10643616" cy="179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16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Сошлось: 17 из 20 (85%)</a:t>
            </a:r>
            <a:r>
              <a:rPr sz="1200" b="0" i="0">
                <a:solidFill>
                  <a:srgbClr val="141B2E"/>
                </a:solidFill>
                <a:latin typeface="Arial"/>
              </a:rPr>
              <a:t> ·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Не сошлось (потолок 6 попыток): 3 из 20 (15%)</a:t>
            </a:r>
            <a:r>
              <a:rPr sz="1200" b="0" i="0">
                <a:solidFill>
                  <a:srgbClr val="141B2E"/>
                </a:solidFill>
                <a:latin typeface="Arial"/>
              </a:rPr>
              <a:t> ·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Среднее число попыток: 2,0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62100"/>
            <a:ext cx="11183112" cy="574040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" y="1616964"/>
            <a:ext cx="64008" cy="4643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99260"/>
            <a:ext cx="10643616" cy="299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80"/>
              </a:lnSpc>
              <a:spcAft>
                <a:spcPts val="30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В терминах человека.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«Сошлось» — обратившийся получил ответ. «Не сошлось» — после шести попыток ответа так и нет, вопрос уходит Ольге: управляемая остановка по известному пределу, предусмотренная заранее.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00732"/>
            <a:ext cx="11183112" cy="2097659"/>
          </a:xfrm>
          <a:prstGeom prst="roundRect">
            <a:avLst>
              <a:gd name="adj" fmla="val 1453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83612"/>
            <a:ext cx="3495544" cy="5368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ВОПРОС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7648" y="2483612"/>
            <a:ext cx="744055" cy="5368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КОД НА ВСЕХ 6 ПОПЫТКАХ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8007" y="2483612"/>
            <a:ext cx="744055" cy="5368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СУДЬЯ НА ВСЕХ 6 ПОПЫТКАХ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367" y="2483612"/>
            <a:ext cx="5248480" cy="5368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САМОПРОТИВОРЕЧИЕ КАК НА N38?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20441"/>
            <a:ext cx="3495544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«...до начала занятия совсем мало времени, перенос возможен?»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7648" y="3020441"/>
            <a:ext cx="744055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8007" y="3020441"/>
            <a:ext cx="744055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не 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367" y="3020441"/>
            <a:ext cx="5248480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да</a:t>
            </a:r>
            <a:r>
              <a:rPr sz="950" b="0" i="0">
                <a:solidFill>
                  <a:srgbClr val="141B2E"/>
                </a:solidFill>
                <a:latin typeface="Arial"/>
              </a:rPr>
              <a:t> — 3 из 6 причин: «2. Явно упоминает деталь «24 час».»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46252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462528"/>
            <a:ext cx="3495544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«Как мне попасть на пересдачу занятия...?»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7648" y="3462528"/>
            <a:ext cx="744055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8007" y="3462528"/>
            <a:ext cx="744055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не 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367" y="3462528"/>
            <a:ext cx="5248480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да</a:t>
            </a:r>
            <a:r>
              <a:rPr sz="950" b="0" i="0">
                <a:solidFill>
                  <a:srgbClr val="141B2E"/>
                </a:solidFill>
                <a:latin typeface="Arial"/>
              </a:rPr>
              <a:t> — попытки чередуют «не упоминает» и «явно упоминает» про ОДНУ и ту же деталь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90461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3904615"/>
            <a:ext cx="34955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«...не предупредил — смогу пересдать бесплатно?»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7648" y="3904615"/>
            <a:ext cx="7440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8007" y="3904615"/>
            <a:ext cx="7440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не 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367" y="3904615"/>
            <a:ext cx="524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нет — причины голословны («повтор»), но не противоречат друг другу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562983"/>
            <a:ext cx="11183112" cy="746378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1208" y="4617847"/>
            <a:ext cx="64008" cy="63665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700143"/>
            <a:ext cx="10643616" cy="4720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8"/>
              </a:lnSpc>
              <a:spcAft>
                <a:spcPts val="30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Дословно, причина отказа попытки 4 (вопрос про пересдачу).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«2. Явно упоминает деталь «вторую субботу».» — положительное предложение, поданное как причина ОТКАЗА. Две попытки спустя та же деталь в похожем тексте получает обратную причину: «не явно упоминает».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473954"/>
            <a:ext cx="11183112" cy="648969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21208" y="5528818"/>
            <a:ext cx="64008" cy="539241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611114"/>
            <a:ext cx="10643616" cy="37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Это не единичный случай n38.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Самопротиворечие «положительное предложение как причина отказа» воспроизведено на 2 из 3 несошедшихся вопросов этого замера — на разных пунктах базы, разными генерациями ответа.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