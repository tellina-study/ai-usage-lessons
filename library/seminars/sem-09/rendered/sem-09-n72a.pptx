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факта, которые раньше были по разным тактам, здесь встречаются на одном экране. Модель на этом стенде для чтения картинок — vision-версия той же линейки, что отвечает текстом весь семинар. Настоящий счёт по каждому из шести разрешений — взят напрямую из полей самого ответа OpenRouter, без прикидок на коленке.</a:t>
            </a:r>
          </a:p>
          <a:p/>
          <a:p>
            <a:r>
              <a:t>Смотрите на токены. Полный размер — три тысячи шестьсот с лишним. Половина — тысяча с небольшим, в три раза меньше. Четверть — ещё почти в три раза меньше. А дальше, с одной восьмой и до самого мелкого разрешения, которое мы проверяли, — триста токенов, и это число не меняется вовсе. Три совершенно разных по размеру файла — сто шесть на сто двадцать девять и пятьдесят три на шестьдесят четыре пикселя — стоят ровно одинаково.</a:t>
            </a:r>
          </a:p>
          <a:p/>
          <a:p>
            <a:r>
              <a:t>Это и есть та самая ступенька, о которой мы говорили в разборе: у провайдера есть технический порог автоматического пересжатия, и ниже него экономия на размере файла не превращается в экономию на счёте. Соединим это с тем, что мы уже видели: оба поля на этой же квитанции в итоге перестают читаться верно именно в этой зоне, где цена уже не падает ни на копейку, — дата раньше, уже на восьмой доле, сумма позже, только на самом мелком из проверенных разрешений. Сжимать дальше восьмой доли можно совершенно бесплатно по деньгам, и именно в этой же зоне начинает страдать точность — сначала одного поля, потом и другого, — которую этой экономией не купить.</a:t>
            </a:r>
          </a:p>
          <a:p/>
          <a:p>
            <a:r>
              <a:t>И вот как это выглядит на реальных пикселях, глазами. Слева — поле «дата» в полном размере, читается без усилий. Справа — то же самое поле на файле пятьдесят три на шестьдесят четыре пикселя, увеличенное той же степенью, что и левое, без единого сглаживания. Это не абстрактная схема — это настоящий кроп настоящего файла, который реально уходил в модель на этом замере. Серое пятно без единой узнаваемой цифры — вот что значит «шесть целых одна десятая пикселя высоты символа» на практике.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Модель, сжатие и во что обходится вызов</a:t>
            </a:r>
          </a:p>
        </p:txBody>
      </p:sp>
      <p:pic>
        <p:nvPicPr>
          <p:cNvPr id="3" name="Picture 2" descr="k6-zoom-data-por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530" y="943356"/>
            <a:ext cx="7945890" cy="184168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2949633"/>
            <a:ext cx="11183112" cy="454152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21208" y="3004497"/>
            <a:ext cx="64008" cy="3444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3086793"/>
            <a:ext cx="10643616" cy="179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16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Модель.</a:t>
            </a:r>
            <a:r>
              <a:rPr sz="1200" b="0" i="0">
                <a:solidFill>
                  <a:srgbClr val="141B2E"/>
                </a:solidFill>
                <a:latin typeface="Arial"/>
              </a:rPr>
              <a:t> </a:t>
            </a:r>
            <a:r>
              <a:rPr sz="1200" b="0" i="0">
                <a:solidFill>
                  <a:srgbClr val="141B2E"/>
                </a:solidFill>
                <a:latin typeface="Consolas"/>
              </a:rPr>
              <a:t>qwen/qwen3-vl-8b-instruct</a:t>
            </a:r>
            <a:r>
              <a:rPr sz="1200" b="0" i="0">
                <a:solidFill>
                  <a:srgbClr val="141B2E"/>
                </a:solidFill>
                <a:latin typeface="Arial"/>
              </a:rPr>
              <a:t>, тот же стенд, что и везде на этом семинаре.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8377"/>
            <a:ext cx="11183112" cy="1934591"/>
          </a:xfrm>
          <a:prstGeom prst="roundRect">
            <a:avLst>
              <a:gd name="adj" fmla="val 1575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3696393"/>
            <a:ext cx="2746200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РАЗРЕШЕНИЕ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3440" y="3696393"/>
            <a:ext cx="2617067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ПИКСЕЛЕЙ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811" y="3696393"/>
            <a:ext cx="2501030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ТОКЕНОВ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34146" y="3696393"/>
            <a:ext cx="2477565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ЦЕНА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3948488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полный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3440" y="3948488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1698×2074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811" y="3948488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3673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4146" y="3948488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$0,00096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" y="4186232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" y="4186232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половина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40" y="4186232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849×1037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811" y="4186232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1092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4146" y="4186232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$0,00028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" y="4423976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" y="4423976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четверть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3440" y="4423976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424×518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811" y="4423976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436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4146" y="4423976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$0,00012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0936" y="4661720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66928" y="4661720"/>
            <a:ext cx="11055096" cy="23774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" y="4661720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1/8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3440" y="4661720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212×259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811" y="4661720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34146" y="4661720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6" y="4899464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6" y="4899464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1/16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3440" y="4899464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106×129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811" y="4899464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4146" y="4899464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30936" y="5137208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66928" y="5137208"/>
            <a:ext cx="11055096" cy="237744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5137208"/>
            <a:ext cx="2746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1/32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3440" y="5137208"/>
            <a:ext cx="2617067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53×64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6811" y="5137208"/>
            <a:ext cx="250103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300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4146" y="5137208"/>
            <a:ext cx="247756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1" i="0">
                <a:solidFill>
                  <a:srgbClr val="141B2E"/>
                </a:solidFill>
                <a:latin typeface="Arial"/>
              </a:rPr>
              <a:t>$0,00009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667560"/>
            <a:ext cx="11183112" cy="746378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21208" y="5722424"/>
            <a:ext cx="64008" cy="63665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804720"/>
            <a:ext cx="10643616" cy="4720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38"/>
              </a:lnSpc>
              <a:spcAft>
                <a:spcPts val="300"/>
              </a:spcAft>
            </a:pPr>
            <a:r>
              <a:rPr sz="1050" b="1" i="0">
                <a:solidFill>
                  <a:srgbClr val="141B2E"/>
                </a:solidFill>
                <a:latin typeface="Arial"/>
              </a:rPr>
              <a:t>Порог цены наступает раньше порога чтения.</a:t>
            </a:r>
            <a:r>
              <a:rPr sz="1050" b="0" i="0">
                <a:solidFill>
                  <a:srgbClr val="141B2E"/>
                </a:solidFill>
                <a:latin typeface="Arial"/>
              </a:rPr>
              <a:t> До 1/8 токены падают в 12 раз, дальше — ни одного токена экономии. Дата ломается уже на этом пороге (1/8); сумма держится ещё на шаг дольше, но тоже ломается внутри той же бесплатной зоны, на последнем проверенном разрешении (1/32) — сжимать до предела цены можно совершенно бесплатно по деньгам, а вот по точности — платить уже приходится, и для обоих полей.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