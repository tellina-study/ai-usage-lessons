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Цена снова складывается не там, где кажется — и теперь у неё впервые есть денежное измерение и соседняя колонка точности, не только отношение вызовов.</a:t>
            </a:r>
          </a:p>
          <a:p/>
          <a:p>
            <a:r>
              <a:t>У кода — один вызов модели на попытку, и на двадцати вопросах все попытки были первыми: двадцать вызовов, один к одному, и притом стопроцентная точность. У судьи — два вызова на попытку, и не все попытки были первыми: двадцать восемь попыток, пятьдесят шесть вызовов, два целых восемь на вопрос — а точность при этом уже девяносто процентов, не сто. У комбинации — тоже два вызова на попытку, но попыток уходит ещё больше, потому что согласие нужно от обоих: сорок попыток, восемьдесят вызовов, четыре на вопрос, точность упала до восьмидесяти пяти.</a:t>
            </a:r>
          </a:p>
          <a:p/>
          <a:p>
            <a:r>
              <a:t>Четвёртая строка — смесь экспертов, и у неё другая арифметика: три маленькие модели генерируют параллельно, четвёртая выбирает — всегда четыре вызова, никакого цикла и никакой переделки. Цена почти совпадает с комбинацией. Но вот что обманывает: формальная точность здесь сто процентов — лучше, чем у судьи и у комбинации. Эта сотня не означает, что решатель действительно судит по качеству: на соседнем кадре измерено, что при перестановке вариантов решатель меняет выбор в половине случаев. Дешёвая и предсказуемая цена не защищает от того, что сам выбор держится за позицию, а не за содержание.</a:t>
            </a:r>
          </a:p>
          <a:p/>
          <a:p>
            <a:r>
              <a:t>Заметьте общую арифметику: разрыв растёт на каждом дополнительном проверяющем умножением, а не сложением, и точность падает ровно тогда, когда в дело входит цикл с переделкой по мнению модели — судья и комбинация. У смеси экспертов цикла нет вовсе, поэтому её цена растёт предсказуемо — но это свойство цены, а не доказательство надёжности.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обновлённый кадр — раньше комбинацию измеряли на трёх вопросах, теперь на двадцати, тех же самых, что код и судья проходили по отдельности.</a:t>
            </a:r>
          </a:p>
          <a:p/>
          <a:p>
            <a:r>
              <a:t>Число сошедшихся — семнадцать из двадцати, восемьдесят пять процентов. Раньше на трёх вопросах один упирался в потолок — треть. Теперь три из двадцати — пятнадцать процентов, почти вдвое реже. Называю оба числа: находка не исчезла, она стала менее драматичной на большей выборке, и это тоже честный результат измерения, а не повод стесняться первой версии кадра.</a:t>
            </a:r>
          </a:p>
          <a:p/>
          <a:p>
            <a:r>
              <a:t>Главное — механизм у всех трёх несошедшихся один и тот же, без исключений. Код говорит «ок» на каждой из шести попыток. Судья не соглашается ни разу. Это не код мечется — код стабилен. Это судья никогда не подтверждает то, что код уже принял.</a:t>
            </a:r>
          </a:p>
          <a:p/>
          <a:p>
            <a:r>
              <a:t>И в двух из трёх случаев — это не просто упрямство судьи, а то же самопротиворечие, что мы видели раньше на одном примере. Судья называет причиной отказа предложение, которое само по себе звучит как одобрение: «явно упоминает деталь» — и это написано как причина ОТКАЗА. На соседней попытке тот же судья по той же детали пишет обратное — «не упоминает». Надёжного критерия здесь нет вообще.</a:t>
            </a:r>
          </a:p>
          <a:p/>
          <a:p>
            <a:r>
              <a:t>Потолок на шести попытках сработал так же штатно, как и раньше — вопрос ушёл на принудительную остановку, а не крутился бы вечно. Это по-прежнему не судья решил остановиться — у него нет для этого механизма. Остановил процесс, который заранее знал предел.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Чего стоит каждый проверяющий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11183112" cy="2869945"/>
          </a:xfrm>
          <a:prstGeom prst="roundRect">
            <a:avLst>
              <a:gd name="adj" fmla="val 10620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26236"/>
            <a:ext cx="2707143" cy="454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СБОРКА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39247" y="1126236"/>
            <a:ext cx="2888732" cy="454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МОДЕЛЬ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74283" y="1126236"/>
            <a:ext cx="1468798" cy="454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ВЫЗОВОВ/ВОПРОС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9385" y="1126236"/>
            <a:ext cx="2082435" cy="454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ТОЧНОСТЬ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8125" y="1126236"/>
            <a:ext cx="938722" cy="454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ЦЕНА (20 ВОПРОСОВ)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80642"/>
            <a:ext cx="2707143" cy="339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без цикла, база (6 вопросов)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9247" y="1580642"/>
            <a:ext cx="2888732" cy="339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qwen/qwen-2.5-7b-instruct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4283" y="1580642"/>
            <a:ext cx="1468798" cy="339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1,0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9385" y="1580642"/>
            <a:ext cx="2082435" cy="339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100% (6/6)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8125" y="1580642"/>
            <a:ext cx="938722" cy="339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—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1920494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1920494"/>
            <a:ext cx="2707143" cy="339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проверка кодом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9247" y="1920494"/>
            <a:ext cx="2888732" cy="339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— (детерминированный JavaScript)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283" y="1920494"/>
            <a:ext cx="1468798" cy="339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1,0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9385" y="1920494"/>
            <a:ext cx="2082435" cy="339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100% (20/20)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18125" y="1920494"/>
            <a:ext cx="938722" cy="339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$0,0007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226034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2260346"/>
            <a:ext cx="2707143" cy="339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судья-модель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9247" y="2260346"/>
            <a:ext cx="2888732" cy="339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qwen/qwen-2.5-7b-instruct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4283" y="2260346"/>
            <a:ext cx="1468798" cy="339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2,8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9385" y="2260346"/>
            <a:ext cx="2082435" cy="339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90% (18/20)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18125" y="2260346"/>
            <a:ext cx="938722" cy="339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$0,0031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260019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5800" y="2600198"/>
            <a:ext cx="2707143" cy="339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комбинация код+судья (строгая)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39247" y="2600198"/>
            <a:ext cx="2888732" cy="339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qwen/qwen-2.5-7b-instruct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4283" y="2600198"/>
            <a:ext cx="1468798" cy="339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4,0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9385" y="2600198"/>
            <a:ext cx="2082435" cy="339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85% (17/20)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18125" y="2600198"/>
            <a:ext cx="938722" cy="339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$0,0047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" y="294005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" y="2940050"/>
            <a:ext cx="2707143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смесь экспертов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39247" y="2940050"/>
            <a:ext cx="2888732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3 эксперта + решатель qwen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74283" y="2940050"/>
            <a:ext cx="1468798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4,0 (фиксировано, без цикла)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9385" y="2940050"/>
            <a:ext cx="2082435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100% (20/20, терпимая проверка)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18125" y="2940050"/>
            <a:ext cx="938722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$0,0042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3977893"/>
            <a:ext cx="11183112" cy="858774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21208" y="4032757"/>
            <a:ext cx="64008" cy="74904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" y="4115054"/>
            <a:ext cx="10643616" cy="584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34"/>
              </a:lnSpc>
              <a:spcAft>
                <a:spcPts val="300"/>
              </a:spcAft>
            </a:pPr>
            <a:r>
              <a:rPr sz="1300" b="1" i="0">
                <a:solidFill>
                  <a:srgbClr val="141B2E"/>
                </a:solidFill>
                <a:latin typeface="Arial"/>
              </a:rPr>
              <a:t>Откуда берётся разрыв код/судья/комбинация.</a:t>
            </a:r>
            <a:r>
              <a:rPr sz="1300" b="0" i="0">
                <a:solidFill>
                  <a:srgbClr val="141B2E"/>
                </a:solidFill>
                <a:latin typeface="Arial"/>
              </a:rPr>
              <a:t> Он складывается дважды: на каждой попытке (судья тратит два вызова вместо одного) и на числе попыток (ложный отказ отправляет ответ на новый круг). Комбинация ловит оба умножителя сразу — отсюда 4,0 против 2,8.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001260"/>
            <a:ext cx="11183112" cy="1053592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21208" y="5056123"/>
            <a:ext cx="64008" cy="94386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" y="5138420"/>
            <a:ext cx="10643616" cy="779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34"/>
              </a:lnSpc>
              <a:spcAft>
                <a:spcPts val="300"/>
              </a:spcAft>
            </a:pPr>
            <a:r>
              <a:rPr sz="1300" b="1" i="0">
                <a:solidFill>
                  <a:srgbClr val="141B2E"/>
                </a:solidFill>
                <a:latin typeface="Arial"/>
              </a:rPr>
              <a:t>Почему у смеси экспертов те же 4,0, но другая причина.</a:t>
            </a:r>
            <a:r>
              <a:rPr sz="1300" b="0" i="0">
                <a:solidFill>
                  <a:srgbClr val="141B2E"/>
                </a:solidFill>
                <a:latin typeface="Arial"/>
              </a:rPr>
              <a:t> Комбинация доходит до 4,0 циклом переделки; смесь экспертов стоит ровно 4,0 всегда, вопрос ни разу не дороже и не дешевле своей сложности. Предсказуемость цены — её единственный выигрыш; 100% точности здесь держится на 50% устойчивости решателя к порядку вариантов (n32) — независимая оценка качества тут ни при чём.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получится, если скрестить код и судью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11183112" cy="454152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1208" y="998220"/>
            <a:ext cx="64008" cy="34442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080516"/>
            <a:ext cx="10643616" cy="179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16"/>
              </a:lnSpc>
              <a:spcAft>
                <a:spcPts val="300"/>
              </a:spcAft>
            </a:pPr>
            <a:r>
              <a:rPr sz="1200" b="1" i="0">
                <a:solidFill>
                  <a:srgbClr val="141B2E"/>
                </a:solidFill>
                <a:latin typeface="Arial"/>
              </a:rPr>
              <a:t>Сошлось: 17 из 20 (85%)</a:t>
            </a:r>
            <a:r>
              <a:rPr sz="1200" b="0" i="0">
                <a:solidFill>
                  <a:srgbClr val="141B2E"/>
                </a:solidFill>
                <a:latin typeface="Arial"/>
              </a:rPr>
              <a:t> · </a:t>
            </a:r>
            <a:r>
              <a:rPr sz="1200" b="1" i="0">
                <a:solidFill>
                  <a:srgbClr val="141B2E"/>
                </a:solidFill>
                <a:latin typeface="Arial"/>
              </a:rPr>
              <a:t>Не сошлось (потолок 6 попыток): 3 из 20 (15%)</a:t>
            </a:r>
            <a:r>
              <a:rPr sz="1200" b="0" i="0">
                <a:solidFill>
                  <a:srgbClr val="141B2E"/>
                </a:solidFill>
                <a:latin typeface="Arial"/>
              </a:rPr>
              <a:t> · </a:t>
            </a:r>
            <a:r>
              <a:rPr sz="1200" b="1" i="0">
                <a:solidFill>
                  <a:srgbClr val="141B2E"/>
                </a:solidFill>
                <a:latin typeface="Arial"/>
              </a:rPr>
              <a:t>Среднее число попыток: 2,0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62100"/>
            <a:ext cx="11183112" cy="574040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1208" y="1616964"/>
            <a:ext cx="64008" cy="46431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99260"/>
            <a:ext cx="10643616" cy="299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80"/>
              </a:lnSpc>
              <a:spcAft>
                <a:spcPts val="300"/>
              </a:spcAft>
            </a:pPr>
            <a:r>
              <a:rPr sz="1000" b="1" i="0">
                <a:solidFill>
                  <a:srgbClr val="141B2E"/>
                </a:solidFill>
                <a:latin typeface="Arial"/>
              </a:rPr>
              <a:t>В терминах человека.</a:t>
            </a:r>
            <a:r>
              <a:rPr sz="1000" b="0" i="0">
                <a:solidFill>
                  <a:srgbClr val="141B2E"/>
                </a:solidFill>
                <a:latin typeface="Arial"/>
              </a:rPr>
              <a:t> «Сошлось» — обратившийся получил ответ. «Не сошлось» — после шести попыток ответа так и нет, вопрос уходит Ольге: управляемая остановка по известному пределу, предусмотренная заранее.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00732"/>
            <a:ext cx="11183112" cy="2097659"/>
          </a:xfrm>
          <a:prstGeom prst="roundRect">
            <a:avLst>
              <a:gd name="adj" fmla="val 14530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83612"/>
            <a:ext cx="3495544" cy="5368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5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ВОПРОС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7648" y="2483612"/>
            <a:ext cx="744055" cy="5368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5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КОД НА ВСЕХ 6 ПОПЫТКАХ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8007" y="2483612"/>
            <a:ext cx="744055" cy="5368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5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СУДЬЯ НА ВСЕХ 6 ПОПЫТКАХ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367" y="2483612"/>
            <a:ext cx="5248480" cy="5368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5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САМОПРОТИВОРЕЧИЕ КАК НА N38?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20441"/>
            <a:ext cx="3495544" cy="442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«...до начала занятия совсем мало времени, перенос возможен?»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7648" y="3020441"/>
            <a:ext cx="744055" cy="442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8007" y="3020441"/>
            <a:ext cx="744055" cy="442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не 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8367" y="3020441"/>
            <a:ext cx="5248480" cy="442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да</a:t>
            </a:r>
            <a:r>
              <a:rPr sz="950" b="0" i="0">
                <a:solidFill>
                  <a:srgbClr val="141B2E"/>
                </a:solidFill>
                <a:latin typeface="Arial"/>
              </a:rPr>
              <a:t> — 3 из 6 причин: «2. Явно упоминает деталь «24 час».»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346252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3462528"/>
            <a:ext cx="3495544" cy="442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«Как мне попасть на пересдачу занятия...?»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7648" y="3462528"/>
            <a:ext cx="744055" cy="442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8007" y="3462528"/>
            <a:ext cx="744055" cy="442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не 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367" y="3462528"/>
            <a:ext cx="5248480" cy="442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да</a:t>
            </a:r>
            <a:r>
              <a:rPr sz="950" b="0" i="0">
                <a:solidFill>
                  <a:srgbClr val="141B2E"/>
                </a:solidFill>
                <a:latin typeface="Arial"/>
              </a:rPr>
              <a:t> — попытки чередуют «не упоминает» и «явно упоминает» про ОДНУ и ту же деталь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390461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3904615"/>
            <a:ext cx="34955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«...не предупредил — смогу пересдать бесплатно?»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7648" y="3904615"/>
            <a:ext cx="7440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8007" y="3904615"/>
            <a:ext cx="7440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не 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367" y="3904615"/>
            <a:ext cx="524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нет — причины голословны («повтор»), но не противоречат друг другу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562983"/>
            <a:ext cx="11183112" cy="746378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21208" y="4617847"/>
            <a:ext cx="64008" cy="63665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700143"/>
            <a:ext cx="10643616" cy="4720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38"/>
              </a:lnSpc>
              <a:spcAft>
                <a:spcPts val="30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Дословно, причина отказа попытки 4 (вопрос про пересдачу).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«2. Явно упоминает деталь «вторую субботу».» — положительное предложение, поданное как причина ОТКАЗА. Две попытки спустя та же деталь в похожем тексте получает обратную причину: «не явно упоминает».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473954"/>
            <a:ext cx="11183112" cy="648969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21208" y="5528818"/>
            <a:ext cx="64008" cy="539241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5611114"/>
            <a:ext cx="10643616" cy="37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5"/>
              </a:lnSpc>
              <a:spcAft>
                <a:spcPts val="30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Это не единичный случай n38.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Самопротиворечие «положительное предложение как причина отказа» воспроизведено на 2 из 3 несошедшихся вопросов этого замера — на разных пунктах базы, разными генерациями ответа.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