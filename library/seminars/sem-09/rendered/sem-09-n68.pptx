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Смотрим на устройство, которое реально измерено на стенде, без шага, который ему раньше приписывали лишним. Фотография квитанции идёт в модель </a:t>
            </a:r>
            <a:r>
              <a:rPr>
                <a:latin typeface="Consolas"/>
              </a:rPr>
              <a:t>qwen/qwen3-vl-8b-instruct</a:t>
            </a:r>
            <a:r>
              <a:t> целиком, пикселями: отдельного распознавания текста между снимком и моделью в этом устройстве нет и не было. Модель получает только изображение и вопрос прочитать сумму и дату — текста заявки она не видит вовсе.</a:t>
            </a:r>
          </a:p>
          <a:p/>
          <a:p>
            <a:r>
              <a:t>Рядом с прочитанными числами лежит ещё одно: сумма, которую клиент сам написал в заявке словами или цифрами. Эти два значения сравнивает код — одна детерминированная операция, без второго вызова модели и без повторного чтения той же фотографии.</a:t>
            </a:r>
          </a:p>
          <a:p/>
          <a:p>
            <a:r>
              <a:t>Если числа совпали, заявка идёт дальше как подтверждённая: у нас есть два независимых друг от друга подтверждения одной суммы. Если не совпали, заявка автоматически не закрывается в пользу ни одного из двух источников — она уходит на ручную сверку, которую сегодня и выполняет Ольга.</a:t>
            </a:r>
          </a:p>
          <a:p/>
          <a:p>
            <a:r>
              <a:t>Вот чем это устройство отличается от простого «прочитать фотографию и поверить прочитанному». Одно число из одного источника ничем не подтверждено, кроме самого себя. Два числа из двух независимых источников ведут себя иначе: их расхождение само по себе становится сигналом, причём таким, для которого заранее не нужно знать, какое из двух чисел верное, — достаточно знать, что они должны совпадать, и не совпали.</a:t>
            </a:r>
          </a:p>
          <a:p/>
          <a:p>
            <a:r>
              <a:t>Остаётся отдельный вопрос про надёжность одного из двух источников: что, если текст заявки тоже не вполне надёжен? Его пишет тот же человек, что и число на квитанции, — та же уязвимость, что в кейсе про манипуляции с возвратом. Надёжнее источники, которые клиент не контролирует: дата обращения в системе, запись о курсе в CRM, прайс-лист на момент обращения. Такой путь кейс только называет направлением — собранного узла под него на стенде нет.</a:t>
            </a:r>
          </a:p>
          <a:p/>
          <a:p>
            <a:r>
              <a:t>Дальше — настоящий снимок стенда, на котором это чтение измерялось.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Фото читает модель, сверяет код</a:t>
            </a:r>
          </a:p>
        </p:txBody>
      </p:sp>
      <p:pic>
        <p:nvPicPr>
          <p:cNvPr id="3" name="Picture 2" descr="k6-shema-chtenie-i-sver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075" y="943356"/>
            <a:ext cx="9228801" cy="323777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45719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473735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Устройство.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Фотография квитанции идёт в модель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qwen/qwen3-vl-8b-instruct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целиком, пикселями, без распознавания текста → модель возвращает прочитанные сумму и дату → код сравнивает прочитанную сумму с суммой, которую клиент написал в тексте заявки → развилка «совпали?».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0431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32331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 исхода, и почему сравнение — проверка.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Совпали — заявка идёт дальше обычным порядком. Разошлись — уходит Ольге на ручную сверку. Два сравниваемых числа добыты разными путями: модель читает фотографию и текста заявки не видит; код сравнивает числа и саму фотографию не читает. Эта раздельность путей и делает сравнение проверкой.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