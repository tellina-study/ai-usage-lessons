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Смотрим на устройство без единого имени узла: если завтра собирать это другим инструментом, ни одна строка здесь не изменится.</a:t>
            </a:r>
          </a:p>
          <a:p/>
          <a:p>
            <a:r>
              <a:t>Фото квитанции и текст заявки приходят в процесс вместе — это обычное содержимое одной и той же формы. Фотография сначала проходит через классическое распознавание, и в дальнейший шаг идёт уже не картинка, а получившийся из неё текст. Рядом с этим текстом лежит ещё одно число — то, которое клиент сам написал в заявке словами или цифрами, когда указывал сумму платежа.</a:t>
            </a:r>
          </a:p>
          <a:p/>
          <a:p>
            <a:r>
              <a:t>Дальше происходит сравнение этих двух чисел между собой. Не чтение фотографии повторно тем же способом, не переспрос той же модели «ты точно уверена», а сопоставление двух значений, которые в принципе могли оказаться разными, потому что добыты они разными путями.</a:t>
            </a:r>
          </a:p>
          <a:p/>
          <a:p>
            <a:r>
              <a:t>Если числа совпали, заявка идёт дальше как подтверждённая: у нас есть две независимых друг от друга подсказки, что сумма именно такая, и они согласны. Если не совпали, дорожка не решает проблему сама — вместо того чтобы молча принять одно из двух значений, она откладывает заявку для отдельной сверки, ровно той, какую сегодня делает человек, когда получает фотографию с неоднозначной цифрой.</a:t>
            </a:r>
          </a:p>
          <a:p/>
          <a:p>
            <a:r>
              <a:t>Вот почему это устройство отличается от простого «прочитать фотографию и поверить прочитанному». Одно число из одного источника ничем не подтверждено, кроме самого себя: если оно прочитано неверно, у процесса нет способа заметить ошибку. Два числа из двух независимых источников ведут себя иначе — их расхождение само по себе есть сигнал, причём сигнал, который не требует знать заранее, какое из двух чисел верное. Достаточно знать, что они должны совпадать и не совпали.</a:t>
            </a:r>
          </a:p>
          <a:p/>
          <a:p>
            <a:r>
              <a:t>Чего эта схема не решает — какой инструмент распознаёт фотографию и как именно устроено сравнение на экране. Это дальше, на настоящем стенде.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63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Фото сверяется с заявкой, не само с собой</a:t>
            </a:r>
          </a:p>
        </p:txBody>
      </p:sp>
      <p:pic>
        <p:nvPicPr>
          <p:cNvPr id="3" name="Picture 2" descr="k6-shema-chtenie-i-sverk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6187" y="943356"/>
            <a:ext cx="6936577" cy="2433582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02920" y="3541530"/>
            <a:ext cx="82296" cy="609715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3669546"/>
            <a:ext cx="10643616" cy="35368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64"/>
              </a:lnSpc>
              <a:spcAft>
                <a:spcPts val="300"/>
              </a:spcAft>
            </a:pPr>
            <a:r>
              <a:rPr sz="1100" b="1" i="0">
                <a:solidFill>
                  <a:srgbClr val="141B2E"/>
                </a:solidFill>
                <a:latin typeface="Arial"/>
              </a:rPr>
              <a:t>Устройство.</a:t>
            </a:r>
            <a:r>
              <a:rPr sz="1100" b="1" i="0">
                <a:solidFill>
                  <a:srgbClr val="141B2E"/>
                </a:solidFill>
                <a:latin typeface="Arial"/>
              </a:rPr>
              <a:t> Фото квитанции и текст заявки приходят вместе → классическое распознавание переводит фото в текст → этот текст (не пиксели) и сумма, которую клиент написал в заявке, идут дальше вместе → сравнение двух чисел → развилка «совпали?».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4315838"/>
            <a:ext cx="82296" cy="455422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4443854"/>
            <a:ext cx="10643616" cy="1993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26"/>
              </a:lnSpc>
              <a:spcAft>
                <a:spcPts val="300"/>
              </a:spcAft>
            </a:pPr>
            <a:r>
              <a:rPr sz="1150" b="1" i="0">
                <a:solidFill>
                  <a:srgbClr val="141B2E"/>
                </a:solidFill>
                <a:latin typeface="Arial"/>
              </a:rPr>
              <a:t>Ветвь «совпали».</a:t>
            </a:r>
            <a:r>
              <a:rPr sz="1150" b="1" i="0">
                <a:solidFill>
                  <a:srgbClr val="141B2E"/>
                </a:solidFill>
                <a:latin typeface="Arial"/>
              </a:rPr>
              <a:t> Заявка идёт дальше как подтверждённая: прочитанное с фотографии согласуется с тем, что написал клиент.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4935852"/>
            <a:ext cx="82296" cy="609715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5063868"/>
            <a:ext cx="10643616" cy="35368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64"/>
              </a:lnSpc>
              <a:spcAft>
                <a:spcPts val="300"/>
              </a:spcAft>
            </a:pPr>
            <a:r>
              <a:rPr sz="1100" b="1" i="0">
                <a:solidFill>
                  <a:srgbClr val="141B2E"/>
                </a:solidFill>
                <a:latin typeface="Arial"/>
              </a:rPr>
              <a:t>Ветвь «не совпали».</a:t>
            </a:r>
            <a:r>
              <a:rPr sz="1100" b="1" i="0">
                <a:solidFill>
                  <a:srgbClr val="141B2E"/>
                </a:solidFill>
                <a:latin typeface="Arial"/>
              </a:rPr>
              <a:t> Заявка не закрывается молча в пользу одного из двух чисел. Она уходит Ольге на ручную сверку — тем же способом, каким сегодня это делает человек: кто-то смотрит на обе цифры и решает, что было на самом деле.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5710159"/>
            <a:ext cx="82296" cy="609715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5838175"/>
            <a:ext cx="10643616" cy="35368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64"/>
              </a:lnSpc>
              <a:spcAft>
                <a:spcPts val="300"/>
              </a:spcAft>
            </a:pPr>
            <a:r>
              <a:rPr sz="1100" b="1" i="0">
                <a:solidFill>
                  <a:srgbClr val="141B2E"/>
                </a:solidFill>
                <a:latin typeface="Arial"/>
              </a:rPr>
              <a:t>Что здесь главное.</a:t>
            </a:r>
            <a:r>
              <a:rPr sz="1100" b="1" i="0">
                <a:solidFill>
                  <a:srgbClr val="141B2E"/>
                </a:solidFill>
                <a:latin typeface="Arial"/>
              </a:rPr>
              <a:t> Два сравниваемых числа добыты разными путями: одно с фотографии через распознавание, второе — из текста, который клиент написал сам. Именно поэтому их совпадение или расхождение говорит что-то содержательное.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38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72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