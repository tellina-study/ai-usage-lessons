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Свод перед разбором: что получилось у двух устройств по трём измеренным величинам — верно ли прочитана сумма, верно ли прочитана дата, верен ли итоговый вердикт сверки.</a:t>
            </a:r>
          </a:p>
          <a:p/>
          <a:p>
            <a:r>
              <a:t>Первое число удивляет на вид. У единого вызова сумма читается верно двадцать семь раз из тридцати, у двухшагового устройства — двадцать пять. Формально единый вызов точнее. Но торопиться с выводом рано: прежде чем засчитывать это как преимущество, стоит посмотреть, откуда взялись именно эти два дополнительных верных ответа. Разбор следующих двух экранов показывает — оба получены на самом тяжёлом разрешении: модель скопировала число прямо из заявки вместо того, чтобы прочитать его с фотографии.</a:t>
            </a:r>
          </a:p>
          <a:p/>
          <a:p>
            <a:r>
              <a:t>Второе число не меняется между устройствами вовсе — пятнадцать из тридцати в обоих случаях, один и тот же порог, что и в чтении без всякой сверки. Это ожидаемо: заявка в этом замере несёт только сумму платежа, клиент сегодня не пишет текстом дату. Единому вызову попросту нечем подтягивать дату к заявленному значению — рядом с прочитанной датой нет второго числа, на которое можно было бы соскользнуть. Эффект, заметный у суммы, у даты структурно невозможен.</a:t>
            </a:r>
          </a:p>
          <a:p/>
          <a:p>
            <a:r>
              <a:t>Третье число — итоговый вердикт — сходится по счёту в обоих устройствах: двадцать пять верных решений из тридцати в каждом. Но это совпадение именно счёта — причины у него разные. У двухшагового устройства код детерминирован, и его ошибка вердикта равна ошибке чтения один в один — где прочитано неверно, там и вердикт неверен, и ничего сверх этого. У единого вызова вердикт — отдельный языковой шаг той же модели, и у него, как увидим дальше, собственные, новые классы отказа, которых у детерминированного кода просто не может быть.</a:t>
            </a:r>
          </a:p>
          <a:p/>
          <a:p>
            <a:r>
              <a:t>Одно и то же число двадцать пять из тридцати на этом кадре — приглашение к разбору, а финал истории ещё впереди. Следующие два экрана показывают, почему маскировка опаснее, чем выглядит на первый взгляд.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Свод: один и тот же итоговый счёт, разные причины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13587"/>
            <a:ext cx="11183112" cy="1342135"/>
          </a:xfrm>
          <a:prstGeom prst="roundRect">
            <a:avLst>
              <a:gd name="adj" fmla="val 2271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96467"/>
            <a:ext cx="476180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УСТРОЙСТВО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93910" y="1196467"/>
            <a:ext cx="1607344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СУММА ВЕРНА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47559" y="1196467"/>
            <a:ext cx="1467545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ДАТА ВЕРНА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408" y="1196467"/>
            <a:ext cx="239543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ВЕРДИКТ СВЕРКИ ВЕРЕН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78534"/>
            <a:ext cx="476180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Два шага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(модель читает, код сравнивает)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3910" y="1478534"/>
            <a:ext cx="160734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25 из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7559" y="1478534"/>
            <a:ext cx="1467545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15 из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408" y="1478534"/>
            <a:ext cx="239543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25 из 30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82568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1825688"/>
            <a:ext cx="476180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Единый вызов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(модель читает и сама сравнивает)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3910" y="1825688"/>
            <a:ext cx="160734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27 из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7559" y="1825688"/>
            <a:ext cx="1467545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15 из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408" y="1825688"/>
            <a:ext cx="239543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25 из 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695892"/>
            <a:ext cx="11183112" cy="1083564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208" y="2750756"/>
            <a:ext cx="64008" cy="97383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2833052"/>
            <a:ext cx="10643616" cy="8092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Формальный выигрыш суммы требует проверки.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У единого вызова сумма читается верно два раза чаще, чем у двухшагового устройства, — 27 против 25. Разбор на следующих двух экранах показывает: оба лишних «верных» ответа получены на самом тяжёлом разрешении — модель скопировала число прямо из заявки вместо того, чтобы прочитать его с фотографии.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19626"/>
            <a:ext cx="11183112" cy="881253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1208" y="4174489"/>
            <a:ext cx="64008" cy="77152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256786"/>
            <a:ext cx="10643616" cy="606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Дата не меняется вовсе — и это ожидаемо.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Заявка в этом замере несёт только сумму платежа, текста даты в ней нет. Единому вызову попросту нечем «подтянуть» дату к заявленному значению — у неё нет второго числа рядом. Порог даты держится там же, где и в чтении без всякой сверки.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341048"/>
            <a:ext cx="11183112" cy="881253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1208" y="5395912"/>
            <a:ext cx="64008" cy="77152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478208"/>
            <a:ext cx="10643616" cy="606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Вердикт сходится по счёту, причины расходятся.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Оба устройства дают 25 верных вердиктов из 30, но это два разных отказа под одним числом: у двухшагового кода ошибка вердикта в точности равна ошибке чтения; у единого вызова — свои, новые классы отказа поверх чтения.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