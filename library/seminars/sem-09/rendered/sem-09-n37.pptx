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выборка выросла с шести ответов до двадцати — тот же эксперимент, шире база.</a:t>
            </a:r>
          </a:p>
          <a:p/>
          <a:p>
            <a:r>
              <a:t>Код принял все двадцать первых ответов. Ни одного отказа. Это значит, что одну половину исходного вопроса — «одобрит ли судья то, что код сам забраковал» — в этом прогоне измерить нечем: отвергнутых код текстов просто нет. Говорю это прямо, а не прячу: отсутствие числа — тоже честный результат, когда для него нет материала.</a:t>
            </a:r>
          </a:p>
          <a:p/>
          <a:p>
            <a:r>
              <a:t>Зато обратное направление — надёжно и сильно измерено. Из двадцати ответов, которые код принял, судья отверг девятнадцать. Девяносто пять процентов.</a:t>
            </a:r>
          </a:p>
          <a:p/>
          <a:p>
            <a:r>
              <a:t>Посмотрите на причины. «Длина ответа превышает двести восемьдесят символов» — при ответе в двести тринадцать знаков. «Не упоминает деталь» — когда деталь стоит в тексте буквально, теми же словами. «Номер правила вместо объяснения» — тот же баг, что мы видели раньше. И новый класс, которого не было на шести ответах: судья отверг число восемнадцать как «число не из базы», хотя это легитимное число из самой базы — совершеннолетие. Код, читающий тот же список разрешённых чисел, эту ошибку не совершил.</a:t>
            </a:r>
          </a:p>
          <a:p/>
          <a:p>
            <a:r>
              <a:t>Единственное совпадение — ответ про то, где смотреть сертификат, судья согласился сразу. Один случай из двадцати, пять процентов. Это не опровергает находку — это говорит, что судья иногда всё-таки угадывает, но угадывание — не то, на что можно полагаться как на проверку.</a:t>
            </a:r>
          </a:p>
          <a:p/>
          <a:p>
            <a:r>
              <a:t>И ещё одно важно сказать прямо, потому что иначе легко повиснуть в воздухе: «код принял» здесь не означает какую-то отдельную, более глубокую проверку правильности. Код и судья проверяют один и тот же текст одними и теми же пятью правилами — и у этой задачи просто нет третьего, более авторитетного источника истины. Когда код говорит «годен», это значит «прошёл пять правил», не больше и не меньше. На этой выборке, расширенной с шести ответов до двадцати, направление и масштаб прежней находки не изменились, а усилились: было пять ложных отказов из пяти измеримых, стало девятнадцать из двадцати.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Двадцать ответов, два проверяющих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61213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080516"/>
            <a:ext cx="10707624" cy="337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1">
                <a:solidFill>
                  <a:srgbClr val="6B7685"/>
                </a:solidFill>
                <a:latin typeface="Arial"/>
              </a:rPr>
              <a:t>Судья отверг то, что код принял: 19 случаев из 20 (95%)</a:t>
            </a:r>
          </a:p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1">
                <a:solidFill>
                  <a:srgbClr val="6B7685"/>
                </a:solidFill>
                <a:latin typeface="Arial"/>
              </a:rPr>
              <a:t>Обратное сравнение («судья одобрил то, что код забраковал») в этой выборке не измерено</a:t>
            </a:r>
            <a:r>
              <a:rPr sz="1000" b="0" i="1">
                <a:solidFill>
                  <a:srgbClr val="6B7685"/>
                </a:solidFill>
                <a:latin typeface="Arial"/>
              </a:rPr>
              <a:t> — код не отверг ни одного из 20 первых ответов.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20087"/>
            <a:ext cx="11183112" cy="3169158"/>
          </a:xfrm>
          <a:prstGeom prst="roundRect">
            <a:avLst>
              <a:gd name="adj" fmla="val 961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2967"/>
            <a:ext cx="2111750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ВОПРОС (КРАТКО)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3854" y="1902967"/>
            <a:ext cx="1051157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ДЛИНА ОТВЕТА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1315" y="1902967"/>
            <a:ext cx="2979226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ПРИЧИНА СУДЬИ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6846" y="1902967"/>
            <a:ext cx="4090001" cy="424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ПОЧЕМУ ПРИЧИНА ЛОЖНАЯ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7402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оплата в рассрочку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854" y="2327402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97 знаков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1315" y="2327402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«не упоминает деталь «рассрочк»»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6846" y="2327402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деталь стоит в ответе буквально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64534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645346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перенос, заболел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3854" y="2645346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169 знаков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1315" y="2645346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«1. Не длиннее 280 символов»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6846" y="2645346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номер правила, не нарушение — ответ короче предела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96329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2963291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возврат денег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3854" y="2963291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213 знаков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1315" y="2963291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«длина ответа превышает 280 символов»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6846" y="2963291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буквальная ложь — 213 &lt; 280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328123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3281235"/>
            <a:ext cx="2111750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согласие родителей (18 лет)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3854" y="3281235"/>
            <a:ext cx="1051157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155 знаков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1315" y="3281235"/>
            <a:ext cx="2979226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«ответ содержит число 18»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6846" y="3281235"/>
            <a:ext cx="4090001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новый класс: 18 — легитимное число из тела базы (kb3), не нарушение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375253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3752532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пересдача в будний день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3854" y="3752532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125 знаков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1315" y="3752532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«не упоминает «вторую субботу»»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6846" y="3752532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деталь стоит в ответе буквально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407047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4070477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сертификат после курса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3854" y="4070477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144 знака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1315" y="4070477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«не упоминает «5 рабочих дней»»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6846" y="4070477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деталь стоит в ответе буквально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438842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4388421"/>
            <a:ext cx="2111750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сертификат, где смотреть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3854" y="4388421"/>
            <a:ext cx="1051157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113 знаков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41315" y="4388421"/>
            <a:ext cx="2979226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(согласился)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6846" y="4388421"/>
            <a:ext cx="4090001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единственное совпадение из 20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053838"/>
            <a:ext cx="11183112" cy="5257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1208" y="5108701"/>
            <a:ext cx="64008" cy="4160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5190998"/>
            <a:ext cx="10643616" cy="251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30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Четыре повторяющихся класса ложной причины.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Длина (7) · номер правила вместо объяснения (4) · деталь уже в тексте (7) · легитимное число названо нарушением (1).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780770"/>
            <a:ext cx="32004" cy="390653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2668" y="5835634"/>
            <a:ext cx="10730484" cy="280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0"/>
              </a:lnSpc>
              <a:spcAft>
                <a:spcPts val="300"/>
              </a:spcAft>
            </a:pPr>
            <a:r>
              <a:rPr sz="1000" b="1" i="1">
                <a:solidFill>
                  <a:srgbClr val="6B7685"/>
                </a:solidFill>
                <a:latin typeface="Arial"/>
              </a:rPr>
              <a:t>«Код принял» значит именно это, не больше.</a:t>
            </a:r>
            <a:r>
              <a:rPr sz="1000" b="0" i="1">
                <a:solidFill>
                  <a:srgbClr val="6B7685"/>
                </a:solidFill>
                <a:latin typeface="Arial"/>
              </a:rPr>
              <a:t> Все 20 прошли одни и те же пять правил — та же проверка, что и у судьи; другой оценки качества у задачи нет.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