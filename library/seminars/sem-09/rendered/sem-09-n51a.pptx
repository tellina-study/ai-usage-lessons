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этой находки есть прямая опорная линия, и мы обязаны её показать, а не просто сказать «код был бы лучше».</a:t>
            </a:r>
          </a:p>
          <a:p/>
          <a:p>
            <a:r>
              <a:t>Правило, которое мы весь кейс отдавали модели, — «клиент есть в списке и его курс не старше тридцати дней» — целиком вычислимо. Найти фамилию в списке клиентов, взять дату курса, вычесть её из сегодняшней даты, сравнить с тридцатью. Это посчитано напрямую, без единого обращения к модели: обычный код на этом же корпусе из 64 заявок даёт 64 верных решения. Ни одной ошибки. Ни одного вызова модели, а значит, ни одной копейки на вызовы и ни одной секунды задержки.</a:t>
            </a:r>
          </a:p>
          <a:p/>
          <a:p>
            <a:r>
              <a:t>Поставьте это рядом с лучшим результатом защищённой модели — 53 из 64 при 65 вызовах. Восемь конфигураций, три классические защиты, сотни решений модели — и лучшее, что получилось, уступает десятку строк обычного кода.</a:t>
            </a:r>
          </a:p>
          <a:p/>
          <a:p>
            <a:r>
              <a:t>Это не значит, что код умнее модели вообще. У кода здесь есть своя слабость, и её нужно назвать так же прямо: сопоставление имени идёт посимвольно, и клиента, который написал в заявке «Абрамова С. И.» вместо полного имени, такой код отвергнет как несуществующего. Мы это не проверяли на корпусе — вариантов написания имени там нет, и это честное непроверенное место, а не доказанная надёжность.</a:t>
            </a:r>
          </a:p>
          <a:p/>
          <a:p>
            <a:r>
              <a:t>Но смысл сравнения не в том, что код безупречен. Смысл в том, что задача, целиком вычислимая без понимания естественного языка, не должна решаться языковой моделью вовсе. Три защиты, которые мы разобрали сегодня, снижают цену такой ошибки — но правильный инженерный выбор стоит на шаг раньше любой из них: не защищать модель от инъекции там, где модели вообще не место.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Опорная линия: то же правило в коде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60321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815185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97481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Правило в коде: 64 из 64 верных решений, 0 вызовов модели.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Поиск фамилии в списке клиентов плюс вычитание двух дат — ровно то же правило, что мы отдали модели.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06775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3161639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243935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Лучшая защищённая модель: 53 из 64, 65 вызовов.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Три классические защиты, восемь конфигураций, и даже лучшая из них не достигает того, что даёт десяток строк обычного кода.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53229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4590389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1">
                <a:solidFill>
                  <a:srgbClr val="6B7685"/>
                </a:solidFill>
                <a:latin typeface="Arial"/>
              </a:rPr>
              <a:t>Оговорка в код тоже идёт честно.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Сопоставление имени в коде — посимвольное: клиента, написавшего фамилию с инициалами вместо полного имени, такой код отвергнет. Это непроверенное место, не доказанная надёжность.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