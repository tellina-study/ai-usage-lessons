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кропа с одной и той же квитанции, и теперь у них одна и та же логика — потому что после честного повтора замера у обоих полей нашлась собственная граница, просто на разной высоте символа.</a:t>
            </a:r>
          </a:p>
          <a:p/>
          <a:p>
            <a:r>
              <a:t>Верхняя пара — про дату, и показывает её настоящую границу: пару соседних шагов сжатия, между которыми дата перестаёт читаться. Слева — четверть исходного размера, четыреста двадцать четыре на пятьсот восемнадцать пикселей, и дата читается без единой ошибки, пять из пяти попыток. Справа — следующий шаг сжатия, восьмая доля, двести двенадцать на двести пятьдесят девять пикселей, и дата уже не читается ни разу, ноль из пяти. Между этими двумя кропами и проходит реальный порог даты.</a:t>
            </a:r>
          </a:p>
          <a:p/>
          <a:p>
            <a:r>
              <a:t>Нижняя пара — про сумму, и здесь кроп нужен был отдельно, потому что раньше в деке такого кропа не было вовсе. До честной починки промта казалось, что у суммы порога нет совсем — она читалась на всех шести проверенных размерах. После починки выяснилось: порог есть, просто на шаг мельче, чем у даты. Слева — шестнадцатая доля, сто шесть на сто двадцать девять пикселей, сумма читается без единой ошибки. Справа — тридцать вторая доля, пятьдесят три на шестьдесят четыре пикселя на весь кадр квитанции целиком. Посмотрите на этот кроп внимательно: серое блочное пятно, в котором человеческий глаз не опознает ни одной цифры уверенно. И действительно — все пять попыток модели на этом разрешении сошлись на одном и том же неверном числе.</a:t>
            </a:r>
          </a:p>
          <a:p/>
          <a:p>
            <a:r>
              <a:t>Сопоставьте эти две пары напрямую. У обоих полей на одной и той же фотографии, в одном и том же замере, с одним и тем же шагом сжатия — своя личная граница. Дата ломается на шаге раньше, сумма — на шаге позже, потому что сумма набрана крупнее и стартует с большей высоты символа. Но граница есть у обоих, и оба кропа показывают её на настоящих пикселях квитанции — таблица выше давала только числа, здесь видно само изображение: по правую сторону каждой пары — пиксельная каша, в которой и человек, и, судя по итогу, модель больше не находят опоры.</a:t>
            </a:r>
          </a:p>
          <a:p/>
          <a:p>
            <a:r>
              <a:t>Почему у суммы запас прочности оказался больше, чем у даты, — отдельный честный вопрос, и на него у этого замера нет измеренного ответа, только предположение про крупный устойчивый шрифт суммы, уже названное на предыдущих экранах. Здесь важно другое: оба факта из таблиц предыдущих тактов теперь видны не только в столбце «верно/неверно», но и в самих пикселях, которые на самом деле получала модель.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Поле «дата» и поле «сумма» — крупным планом</a:t>
            </a:r>
          </a:p>
        </p:txBody>
      </p:sp>
      <p:pic>
        <p:nvPicPr>
          <p:cNvPr id="3" name="Picture 2" descr="k6-zoom-granitsy-oba-pol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905" y="943356"/>
            <a:ext cx="8883141" cy="361905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4727005"/>
            <a:ext cx="11183112" cy="469138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4781869"/>
            <a:ext cx="64008" cy="35941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4864165"/>
            <a:ext cx="10643616" cy="1948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34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Дата, граница порога.</a:t>
            </a:r>
            <a:r>
              <a:rPr sz="1300" b="0" i="0">
                <a:solidFill>
                  <a:srgbClr val="141B2E"/>
                </a:solidFill>
                <a:latin typeface="Arial"/>
              </a:rPr>
              <a:t> Четверть (424×518) — читается, 5 из 5. Восьмая доля (212×259) — читаемости уже нет, 0 из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60735"/>
            <a:ext cx="11183112" cy="791337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" y="5415599"/>
            <a:ext cx="64008" cy="681609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5497895"/>
            <a:ext cx="10643616" cy="5170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Сумма, граница порога.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Шестнадцатая доля (106×129) — читается, 5 из 5. Тридцать вторая доля (53×64), самое мелкое разрешение этого замера, — читаемости уже нет, 0 из 5. Глазами на правом кропе — серое блочное пятно без единой уверенно узнаваемой цифры, и все пять попыток модели сходятся на одном и том же неверном числе.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