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Собираем кейс в одну формулировку, которую можно унести и применить к своему процессу, не вспоминая ни одного имени узла.</a:t>
            </a:r>
          </a:p>
          <a:p/>
          <a:p>
            <a:r>
              <a:t>Критерий такой. Решение «ответить самому или передать человеку» нельзя оставлять внутри текста ответа: его кладут в отдельное значение, которое код умеет проверить одним и тем же способом на любом следующем вопросе. Причина не в том, что модель плоха — мы видели, что она вполне способна честно признать незнание. Причина в том, что решение, живущее внутри сочинённого текста, нельзя ни показать, ни повторить.</a:t>
            </a:r>
          </a:p>
          <a:p/>
          <a:p>
            <a:r>
              <a:t>Теперь граница, и я назову обе стороны прямо.</a:t>
            </a:r>
          </a:p>
          <a:p/>
          <a:p>
            <a:r>
              <a:t>Выносить решение в поле нужно, когда ответ уходит человеку напрямую и никто не читает его перед отправкой. Когда через месяц придётся объяснять, почему на конкретную заявку ответили сами. Когда вопросы приходят произвольным текстом и рядом с нужным пунктом всегда лежит похожий — именно там, как мы видели, самоотчёт замолкает. И когда «хоть какой-то ответ» для вас хуже, чем честное «вам ответит сотрудник».</a:t>
            </a:r>
          </a:p>
          <a:p/>
          <a:p>
            <a:r>
              <a:t>Не нужно — и это не формальная оговорка, а четыре настоящих случая. Если ответ всё равно читает сотрудник перед отправкой, решение модели и так проверяется глазами. Если неверный ответ стоит дешевле, чем ответ, который не пришёл вовсе. Если весь набор вопросов закрыт неизменным списком — тогда здесь и модель не нужна. И четвёртый, прямо из нашего замера: строгий вывод ломается целиком, два раза из пятнадцати клиент не получил ничего. Там, где человек рядом и подхватит, свободный текст честнее — он хотя бы что-нибудь напишет.</a:t>
            </a:r>
          </a:p>
          <a:p/>
          <a:p>
            <a:r>
              <a:t>И предел самого приёма, который стоит унести отдельной мыслью. Поле делает решение проверяемым. Верным оно его не делает. Проверка отвечает ровно на тот вопрос, который в неё записан, и ни на какой другой — мы читали условие своими глазами и видели, что оно спрашивает про существование пункта, а не про его уместность. Четыре ответа из пятнадцати прошли её с неверным содержанием.</a:t>
            </a:r>
          </a:p>
          <a:p/>
          <a:p>
            <a:r>
              <a:t>И один случай не из нашей мастерской — чтобы видеть, во что та же ошибка превращается при другом масштабе ставки. У нас двадцать заявок в день. У алгоритма, который разбирали Obermeyer и соавторы, за спиной были миллионы застрахованных: он отбирал пациентов в программы дополнительной помощи и честно решал ровно ту задачу, которую ему поставили. Беда была в самой задаче — он предсказывал стоимость лечения вместо тяжести состояния. Самое важное — чем это чинили: не меняли ни модель, ни обучение, ни признаки, ни выборку. Поменяли только то, что предсказывают. Избыточных хронических состояний было 48 772, стало 7 758 — смещение упало на 84%.</a:t>
            </a:r>
          </a:p>
          <a:p/>
          <a:p>
            <a:r>
              <a:t>Узнаёте форму? Метрика зелёная, автоматика уверенная, проверка проходит — а предсказывается не то. Наше условие вело себя так же: честно и безошибочно отвечало на свой вопрос, просто вопрос был не тот.</a:t>
            </a:r>
          </a:p>
          <a:p/>
          <a:p>
            <a:r>
              <a:t>Первая строка оси занятия закрыта. Выглядело надёжным, что модель сама скажет, если не знает. Оказалось: на грубо непокрытых вопросах скажет, на соседних — нет, а проверить это в тот момент, когда ответ уходит, нечем.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решение нужно выносить в проверяемое поле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82296" cy="551521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071372"/>
            <a:ext cx="10643616" cy="2954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Критерий.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Решение «ответить самому или передать человеку» выносится в отдельное проверяемое значение, когда ответ уходит человеку напрямую.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59469"/>
            <a:ext cx="5454396" cy="2171192"/>
          </a:xfrm>
          <a:prstGeom prst="roundRect">
            <a:avLst>
              <a:gd name="adj" fmla="val 14038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69197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КОГДА НУЖНО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43517"/>
            <a:ext cx="5088636" cy="2811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Ответ уходит человеку напрямую, и никто не читает его перед отправкой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32469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324695"/>
            <a:ext cx="5088636" cy="4160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Через месяц надо уметь показать, почему на эту заявку ответили сами, а не позвали человека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740747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740747"/>
            <a:ext cx="5088636" cy="4160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Вопросы приходят произвольным текстом, и рядом с нужным пунктом всегда лежат похожие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3156799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3156799"/>
            <a:ext cx="5088636" cy="2811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«Хоть какой-то ответ» хуже, чем честное «ответит сотрудник»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659469"/>
            <a:ext cx="5454396" cy="2171192"/>
          </a:xfrm>
          <a:prstGeom prst="roundRect">
            <a:avLst>
              <a:gd name="adj" fmla="val 14038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4516" y="1769197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КОГДА НЕ НУЖНО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2043517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Ответ в любом случае читает сотрудник перед отправкой — решение модели и так проверяется глазами, отдельное поле ничего не добавляет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14516" y="2444583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14516" y="2444583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Разбираться постфактум не с чем и незачем: цена неверного ответа ниже цены ответа, который не пришёл вовсе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14516" y="2845649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14516" y="2845649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Весь набор вопросов закрыт неизменным списком — тогда и модель здесь не нужна, хватит сравнения строк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14516" y="3246715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14516" y="3246715"/>
            <a:ext cx="5088636" cy="40106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2"/>
              </a:lnSpc>
              <a:spcAft>
                <a:spcPts val="0"/>
              </a:spcAft>
            </a:pPr>
            <a:r>
              <a:rPr sz="850" b="0" i="0">
                <a:solidFill>
                  <a:srgbClr val="141B2E"/>
                </a:solidFill>
                <a:latin typeface="Arial"/>
              </a:rPr>
              <a:t>Молчание дороже неточности: строгий вывод ломается целиком, 2 обрыва из 15, клиент не получил ничего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995253"/>
            <a:ext cx="82296" cy="636524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123269"/>
            <a:ext cx="10643616" cy="3804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6"/>
              </a:lnSpc>
              <a:spcAft>
                <a:spcPts val="300"/>
              </a:spcAft>
            </a:pPr>
            <a:r>
              <a:rPr sz="1150" b="1" i="0">
                <a:solidFill>
                  <a:srgbClr val="141B2E"/>
                </a:solidFill>
                <a:latin typeface="Arial"/>
              </a:rPr>
              <a:t>Предел приёма.</a:t>
            </a:r>
            <a:r>
              <a:rPr sz="1150" b="1" i="0">
                <a:solidFill>
                  <a:srgbClr val="141B2E"/>
                </a:solidFill>
                <a:latin typeface="Arial"/>
              </a:rPr>
              <a:t> Поле делает решение проверяемым — верным не делает. Проверка отвечает только на свой вопрос (существование пункта), не на уместность: 4 из 15 прошли с неверным содержанием. Порог уверенности (n13a) её тоже не закрыл.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796369"/>
            <a:ext cx="82296" cy="841247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4924385"/>
            <a:ext cx="10643616" cy="5852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88"/>
              </a:lnSpc>
              <a:spcAft>
                <a:spcPts val="300"/>
              </a:spcAft>
            </a:pPr>
            <a:r>
              <a:rPr sz="1200" b="1" i="0">
                <a:solidFill>
                  <a:srgbClr val="141B2E"/>
                </a:solidFill>
                <a:latin typeface="Arial"/>
              </a:rPr>
              <a:t>Когда за автоматикой стоят не двадцать заявок в день.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Obermeyer и соавторы, 2019: алгоритм отбирал пациентов в помощь честно, но предсказывал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стоимость лечения вместо тяжести состояния</a:t>
            </a:r>
            <a:r>
              <a:rPr sz="1200" b="1" i="0">
                <a:solidFill>
                  <a:srgbClr val="141B2E"/>
                </a:solidFill>
                <a:latin typeface="Arial"/>
              </a:rPr>
              <a:t> — метрика зелёная, проверка проходит, а предсказывается не то, ровно как наше условие. Поменяли только это: избыточных состояний </a:t>
            </a:r>
            <a:r>
              <a:rPr sz="1200" b="1" i="0">
                <a:solidFill>
                  <a:srgbClr val="141B2E"/>
                </a:solidFill>
                <a:latin typeface="Arial"/>
              </a:rPr>
              <a:t>было 48 772, стало 7 758</a:t>
            </a:r>
            <a:r>
              <a:rPr sz="1200" b="1" i="0">
                <a:solidFill>
                  <a:srgbClr val="141B2E"/>
                </a:solidFill>
                <a:latin typeface="Arial"/>
              </a:rPr>
              <a:t>, −84%.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802209"/>
            <a:ext cx="82296" cy="551521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930225"/>
            <a:ext cx="10643616" cy="2954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Первая строка оси закрыта.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«Модель сама скажет, если не знает» — на отсутствующей теме сказала, на соседней — нет, а проверить решение в тексте ответа нечем.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