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Последний такт перед закрытием занятия — общий взгляд на все шесть кейсов сразу.</a:t>
            </a:r>
          </a:p>
          <a:p/>
          <a:p>
            <a:r>
              <a:t>Шесть разборов сегодня измерили шесть разных вещей. Кейс 1 — долю плохих исходов на одних и тех же пятнадцати вопросах. Кейс 2 — почистил ли формат промта одну конкретную ошибку сравнения чисел. Кейс 3 — сколько из двадцати первых ответов разные проверяющие приняли как годные. Кейс 4 — сколько ложных решений остаётся, когда три классические защиты от инъекции работают по отдельности, парами и все вместе, и сколько даёт то же правило, посчитанное обычным кодом. Кейс 5 — воспроизводится ли один и тот же верный ответ десять раз подряд. Кейс 6 — на каком сжатии фотографии ломается конкретное поле. У каждого свой вопрос, своя база для сравнения и свой размер выборки — от двух заявок до тридцати попыток. Сводить это в одну шкалу процентов и говорить «вот тут лучше, вот тут хуже» было бы нечестно — ровно та свёртка, против которой всё занятие было построено: у каждого числа своя база, и смешивать их в рейтинг значит потерять именно то, что каждый замер показал.</a:t>
            </a:r>
          </a:p>
          <a:p/>
          <a:p>
            <a:r>
              <a:t>Но если посмотреть на все шесть как на один вопрос, заданный шесть раз, видна одна закономерность, и её стоит проговорить честно, с границей. В пяти случаях решение можно было оставить внутри текста, который модель сама о себе пишет, — назвать число уверенности, попросить придерживаться инструкции, показать пример, спросить вторую модель-судью. Ни разу это не дало безошибочного результата: сорок процентов плохих исходов как потолок в Кейсе 1, ноль из восьми в Кейсе 2 на всех пяти форматах, ноль из десяти дважды у few-shot в Кейсе 5. А там, где решение выносили туда, где его проверяет что-то, кроме текста модели, — код в Кейсе 3, то же правило, посчитанное кодом, в Кейсе 4, прямое описание вместо примера на первом вопросе Кейса 5, — ошибок не было вовсе три раза из шести измерений. Четвёртый похожий случай — сумма Кейса 6, прочитанная по шести разрешениям, — после честного повтора оказался уже не безошибочным: двадцать пять верных из тридцати возможных.</a:t>
            </a:r>
          </a:p>
          <a:p/>
          <a:p>
            <a:r>
              <a:t>И сразу честная оговорка: вынесенный приём не застрахован навсегда. Комбинация код плюс судья в Кейсе 3 всё равно просела до восьмидесяти пяти процентов — добавление второго проверяющего цену ошибки не убирает. То же самое описание правила в Кейсе 5 на втором вопросе дало уже шесть верных из десяти вместо прежних десяти. И сумма Кейса 6 — тот же случай: держалась без единой ошибки на пяти разрешениях из шести, а на самом мелком сломалась чисто. И Кейс 2 вообще не подтверждает закономерность: там ни один из пяти способов, включая попытку явно расписать правило условной формой, ошибку не почистил. Эти шесть измерений — шесть честных точек, и большинство из них указывают в одну сторону; подтверждением одного-единственного правила все шесть сразу считать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Шесть кейсов — шесть разных метрик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5720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080516"/>
            <a:ext cx="1070762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Оговорка: шкалы не сравнимы.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Разные задачи, базовые линии и N — это свод того, что каждый кейс измерил как главный результат. Рейтингом «кейс X лучше Y» это не является.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65148"/>
            <a:ext cx="11183112" cy="2503551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693164"/>
            <a:ext cx="195905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5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КЕЙС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36293" y="1693164"/>
            <a:ext cx="328720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5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9800" y="1693164"/>
            <a:ext cx="4477015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5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ЧИСЛО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93120" y="1693164"/>
            <a:ext cx="618591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5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1945259"/>
            <a:ext cx="1959053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Кейс 1. Отвечать или промолчать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6293" y="1945259"/>
            <a:ext cx="3287203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доля плохих исходов, 3 устройства ответа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9800" y="1945259"/>
            <a:ext cx="4477015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в.1 — 6 (40%) · в.1.5 — 8 (53%, худшая) · в.2 — 6 (40%)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3120" y="1945259"/>
            <a:ext cx="618591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15×3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2296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2296795"/>
            <a:ext cx="1959053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Кейс 2. Оптимизация промта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6293" y="2296795"/>
            <a:ext cx="3287203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доля верных на вопросе-границе, 5 форматов промта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9800" y="2296795"/>
            <a:ext cx="4477015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0 из 8 верно во всех пяти — ни один не почистил ошибку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93120" y="2296795"/>
            <a:ext cx="618591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8 (84 всего)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" y="2648331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" y="2648331"/>
            <a:ext cx="1959053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Кейс 3. Проверка ответа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6293" y="2648331"/>
            <a:ext cx="3287203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доля из 20 годных, 3 проверяющих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9800" y="2648331"/>
            <a:ext cx="4477015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код — 20 (100%) · судья — 18 (90%, самопротиворечие) · код+судья — 17 (85%)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93120" y="2648331"/>
            <a:ext cx="618591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20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0936" y="2999867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0936" y="2999867"/>
            <a:ext cx="1959053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Кейс 4. Защита от инъекций и манипуляций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36293" y="2999867"/>
            <a:ext cx="3287203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доля верных решений, правило в коде против лучшей защиты на модели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9800" y="2999867"/>
            <a:ext cx="4477015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правило в коде — 64 из 64 (100%) · лучшая защита на модели (промт+механика) — 53 из 64 (83%)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93120" y="2999867"/>
            <a:ext cx="618591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64 · 64×8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0936" y="3351403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0936" y="3351403"/>
            <a:ext cx="195905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Кейс 5. Повторяемость ответа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6293" y="3351403"/>
            <a:ext cx="328720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доля верных повторов, few-shot против описания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9800" y="3351403"/>
            <a:ext cx="44770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в.1: 0/10 · 10/10 — в.2: 0/10 · 6/10 (few-shot · описание)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93120" y="3351403"/>
            <a:ext cx="61859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10×2×2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0936" y="3589147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30936" y="3589147"/>
            <a:ext cx="1959053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Кейс 6. Чтение фотографии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6293" y="3589147"/>
            <a:ext cx="3287203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доля верных прочтений поля, 6 уровней сжатия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69800" y="3589147"/>
            <a:ext cx="4477015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сумма — 25/30, ломается на 53×64 px · дата верна до 424×518, 0/15 мельче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93120" y="3589147"/>
            <a:ext cx="618591" cy="351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988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30 (6×5)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233291"/>
            <a:ext cx="11183112" cy="1922779"/>
          </a:xfrm>
          <a:prstGeom prst="roundRect">
            <a:avLst>
              <a:gd name="adj" fmla="val 15852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21208" y="4288155"/>
            <a:ext cx="64008" cy="1813051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370451"/>
            <a:ext cx="10643616" cy="16484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Что честно читается из всех шести вместе.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Там, где решающий сигнал оставался внутри текста, который модель пишет о себе, — самооценка уверенности, промт-инструкция, пример-демонстрация, второй вызов той же модели в роли судьи, — лучший измеренный результат нигде не дошёл до безошибочного: потолок Кейса 1 — 40%, Кейс 2 — 0 из 8 на всех пяти направлениях, few-shot Кейса 5 — 0 из 10 дважды. Там, где решение вынесено туда, где его проверяет что-то кроме текста модели — код, отдельное числовое поле формы, прямое описание вместо примера, — три из шести измерений оказались безошибочными: код Кейса 3 (20 из 20), то же правило, посчитанное кодом, в Кейсе 4 (64 из 64), описание на первом вопросе (10 из 10). Четвёртое похожее измерение, сумма Кейса 6 по шести сжатиям, тоже вынесено за пределы самоотчёта модели — но после честного повтора 2026-10-27 уже не безошибочно: 25 из 30. Это и есть живой пример того, что вывод не гарантирует будущее: та же комбинация код+судья просела до 85%; то же описание на втором вопросе Кейса 5 дало уже 6 из 10 вместо 10; и сумма Кейса 6, державшаяся без ошибок на пяти разрешениях из шести, в итоге сломалась на самом мелком. Кейс 2 в эту закономерность не укладывается вовсе — там ни один вынесенный вариант правила (включая явную условную форму) не помог.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