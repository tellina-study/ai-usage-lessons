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Последний такт перед закрытием занятия — и он не про седьмой кейс, а про все шесть сразу.</a:t>
            </a:r>
          </a:p>
          <a:p/>
          <a:p>
            <a:r>
              <a:t>Шесть разборов сегодня измерили шесть разных вещей. Кейс 1 — долю плохих исходов на одних и тех же пятнадцати вопросах. Кейс 2 — почистил ли формат промта одну конкретную ошибку сравнения чисел. Кейс 3 — сколько из двадцати первых ответов разные проверяющие приняли как годные. Кейс 4 — сколько заявок устояло против подмены поля. Кейс 5 — воспроизводится ли один и тот же верный ответ десять раз подряд. Кейс 6 — на каком сжатии фотографии ломается конкретное поле. У каждого свой вопрос, своя база для сравнения и свой размер выборки — от двух заявок до тридцати попыток. Сводить это в одну шкалу процентов и говорить «вот тут лучше, вот тут хуже» было бы нечестно — ровно та свёртка, против которой всё занятие было построено: у каждого числа своя база, и смешивать их в рейтинг значит потерять именно то, что каждый замер показал.</a:t>
            </a:r>
          </a:p>
          <a:p/>
          <a:p>
            <a:r>
              <a:t>Но если посмотреть на все шесть не как на рейтинг, а как на один вопрос, заданный шесть раз, видна одна закономерность, и её стоит проговорить честно, с границей. В пяти случаях решение можно было оставить внутри текста, который модель сама о себе пишет, — назвать число уверенности, попросить придерживаться инструкции, показать пример, спросить вторую модель-судью. Ни разу это не дало безошибочного результата: сорок процентов плохих исходов как потолок в Кейсе 1, ноль из восьми в Кейсе 2 на всех пяти перепробованных форматах, ноль из десяти дважды у few-shot в Кейсе 5. А там, где решение выносили туда, где его проверяет что-то, кроме текста модели, — код в Кейсе 3, отдельное числовое поле формы в Кейсе 4, прямое описание вместо примера на первом вопросе Кейса 5, — ошибок не было вовсе, четыре раза из шести измерений.</a:t>
            </a:r>
          </a:p>
          <a:p/>
          <a:p>
            <a:r>
              <a:t>И сразу оговорка, без которой этот вывод соврал бы: вынесенный приём не застрахован навсегда. Комбинация код плюс судья в Кейсе 3 всё равно просела до восьмидесяти пяти процентов — добавление второго проверяющего само по себе цену ошибки не убирает. А то же самое описание правила в Кейсе 5 на втором вопросе дало уже не десять из десяти, а шесть. И Кейс 2 вообще не подтверждает закономерность: там ни один из пяти способов, включая попытку явно расписать правило условной формой, ошибку не почистил. Шесть измерений — не шесть подтверждений одного правила, а шесть честных точек, пять из которых указывают в одну сторону.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Шесть кейсов — шесть разных метрик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416686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1080516"/>
            <a:ext cx="10707624" cy="1423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21"/>
              </a:lnSpc>
              <a:spcAft>
                <a:spcPts val="300"/>
              </a:spcAft>
            </a:pPr>
            <a:r>
              <a:rPr sz="950" b="1" i="1">
                <a:solidFill>
                  <a:srgbClr val="6B7685"/>
                </a:solidFill>
                <a:latin typeface="Arial"/>
              </a:rPr>
              <a:t>Оговорка: шкалы не сравнимы.</a:t>
            </a:r>
            <a:r>
              <a:rPr sz="950" b="0" i="1">
                <a:solidFill>
                  <a:srgbClr val="6B7685"/>
                </a:solidFill>
                <a:latin typeface="Arial"/>
              </a:rPr>
              <a:t> Разные задачи, базовые линии и N — не рейтинг «кейс X лучше Y», а свод того, что каждый кейс измерил как главный результат.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24635"/>
            <a:ext cx="11183112" cy="2792476"/>
          </a:xfrm>
          <a:prstGeom prst="roundRect">
            <a:avLst>
              <a:gd name="adj" fmla="val 10915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80083"/>
            <a:ext cx="2025479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КЕЙС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0151" y="1680083"/>
            <a:ext cx="3130476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ЧТО ИЗМЕРЕНО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06931" y="1680083"/>
            <a:ext cx="451629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ЧИСЛО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9528" y="1680083"/>
            <a:ext cx="614751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32178"/>
            <a:ext cx="2025479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Кейс 1. Отвечать или промолчать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0151" y="1932178"/>
            <a:ext cx="3130476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доля плохих исходов, 3 устройства ответа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6931" y="1932178"/>
            <a:ext cx="4516293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в.1 — 6 (40%) · в.1.5 — 8 (53%, худшая) · в.2 — 6 (40%)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9528" y="1932178"/>
            <a:ext cx="614751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15×3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2323210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2323210"/>
            <a:ext cx="2025479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Кейс 2. База знаний в промте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0151" y="2323210"/>
            <a:ext cx="3130476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доля верных на вопросе-границе, 5 форматов промта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6931" y="2323210"/>
            <a:ext cx="4516293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0 из 8 верно во всех пяти — ни один не почистил ошибку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9528" y="2323210"/>
            <a:ext cx="614751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8 (84 всего)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2714243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2714243"/>
            <a:ext cx="2025479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Кейс 3. Проверка ответа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0151" y="2714243"/>
            <a:ext cx="3130476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доля из 20 годных, 3 проверяющих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6931" y="2714243"/>
            <a:ext cx="4516293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код — 20 (100%) · судья — 18 (90%, самопротиворечие) · код+судья — 17 (85%)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69528" y="2714243"/>
            <a:ext cx="614751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20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3105276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105276"/>
            <a:ext cx="2025479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Кейс 4. Текст клиента как инструкция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0151" y="3105276"/>
            <a:ext cx="3130476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доля заявок без подмены поля, 2 защиты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6931" y="3105276"/>
            <a:ext cx="4516293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числовое поле — 2 (100%) · промт-защита — 1/3 полностью, 1/3 нет, 1/3 отказ процесса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69528" y="3105276"/>
            <a:ext cx="614751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2 · 3×2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3496309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3496309"/>
            <a:ext cx="2025479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Кейс 5. Повторяемость ответа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0151" y="3496309"/>
            <a:ext cx="3130476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доля верных повторов, few-shot против описания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6931" y="3496309"/>
            <a:ext cx="4516293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в.1: 0/10 · 10/10 — в.2: 0/10 · 6/10 (few-shot · описание)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69528" y="3496309"/>
            <a:ext cx="614751" cy="3910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10×2×2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3887342"/>
            <a:ext cx="1087221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" y="3887342"/>
            <a:ext cx="20254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Кейс 6. Чтение фотографии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0151" y="3887342"/>
            <a:ext cx="313047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доля верных прочтений поля, 6 уровней сжатия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06931" y="3887342"/>
            <a:ext cx="4516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сумма — 30/30 до 53×64 px · дата верна до 424×518, 0/15 мельче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69528" y="3887342"/>
            <a:ext cx="61475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30 (6×5)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481703"/>
            <a:ext cx="11183112" cy="1653032"/>
          </a:xfrm>
          <a:prstGeom prst="roundRect">
            <a:avLst>
              <a:gd name="adj" fmla="val 18438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21208" y="4536567"/>
            <a:ext cx="64008" cy="154330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4618863"/>
            <a:ext cx="10643616" cy="1378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Что честно читается из всех шести вместе.</a:t>
            </a:r>
            <a:r>
              <a:rPr sz="1150" b="0" i="0">
                <a:solidFill>
                  <a:srgbClr val="141B2E"/>
                </a:solidFill>
                <a:latin typeface="Arial"/>
              </a:rPr>
              <a:t> Там, где решающий сигнал оставался внутри текста, который модель пишет о себе, — самооценка уверенности, промт-инструкция, пример-демонстрация, второй вызов той же модели в роли судьи, — лучший измеренный результат нигде не дошёл до безошибочного: потолок Кейса 1 — 40%, Кейс 2 — 0 из 8 на всех пяти направлениях, few-shot Кейса 5 — 0 из 10 дважды. Там, где решение вынесено туда, где его проверяет что-то кроме текста модели — код, отдельное числовое поле формы, прямое описание вместо примера, — четыре из шести измерений оказались безошибочными: код (20 из 20), числовое поле (2 из 2), описание на первом вопросе (10 из 10), сумма на шести сжатиях (30 из 30). Это не гарантия на будущее: та же комбинация код+судья просела до 85%, а то же описание на втором вопросе Кейса 5 дало уже 6 из 10, не 10. Кейс 2 в эту закономерность не укладывается вовсе — там ни один вынесенный вариант правила (включая явную условную форму) не помог.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