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главная находка всего замера, и она объясняет те два «лишних» верных ответа, что единый вызов показал на предыдущем своде.</a:t>
            </a:r>
          </a:p>
          <a:p/>
          <a:p>
            <a:r>
              <a:t>На самом тяжёлом разрешении — файле, уменьшенном в тридцать два раза, где высота цифры суммы падает до полутора пикселей, — единый вызов пять раз подряд называет прочитанной суммой ровно то число, которое написано в заявке. Не близкое и не похожее число — то же самое, до цифры. И это происходит независимо от того, верна заявка или нет: три из пяти повторов несут заведомо неверную заявленную сумму, и во всех трёх модель называет её же прочитанной с фотографии, и во всех трёх выносит вердикт «совпало».</a:t>
            </a:r>
          </a:p>
          <a:p/>
          <a:p>
            <a:r>
              <a:t>Обратите внимание на последний столбец. Модель не просто возвращает число — она каждый раз меняет описание того, что якобы видит на фотографии, подстраивая формат под заявку: то с рублёвым знаком и копейками, то голыми цифрами. Это не человек, который честно сказал бы «не могу прочитать» — это уверенное, подробное описание несуществующего чтения.</a:t>
            </a:r>
          </a:p>
          <a:p/>
          <a:p>
            <a:r>
              <a:t>Сравните это с тем, что делает двухшаговое устройство на том же самом файле. Без текста заявки под рукой у модели нет, к чему подтягиваться, — и она галлюцинирует одно и то же число, тысяча шестьсот, никак не связанное ни с истиной, ни с чем-либо реальным. Детерминированный код сравнивает это число с суммой заявки и почти никогда не находит совпадения — отказ чтения превращается в безопасную осторожность: заявка уходит человеку.</a:t>
            </a:r>
          </a:p>
          <a:p/>
          <a:p>
            <a:r>
              <a:t>Вот в чём разница, и это не одна и та же ошибка в двух обличьях. Отказ чтения в двухшаговом устройстве тянет систему в сторону лишней проверки — цена этого отказа в худшем случае лишний взгляд Ольги. Отказ чтения в едином вызове тянет систему в сторону ложного подтверждения — неверная сумма получает штамп «совпало» и уходит дальше без проверки. Смена направления ошибки — с осторожной на опасную — и есть главная цена слияния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Эхо заявки на самом тяжёлом разрешении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2431415"/>
          </a:xfrm>
          <a:prstGeom prst="roundRect">
            <a:avLst>
              <a:gd name="adj" fmla="val 1253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898901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1005" y="1126236"/>
            <a:ext cx="1468714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ЗАЯВКА ВЕРНА?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6024" y="1126236"/>
            <a:ext cx="1823372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ЗАЯВЛЕНО В ТЕКСТЕ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5700" y="1126236"/>
            <a:ext cx="3121401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СУММА, НАЗВАННАЯ «ПРОЧИТАННОЙ»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3406" y="1126236"/>
            <a:ext cx="2773441" cy="439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ЧТО МОДЕЛЬ ПИШЕТ, ЧТО ВИДИТ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65655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1005" y="1565655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024" y="1565655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9800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5700" y="1565655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9800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3406" y="1565655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«9800»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18909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890903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1005" y="1890903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6024" y="1890903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5700" y="1890903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3406" y="1890903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«18 990,00 ₽»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21615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216150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1005" y="2216150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024" y="2216150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12 450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5700" y="2216150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12 450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3406" y="2216150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«12 450 ₽»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254139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2541397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1005" y="2541397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024" y="2541397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5700" y="2541397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18 990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83406" y="2541397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«18 990,00 ₽»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286664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2866644"/>
            <a:ext cx="8989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1005" y="2866644"/>
            <a:ext cx="1468714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6024" y="2866644"/>
            <a:ext cx="1823372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27 300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15700" y="2866644"/>
            <a:ext cx="312140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27 300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3406" y="2866644"/>
            <a:ext cx="2773441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«27 300»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539363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667379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Истинная сумма квитанции на всех пяти повторах — 18 990.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Ни в одном из пяти ответов модель не называет это число, кроме случаев, где оно же стоит в заявке. Вердикт во всех пяти — «совпало», включая три случая с заведомо неверной заявкой (строки 1, 3, 5).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639691"/>
            <a:ext cx="82296" cy="13766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767707"/>
            <a:ext cx="10643616" cy="1120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36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Безопасный отказ против опасного.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На этом же разрешении двухшаговое устройство — без текста заявки под рукой — во всех пяти повторах называет одно и то же число, 1600, никак не связанное ни с истиной, ни с заявкой. Детерминированный код почти никогда не находит совпадения с этим числом, и заявка уходит на ручную проверку — отказ чтения оборачивается осторожностью. Единый вызов превращает тот же отказ чтения в подтверждение: неверная заявка получает штамп «совпало» и уходит дальше без проверки.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