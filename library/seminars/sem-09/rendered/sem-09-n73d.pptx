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Предыдущий экран показал, где единый вызов ломается на самом тяжёлом разрешении. Этот показывает, что он ломается и на самом лёгком — там, где к чтению фотографии нет вообще никаких претензий.</a:t>
            </a:r>
          </a:p>
          <a:p/>
          <a:p>
            <a:r>
              <a:t>На полном размере модель читает сумму безошибочно все пять раз подряд. Более того, в каждом из пяти ответов она сама же приводит два числа — прочитанное с фотографии и то, что увидела в тексте заявки, — и оба раза это одно и то же значение, просто записанное по-разному: один раз с копейками и запятой, другой — без них. Содержательно расхождения нет никакого.</a:t>
            </a:r>
          </a:p>
          <a:p/>
          <a:p>
            <a:r>
              <a:t>И всё равно на трёх повторах, где заявленная сумма реально совпадает с истинной, вердикт расходится. Первый и пятый повторы модель объявляет «не совпало» — неверно, ведь числа совпадают. Третий повтор — «совпало», верно. Три абсолютно одинаковых по условиям живых вызова, на одну и ту же фотографию, с одной и той же заявкой, дают два разных ответа на вопрос «эти два числа совпадают?».</a:t>
            </a:r>
          </a:p>
          <a:p/>
          <a:p>
            <a:r>
              <a:t>Здесь важно не перепутать причину. Это не отказ чтения — чтение идеальное, пять из пяти. Это отказ сравнения: последний шаг, где модель сопоставляет свои же два числа, оказывается ненадёжным сам по себе, независимо от того, насколько хорошо прочитана фотография. Похоже, модель не всегда приводит записи разного формата к одному виду перед сравнением и иногда воспринимает разницу в пунктуации как разницу по существу.</a:t>
            </a:r>
          </a:p>
          <a:p/>
          <a:p>
            <a:r>
              <a:t>В двухшаговом устройстве этого шага для модели попросту нет. Сравнение там делает код: берёт оба значения, приводит к числу, сравнивает с небольшим допуском. Для него «18990,00» и «18990» — всегда одно и то же, и ошибиться на идентичных числах он структурно не может: это гарантия самой проверки. Везение на конкретных пяти вызовах тут ни при чём.</a:t>
            </a:r>
          </a:p>
          <a:p/>
          <a:p>
            <a:r>
              <a:t>Честная оговорка на этом экране: два случая из пяти — маленькая выборка, и сорок процентов здесь не стоит воспринимать как точную частоту отказа сравнения вообще. Но то, что отказ в принципе существует и не сводится к плохому чтению, — показано чисто, тремя воспроизведениями одного и того же входа.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Самопротиворечие на самом чётком разрешении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067011"/>
            <a:ext cx="11183112" cy="1689290"/>
          </a:xfrm>
          <a:prstGeom prst="roundRect">
            <a:avLst>
              <a:gd name="adj" fmla="val 18043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49891"/>
            <a:ext cx="134149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ПОВТОР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73600" y="1249891"/>
            <a:ext cx="313214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СУММА, ПРОЧИТАННАЯ С ФОТО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52051" y="1249891"/>
            <a:ext cx="2171114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СУММА ИЗ ЗАЯВКИ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69469" y="1249891"/>
            <a:ext cx="2133907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ВЕРДИКТ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49681" y="1249891"/>
            <a:ext cx="1307166" cy="2820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65"/>
              </a:lnSpc>
              <a:spcAft>
                <a:spcPts val="0"/>
              </a:spcAft>
            </a:pPr>
            <a:r>
              <a:rPr sz="1150" b="1" i="0">
                <a:solidFill>
                  <a:srgbClr val="6B7685"/>
                </a:solidFill>
                <a:latin typeface="Arial"/>
              </a:rPr>
              <a:t>ВЕРНО?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31958"/>
            <a:ext cx="13414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73600" y="1531958"/>
            <a:ext cx="3132147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«18990,00»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2051" y="1531958"/>
            <a:ext cx="21711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«18990»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69469" y="1531958"/>
            <a:ext cx="2133907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не совпало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49681" y="1531958"/>
            <a:ext cx="130716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1879113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1879113"/>
            <a:ext cx="13414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3600" y="1879113"/>
            <a:ext cx="3132147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«18990,00»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2051" y="1879113"/>
            <a:ext cx="21711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«18990»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69469" y="1879113"/>
            <a:ext cx="2133907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совпало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9681" y="1879113"/>
            <a:ext cx="130716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да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222626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5800" y="2226267"/>
            <a:ext cx="134149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3600" y="2226267"/>
            <a:ext cx="3132147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«18990,00»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52051" y="2226267"/>
            <a:ext cx="2171114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«18990»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9469" y="2226267"/>
            <a:ext cx="2133907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0" i="0">
                <a:solidFill>
                  <a:srgbClr val="141B2E"/>
                </a:solidFill>
                <a:latin typeface="Arial"/>
              </a:rPr>
              <a:t>не совпало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49681" y="2226267"/>
            <a:ext cx="1307166" cy="3471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37"/>
              </a:lnSpc>
              <a:spcAft>
                <a:spcPts val="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нет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230033"/>
            <a:ext cx="82296" cy="98298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" y="3358049"/>
            <a:ext cx="10643616" cy="7269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Три живых вызова, одна и та же фотография, одна и та же заявка — два разных исхода.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Прочитанное число идентично во всех трёх повторах. Формат записи — разный: с «,00» у одного поля, без — у другого. Содержательно это одно и то же число. Модель дважды из трёх решает иначе.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686744"/>
            <a:ext cx="82296" cy="145542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814760"/>
            <a:ext cx="10643616" cy="11993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Детерминированный код такой ошибки не делает.</a:t>
            </a:r>
            <a:r>
              <a:rPr sz="1500" b="1" i="0">
                <a:solidFill>
                  <a:srgbClr val="141B2E"/>
                </a:solidFill>
                <a:latin typeface="Arial"/>
              </a:rPr>
              <a:t> В двухшаговом устройстве тот же шаг сравнения — обычный код, который приводит оба значения к числу перед сравнением: «18990,00» и «18990» для него всегда равны. У единого вызова сравнение — ещё один языковой шаг той же модели, и у него собственная, отдельная частота отказа — на этих пяти повторах 2 из 5, при полностью исправном чтении.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