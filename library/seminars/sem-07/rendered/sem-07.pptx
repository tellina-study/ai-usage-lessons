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сценарий из пяти-шести блоков,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про то, откуда мы пришли, — знать прошлые занятия для участия сегодня не нужно, всё необходимое будет на экране.</a:t>
            </a:r>
          </a:p>
          <a:p/>
          <a:p>
            <a:r>
              <a:t>Предыдущие три занятия были про одного исполнителя. Мы разбирали, что агенту разрешено делать, что он помнит между запусками, какими инструментами пользуется и как проверить, что он сделал то, о чём отчитался. Это взгляд внутрь одного работника.</a:t>
            </a:r>
          </a:p>
          <a:p/>
          <a:p>
            <a:r>
              <a:t>Сегодня взгляд меняется. Исполнитель — один из шагов, и вопрос в том, как устроено всё вокруг него: что запускает работу, какие шаги идут друг за другом, куда девается результат, что происходит, когда шаг не отработал.</a:t>
            </a:r>
          </a:p>
          <a:p/>
          <a:p>
            <a:r>
              <a:t>Конкретная задача занятия такая. В учебный центр приходят заявки через форму на сайте: имя, контакт и свободный текст, что человеку нужно. Сейчас их перекладывают в таблицу руками и помечают, о чём каждая. Нужно, чтобы заявка попадала в таблицу сама и уже разобранной.</a:t>
            </a:r>
          </a:p>
          <a:p/>
          <a:p>
            <a:r>
              <a:t>Задача намеренно маленькая. На ней видно всё устройство целиком, и за занятие мы успеем не только её собрать, но и три раза сломать.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Устройство у всех таких инструментов одинаковое, имена блоков разные. Начнём с того, что не зависит от инструмента.</a:t>
            </a:r>
          </a:p>
          <a:p/>
          <a:p>
            <a:r>
              <a:t>Любой процесс начинается с триггера — события, которое его запускает. Это не формальность: без триггера процесса буквально нет, он никогда не начнётся. Дальше идут шаги, соединённые так, что выход одного становится входом следующего.</a:t>
            </a:r>
          </a:p>
          <a:p/>
          <a:p>
            <a:r>
              <a:t>Триггеры делятся на три рода, и выбор между ними — первое проектное решение в любой задаче. По действию человека: кто-то отправил форму, написал в чат, нажал кнопку. По событию снаружи: чужая система сама позвала ваш процесс по адресу — так работают уведомления от платёжных систем, от трекеров, от чего угодно. По времени: наступило три часа ночи, пора собрать отчёт.</a:t>
            </a:r>
          </a:p>
          <a:p/>
          <a:p>
            <a:r>
              <a:t>Выбор не косметический. Процесс на расписании проверяет, не появилось ли чего нового, и между проверками данные лежат необработанными. Процесс на событии срабатывает сразу, но зависит от того, умеет ли чужая система звать. Процесс на действии человека вообще не начнётся, пока человек не придёт.</a:t>
            </a:r>
          </a:p>
          <a:p/>
          <a:p>
            <a:r>
              <a:t>Четвёртый род искусственный и нужен только для работы: ручной запуск, «выполнить сейчас, потому что я нажал кнопку». На нём удобно собирать и отлаживать, а настоящий триггер подключать, когда остальное уже работает. Так мы сегодня и сделаем.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главное правило сегодняшнего занятия, и я прошу его запомнить: из него выводится примерно половина того, что в таких инструментах кажется странным.</a:t>
            </a:r>
          </a:p>
          <a:p/>
          <a:p>
            <a:r>
              <a:t>Между узлами всегда идёт список элементов, даже когда элемент ровно один. Каждый элемент — объект с обязательной обёрткой, а если в нём файл, то рядом лежит отдельная часть для двоичных данных.</a:t>
            </a:r>
          </a:p>
          <a:p/>
          <a:p>
            <a:r>
              <a:t>Следствие прямое. Узел выполняется по разу на каждый элемент списка. Пришло пять заявок — узел отправки письма отработает пять раз и отправит пять писем. Это не ошибка и не настройка, это устройство: цикл встроен внутрь, и отдельный блок цикла в большинстве задач просто не нужен.</a:t>
            </a:r>
          </a:p>
          <a:p/>
          <a:p>
            <a:r>
              <a:t>У этого правила две стороны. Хорошая: вы пишете процесс так, как будто обрабатываете одну заявку, а он сам разберётся с пятью. Плохая: когда вам нужно одно действие на весь список, а не на каждый элемент, оно по умолчанию сделает его столько раз, сколько элементов. Самый частый пример — уведомление. Вы хотели одно письмо «обработано пять заявок», а получили пять писем.</a:t>
            </a:r>
          </a:p>
          <a:p/>
          <a:p>
            <a:r>
              <a:t>Выключается это настройкой на самом узле: Execute Once. Тогда узел сработает один раз, с данными первого элемента.</a:t>
            </a:r>
          </a:p>
          <a:p/>
          <a:p>
            <a:r>
              <a:t>Все вопросы вида «почему оно сделало это трижды» и «куда делась половина данных» дальше в курсе разбираются из этого одного правила. Мы к нему вернёмся на следующих занятиях — там оно начнёт ломать вещи всерьёз.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 кусок теории, и он про то, чтобы снять с шага модели лишний ореол.</a:t>
            </a:r>
          </a:p>
          <a:p/>
          <a:p>
            <a:r>
              <a:t>Снаружи это обычный узел. На вход пришли данные, на выход ушли данные, между ними что-то произошло. Внутри он собирает текст запроса из того, что вы написали в поле, отправляет его провайдеру модели и кладёт ответ в выход. Всё.</a:t>
            </a:r>
          </a:p>
          <a:p/>
          <a:p>
            <a:r>
              <a:t>Из этого следуют ровно две вещи, и обе мы сегодня увидим в работе.</a:t>
            </a:r>
          </a:p>
          <a:p/>
          <a:p>
            <a:r>
              <a:t>Первая: ответ приходит текстом. Не потому, что инструмент так решил, а потому что текст — это то, что модель порождает по своему устройству. Если вам нужны отдельные поля, их из этого текста надо как-то доставать. Это кейс два.</a:t>
            </a:r>
          </a:p>
          <a:p/>
          <a:p>
            <a:r>
              <a:t>Вторая: вызов уходит наружу по сети, к чужому серверу. Значит, он может не дойти, прийти с задержкой, вернуться ошибкой или не вернуться вовсе — ровно как любой внешний запрос в любой системе. Это кейс три.</a:t>
            </a:r>
          </a:p>
          <a:p/>
          <a:p>
            <a:r>
              <a:t>И последнее, что понадобится прямо сейчас. У каждого поля в любом узле есть переключатель: фиксированное значение или выражение. Выражение — это способ подставить в поле данные, пришедшие с предыдущих шагов. Две формы покрывают почти всё: обращение к полю текущего элемента и обращение к полю из конкретного названного узла.</a:t>
            </a:r>
          </a:p>
          <a:p/>
          <a:p>
            <a:r>
              <a:t>Обратите внимание на вторую форму: узел адресуется по имени, которое вы видите на холсте. Переименовали узел — все выражения, которые на него ссылались, сломались. Это самая частая поломка на ровном месте, и о ней стоит знать до того, как захочется навести порядок в названиях.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</a:t>
            </a:r>
          </a:p>
          <a:p/>
          <a:p>
            <a:r>
              <a:t>Форма складывает всё это письмами. Дальше администратор открывает каждое, читает, понимает, о чём оно, и переносит в таблицу: отдельно контакт, отдельно тема, отдельно пометка, срочное или нет. Двадцать заявок в день, минут сорок работы, и работа такая, что к концу её делают механически.</a:t>
            </a:r>
          </a:p>
          <a:p/>
          <a:p>
            <a:r>
              <a:t>Задача выглядит очевидной, и в этом ловушка: очевидные задачи чаще всего собирают сложнее, чем нужно. Поэтому первый вопрос сегодня будет не «как сделать», а «из чего это вообще состоит».</a:t>
            </a:r>
          </a:p>
          <a:p/>
          <a:p>
            <a:r>
              <a:t>Обратите внимание, что в постановке не названо ни одного инструмента. Там нет слов «модель», «автоматизация», «процесс». Есть только то, что сейчас происходит, и то, что должно происходить вместо этого. С такой формулировки начинается почти любая задача на работе, и первое решение инженера — выбрать, насколько сложным будет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стоит вслух посчитать, из чего это состоит. Вопрос именно такой: сколько узлов и какие.</a:t>
            </a:r>
          </a:p>
          <a:p/>
          <a:p>
            <a:r>
              <a:t>Четыре варианта на экране, и ни один не поставлен для смеха. Два узла — форма и таблица, без всякой модели. Три — форма, модель, таблица. Четыре — то же самое плюс проверка перед записью. И четвёртый вариант, который формально не число: «зависит от того, что считать пометкой».</a:t>
            </a:r>
          </a:p>
          <a:p/>
          <a:p>
            <a:r>
              <a:t>Выбирайте про себя, а двое-трое назовут вслух и скажут, почему. Довод важнее числа: в нём будет видно, что человек считает необходимым, а что лишним.</a:t>
            </a:r>
          </a:p>
          <a:p/>
          <a:p>
            <a:r>
              <a:t>Подсказка, которая не подсказка: на этот вопрос нет единственного верного ответа, есть ответ для нашей постановки. И граница между «достаточно» и «мало» проходит ровно там, где мы договоримся, что такое «тема заявки» — название из короткого списка или фраза своими словами.</a:t>
            </a:r>
          </a:p>
          <a:p/>
          <a:p>
            <a:r>
              <a:t>Я специально не называю сейчас, какие блоки есть в инструменте. Если я их перечислю, вопрос превратится в угадывание названного. Перечислю сразу после разбора.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всем четырём, потому что три из них содержат верную мысль.</a:t>
            </a:r>
          </a:p>
          <a:p/>
          <a:p>
            <a:r>
              <a:t>Два узла. Форма кладёт заявку в таблицу, человек читает и помечает. Это работает, ничего не стоит и ломаться там нечему. Беда одна: ровно та работа, ради устранения которой задачу ставили, осталась на месте. Вариант честный, но задачу не решает.</a:t>
            </a:r>
          </a:p>
          <a:p/>
          <a:p>
            <a:r>
              <a:t>Три узла — то, что мы и соберём. Между формой и таблицей встаёт шаг модели, который читает свободный текст и возвращает пометку. Минимальный процесс, который действительно делает работу.</a:t>
            </a:r>
          </a:p>
          <a:p/>
          <a:p>
            <a:r>
              <a:t>Четыре узла, с проверкой перед записью. Мысль верная и к ней мы придём, но сегодня она преждевременна по конкретной причине: проверять пока нечего. Модель вернёт связный текст, и у нас ещё нет отдельных значений, которые можно сверить. Как только они появятся — а это следующий кейс — проверка станет осмысленной.</a:t>
            </a:r>
          </a:p>
          <a:p/>
          <a:p>
            <a:r>
              <a:t>Четвёртый вариант, «зависит от того, что считать пометкой», — самый интересный, потому что он верен и при этом не ответ. Зависит действительно от этого: если пометка это одно слово из списка, достаточно трёх узлов; если это фраза своими словами, их тоже три, но дальше с ней будет тяжело. Довод стоит договорить до конца, иначе он остаётся правильным ощущением.</a:t>
            </a:r>
          </a:p>
          <a:p/>
          <a:p>
            <a:r>
              <a:t>Теперь блоки, которые я нарочно не называл до голосования. Форма — n8n Form Trigger. Шаг модели — Basic LLM Chain. Таблица — Data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Собираем. Я делаю это на своей машине, вы смотрите; всё, что появится на холсте, продублировано на этом слайде.</a:t>
            </a:r>
          </a:p>
          <a:p/>
          <a:p>
            <a:r>
              <a:t>Первый узел — форма. В n8n это n8n Form Trigger: описываем поля, которые видит человек. Имя — обычная строка. Контакт — строка. «Что нужно» — многострочное поле, потому что люди пишут абзацами. Все три обязательные, иначе придёт заявка без контакта, и дальше с ней делать нечего.</a:t>
            </a:r>
          </a:p>
          <a:p/>
          <a:p>
            <a:r>
              <a:t>Второй — шаг модели, Basic LLM Chain. В нём два важных места. Первое: переключатель источника запроса ставим в «задать ниже», потому что текст запроса мы пишем сами, а не берём из чата. Второе: в само поле запроса подставляем выражением текст заявки с предыдущего узла — вот здесь и пригождается то, о чём говорили в теории. И отдельно, снизу, подключается узел модели: сам по себе этот блок ничего не вызывает, он только собирает запрос.</a:t>
            </a:r>
          </a:p>
          <a:p/>
          <a:p>
            <a:r>
              <a:t>Третий — Data Table, внутренняя таблица n8n. Операция Insert, одна строка на заявку.</a:t>
            </a:r>
          </a:p>
          <a:p/>
          <a:p>
            <a:r>
              <a:t>Запускаю. Заполняю форму так, как её заполнил бы человек: «хочу записаться на аналитику, желательно в вечернюю группу, звоните после шести». Смотрим, что пришло в таблицу.</a:t>
            </a:r>
          </a:p>
          <a:p/>
          <a:p>
            <a:r>
              <a:t>Пришла строка, в ней есть пометка. Процесс работает, и на этом можно было бы закончить — если бы пометка нас устраивала. Посмотрите, в каком она виде, это понадобится через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замечания, которые пригодятся на любом следующем процессе, не только на этом.</a:t>
            </a:r>
          </a:p>
          <a:p/>
          <a:p>
            <a:r>
              <a:t>Первое — про Data Table. Это внутренняя таблица самого n8n: не нужно ни Google-аккаунта, ни отдельной базы, ни учётных данных. Для первого процесса это принципиально: вы проверяете идею, а не настраиваете доступы полчаса. Когда процесс заработает, приёмник меняется на настоящий одним узлом.</a:t>
            </a:r>
          </a:p>
          <a:p/>
          <a:p>
            <a:r>
              <a:t>Второе — про ограничение блока, который мы взяли. Basic LLM Chain не поддерживает ни память, ни инструменты, и это написано в документации прямым текстом. То есть он не помнит предыдущих запусков и не умеет никуда сходить за данными. Для нашей задачи этого достаточно: заявка самодостаточна. Как только понадобится, чтобы шаг модели помнил разговор или сам куда-то лазил, нужен другой блок — агент, и это занятие одиннадцатое.</a:t>
            </a:r>
          </a:p>
          <a:p/>
          <a:p>
            <a:r>
              <a:t>Третье, чисто рабочее. Собирать процесс удобнее с ручного триггера, а настоящий подключать в конце. Иначе на каждую проверку придётся заново заполнять форму, и на третьем разе это начнёт раздражать.</a:t>
            </a:r>
          </a:p>
          <a:p/>
          <a:p>
            <a:r>
              <a:t>И сравнение, которое будет в конце каждого кейса. В Activepieces этот же процесс собирается из тех же трёх шагов, имена блоков другие. В LangFlow его тоже можно собрать — там есть и вызов модели, и ветвления, и даже вложенные сценарии, — но запустить по расписанию нечем: планировщика в нём нет вовсе, запуск только по вызову снаружи. Это и есть граница между классами инструментов, к ней мы ещё вернёмся.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Посмотрим, что получилось минуту назад. В таблице появилась строка, и в ней действительно есть пометка. Выглядит она так: «Похоже, человек хочет записаться на курс по аналитике, просит перезвонить сегодня после шести, телефон указан в конце».</a:t>
            </a:r>
          </a:p>
          <a:p/>
          <a:p>
            <a:r>
              <a:t>Это абсолютно разумный ответ. Модель прочитала заявку и пересказала её — ровно то, о чём её попросили. Претензий к ней нет.</a:t>
            </a:r>
          </a:p>
          <a:p/>
          <a:p>
            <a:r>
              <a:t>Претензия к устройству процесса. В таблице нужны столбцы: тема отдельно, срочность отдельно, контакт отдельно. По ним потом фильтруют, считают и раскладывают заявки по людям. Один столбец с абзацем для этого не годится: его нельзя отсортировать, по нему нельзя посчитать, сколько заявок на аналитику за неделю.</a:t>
            </a:r>
          </a:p>
          <a:p/>
          <a:p>
            <a:r>
              <a:t>И это не частный случай нашей задачи. Любой процесс, в котором шаг модели идёт не последним, упирается в то же самое: следующий шаг ждёт значения, а получает прозу. Поэтому кейс про то, как из текста достать поля, стоит вторым — раньше, чем в большинстве курсов по этому инструменту, и намеренно.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он из тех, где у каждого в зале, кто что-то такое делал, есть свой ответ.</a:t>
            </a:r>
          </a:p>
          <a:p/>
          <a:p>
            <a:r>
              <a:t>Четыре варианта. Первый: попросить модель в самом запросе — «ответь только JSON, без пояснений». Второй: оставить как есть и разобрать пришедший текст регулярным выражением. Третий: взять штатное средство инструмента, которое умеет требовать формат. Четвёртый: поставить отдельный узел, задача которого — доставать поля из текста.</a:t>
            </a:r>
          </a:p>
          <a:p/>
          <a:p>
            <a:r>
              <a:t>Я намеренно описываю их тем, что они делают, без названий блоков. Названия прозвучат на разборе: если я их назову сейчас, половина выберет то, что звучит официальнее, а не то, что считает правильным.</a:t>
            </a:r>
          </a:p>
          <a:p/>
          <a:p>
            <a:r>
              <a:t>Выбирайте и формулируйте довод. И отдельно спрошу: у кого из вас уже был первый вариант в работе, и чем кончилось? Это самый популярный ответ в жизни, и у него есть вполне конкретная статистика отказов, про которую мы сейчас и поговорим.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обратите внимание на характер отказа у первых двух — он у них общий, и он важнее разницы в качестве.</a:t>
            </a:r>
          </a:p>
          <a:p/>
          <a:p>
            <a:r>
              <a:t>Просьба в промпте. Работает в большинстве случаев, стоит ноль, делается за минуту. Ломается так: модель добавляет вежливое вступление перед скобкой, или обрывает ответ на половине, или в следующий раз возвращает поля в другом порядке. Каждый отдельный случай редкий, на потоке в двадцать заявок в день они набегают.</a:t>
            </a:r>
          </a:p>
          <a:p/>
          <a:p>
            <a:r>
              <a:t>Регулярное выражение. Даёт полный контроль: вы точно знаете, что ищете. И ровно поэтому ломается при любом отклонении — не находит ничего и отдаёт пустое значение.</a:t>
            </a:r>
          </a:p>
          <a:p/>
          <a:p>
            <a:r>
              <a:t>Вот что их объединяет и почему это важнее, чем разница между ними. Когда они не срабатывают, </a:t>
            </a:r>
            <a:r>
              <a:rPr b="1"/>
              <a:t>процесс завершается успешно</a:t>
            </a:r>
            <a:r>
              <a:t>. Исключения не произошло, узел отработал, в журнале зелёная галочка. В таблице при этом пустая строка или мусор. Ошибки, которые видно, стоят дёшево; дорого стоят те, которые не видно, и первые два варианта относятся ко вторым.</a:t>
            </a:r>
          </a:p>
          <a:p/>
          <a:p>
            <a:r>
              <a:t>Третий — штатный разборщик вывода. Формат задаётся схемой, инструмент сам требует его от модели и умеет чинить ответ, если он разъехался. Ограничение одно и его стоит знать: он описывает финальный вывод шага, а не промежуточный.</a:t>
            </a:r>
          </a:p>
          <a:p/>
          <a:p>
            <a:r>
              <a:t>Четвёртый — отдельный узел извлечения. Сделан ровно под задачу «достать поля из текста», схема задаётся списком полей с описаниями словами. Платите отдельным вызовом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Меняю средний узел. Вместо Basic LLM Chain ставлю Information Extractor — блок, сделанный ровно под задачу «достать поля из текста».</a:t>
            </a:r>
          </a:p>
          <a:p/>
          <a:p>
            <a:r>
              <a:t>Схему в нём можно задать тремя способами: примером готового JSON, полной схемой или списком атрибутов с описаниями. Беру третий, потому что он читается словами и его видно целиком.</a:t>
            </a:r>
          </a:p>
          <a:p/>
          <a:p>
            <a:r>
              <a:t>Первый атрибут — тема. В описании пишу не «тема заявки», а перечисляю, что бывает: курс, перенос занятия, оплата, другое. Описание здесь работает как инструкция: чем конкретнее, тем предсказуемее результат.</a:t>
            </a:r>
          </a:p>
          <a:p/>
          <a:p>
            <a:r>
              <a:t>Второй — срочность. Описываю через то, что реально встречается в тексте: сегодня, на неделе, не указано.</a:t>
            </a:r>
          </a:p>
          <a:p/>
          <a:p>
            <a:r>
              <a:t>Третий — контакт. Телефон или почта из текста заявки. Обратите внимание: контакт у нас уже есть из формы, отдельным полем, и я всё равно прошу достать его из текста — в отдельный столбец. Зачем: люди регулярно пишут в сообщении второй адрес или номер, и рабочим оказывается он. На этой заявке в форме стоит один адрес, а в тексте приписано «пишите на anna.work» — в таблице будут оба, и видно, что они разные.</a:t>
            </a:r>
          </a:p>
          <a:p/>
          <a:p>
            <a:r>
              <a:t>Запускаю на той же заявке, что в прошлый раз. Смотрим: в таблице теперь три столбца, и в каждом лежит значение.</a:t>
            </a:r>
          </a:p>
          <a:p/>
          <a:p>
            <a:r>
              <a:t>И сразу проверка на прочность, на заявке с двумя темами сразу: «можно перенести занятие со вторника? И подскажите, как оплатить». Смотрите на столбец «тема»: там будет «перенос занятия». Про оплату не будет ничего — вторая тема исчезнет, и нигде об этом не будет сказано. Запомните этот экран, с него начнётся занятие про маршруты.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практика этого кейса одна, и она стоит того, чтобы запомнить её формулировкой.</a:t>
            </a:r>
          </a:p>
          <a:p/>
          <a:p>
            <a:r>
              <a:t>Описание атрибута — это инструкция для модели, а не подпись столбца для вас. Если в описании написано «тема заявки», вы получите случайные слова: «запись», «обучение», «вопрос по курсу», «интересуется аналитикой» — и ни одна сортировка по этому столбцу не соберётся. Если написано «курс, перенос занятия, оплата, другое» — получите одно из четырёх. Разница в одной строчке текста, а на выходе разница между данными и шумом.</a:t>
            </a:r>
          </a:p>
          <a:p/>
          <a:p>
            <a:r>
              <a:t>Второе. Предусмотрите пустое значение заранее. Контакта в тексте может не быть вообще — человек заполнил форму и ничего не написал. Если в описании нет варианта «не указано», модель поставит туда что-нибудь: придумает формат, подставит почту из подписи, перепишет номер из другого поля. Это самый частый способ получить выдумку в данных, и чинится он одним словом в описании.</a:t>
            </a:r>
          </a:p>
          <a:p/>
          <a:p>
            <a:r>
              <a:t>Третье — про то, где этот механизм ставить. Схема формата навешивается на шаг модели: цепочку, извлечение, классификацию. На агента её навешивать не надо — у агента свой механизм работы с форматом, и документация инструмента прямо предупреждает, что совмещать эти два не стоит. Запомните границу сейчас, чтобы на одиннадцатом занятии не чинить это полчаса.</a:t>
            </a:r>
          </a:p>
          <a:p/>
          <a:p>
            <a:r>
              <a:t>И сравнение. В Activepieces поля задаются точно так же — описаниями словами. В sim отдельного узла для этого нет: структурированный вывод настраивается прямо внутри блока модели, галочкой и схемой. Приём один, мест его применения разное количество.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</a:t>
            </a:r>
          </a:p>
          <a:p/>
          <a:p>
            <a:r>
              <a:t>Утро понедельника. Процесс работает неделю, к нему привыкли, в таблицу заглядывают по делу. Заглядывают — и видят: пятница заполнена, понедельник заполнен, выходных нет вовсе. Открою сейчас таблицу на стенде, посмотрим на эту дырку вместе.</a:t>
            </a:r>
          </a:p>
          <a:p/>
          <a:p>
            <a:r>
              <a:t>Что мы знаем на этот момент. Заявки за выходные приходили — это видно по журналу формы на сайте. В таблице их нет. Процесс не останавливался и ни на что не жаловался: письма об ошибке никто не получал, потому что никто не настраивал, кому его отправлять.</a:t>
            </a:r>
          </a:p>
          <a:p/>
          <a:p>
            <a:r>
              <a:t>Чего мы не знаем, и это важнее: что именно процесс делал эти два дня. Падал на каждой заявке? На части? Писал куда-то не туда? Журнал прогонов посмотреть можно, и мы посмотрим.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здесь другое — что процесс должен был сделать вместо того, что он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  <a:p/>
          <a:p>
            <a:r>
              <a:t>Я спрашиваю не для красоты. Все четыре варианта, которые вы сейчас выбираете, — это не абстракции. Это буквально значения одной настройки в карточке узла, и один из них стоит там по умолчанию. Какой именно — скажу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 паузы.</a:t>
            </a:r>
          </a:p>
          <a:p/>
          <a:p>
            <a:r>
              <a:t>Ниже On Error, и выбираю Continue using error output. Смотрите на холст: у узла появился второй выход. Он подписан и обычно отрисован красным.</a:t>
            </a:r>
          </a:p>
          <a:p/>
          <a:p>
            <a:r>
              <a:t>Теперь куда его вести. Самое простое и самое полезное: в тот же узел записи в таблицу. Только значения другие — тему ставлю текстом «не разобрано», текст заявки кладу как есть, время прихода сохраняю. Заявка в таблице есть, помечена, и по этому столбцу её видно.</a:t>
            </a:r>
          </a:p>
          <a:p/>
          <a:p>
            <a:r>
              <a:t>Почему именно так, а не в отдельный приёмник: потому что человек, который утром смотрит таблицу, смотрит одну таблицу. Если неудачные заявки лежат в другом месте, он туда не пойдёт, пока не заподозрит, что надо. А мы только что видели, во что это обходится.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в него лишний символ. Запускаю.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В таблице появилась строка с пометкой. А статус всего прогона — успех.</a:t>
            </a:r>
          </a:p>
          <a:p/>
          <a:p>
            <a:r>
              <a:t>Возвращаю ключ, прогоняю ещё раз. Строка нормальная. Один узел, две судьбы, обе видны.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вещи, и ни одна не очевидна из интерфейса.</a:t>
            </a:r>
          </a:p>
          <a:p/>
          <a:p>
            <a:r>
              <a:t>Первое. Сколько бы попыток вы ни ввели в поле, их будет от двух до пяти. Поле принимает любое число, а в коде оно приводится к этому диапазону; пауза так же зажата до пяти секунд. То есть «поставлю двадцать попыток с минутной паузой» не работает — молча не работает, без предупреждения. Нужен длинный повтор с большими паузами — это строится отдельно, узлом ожидания и собственной логикой.</a:t>
            </a:r>
          </a:p>
          <a:p/>
          <a:p>
            <a:r>
              <a:t>Второе, и это про деньги. Вы только что видели в журнале три попытки на узле модели — это три вызова, и платные все три. Повтор при этом не знает, прошёл ли первый запрос: таймаут означает ровно одно, «ответ не пришёл». Про то, дошёл ли запрос, он не говорит ничего — модель могла отработать полностью, выставить счёт и не успеть отдать ответ. На нашем масштабе это копейки, на тысяче заявок в день — заметная строка расхода, целиком состоящая из повторов.</a:t>
            </a:r>
          </a:p>
          <a:p/>
          <a:p>
            <a:r>
              <a:t>Третье — ловушка, в которую попадают, когда пытаются вторую проблему решить. Естественная мысль: дам каждому запросу уникальный ключ, чтобы провайдер понял, что это повтор того же. И берут для ключа идентификатор прогона, потому что он под рукой. Так нельзя: он один на весь прогон, то есть у пяти заявок в одном прогоне ключ будет одинаковый, а при ручном повторе из журнала — наоборот, новый у той же заявки. Ключ выводится из самих данных: время прихода плюс контакт, например.</a:t>
            </a:r>
          </a:p>
          <a:p/>
          <a:p>
            <a:r>
              <a:t>И четвёртое, честно. Включение error-выхода ломает выражения на успешной ветке — ошибка про недоступные парные данные. Это открытый дефект инструмента на момент, когда я это готовил. Говорю заранее, потому что иначе на демо это выглядит моей ошибкой. Если увидите такое у себя — вы не сломали, вы нашли.</a:t>
            </a:r>
          </a:p>
          <a:p/>
          <a:p>
            <a:r>
              <a:t>Сравнение. В Activepieces повтор настраивается на шаге так же. В sim повтора отдельной ветки нет: отказ разбирают условием после шага, то есть руками делают то, что здесь есть из коробки.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Здесь разберём, почему уже собранное работает не так, как выглядит.</a:t>
            </a:r>
          </a:p>
          <a:p/>
          <a:p>
            <a:r>
              <a:t>Ситуация. Промпт получился неточным: тема иногда определялась слишком общо. Поправили, проверили ручным запуском — хорошо, именно то, что хотели. Закрыли, пошли дальше.</a:t>
            </a:r>
          </a:p>
          <a:p/>
          <a:p>
            <a:r>
              <a:t>На следующий день смотрят таблицу за сутки. Все заявки разобраны по-старому. Открывают холст — правка на месте, никто её не откатывал. Запускают руками — работает по-новому.</a:t>
            </a:r>
          </a:p>
          <a:p/>
          <a:p>
            <a:r>
              <a:t>Оба утверждения на экране верны одновременно, и это не чья-то ошибка и не чья-то забывчивость. Это устройство инструмента, про которое не сказали.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Подсказка одна, и она честная: правильных карточек здесь две. Не потому что я схитрил с формулировками, а потому что две из четырёх описывают одно и то же явление с разных сторон — со стороны того, что надо сделать, и со стороны того, как оно устроено. Найдите обе.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в ней три утверждения.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замечания, и первое продолжает тему кейса.</a:t>
            </a:r>
          </a:p>
          <a:p/>
          <a:p>
            <a:r>
              <a:t>Ручной прогон тяжелее боевого. Инструмент копирует все промежуточные данные, чтобы вы могли щёлкнуть по узлу и посмотреть, что в нём было. Удобно — и дорого по памяти. Следствие неприятное: на больших объёмах ручной прогон падает ровно там, где боевой проходит нормально. То есть «проверил руками — упало» тоже не всегда правда о боевом поведении. Проверка руками — хороший инструмент, просто не тот же самый инструмент.</a:t>
            </a:r>
          </a:p>
          <a:p/>
          <a:p>
            <a:r>
              <a:t>Второе — предупреждение на следующее занятие, и я произношу его сейчас, чтобы там не разбираться полчаса. На Семинаре 8 мы будем делать отдельный сценарий-обработчик ошибок. Его триггер срабатывает только на автоматическом прогоне. Нажмёте «выполнить» — на холсте не произойдёт ничего, вообще ничего. Это не вы сломали и не я ошибся: это его устройство. Проверять такое приходится настоящим отказом на настоящем прогоне, и это отдельная работа.</a:t>
            </a:r>
          </a:p>
          <a:p/>
          <a:p>
            <a:r>
              <a:t>Третье, бытовое, но его стоит знать до того, как сядете работать вдвоём. Холст редактирует один человек. Второй откроет и увидит только для чтения. Так что «давай вместе поправим» здесь не получится.</a:t>
            </a:r>
          </a:p>
          <a:p/>
          <a:p>
            <a:r>
              <a:t>Сравнение. В Activepieces то же разделение на черновик и опубликованную версию — приём переносится один в один. В LangFlow боевого режима нет вовсе: что открыто, то и исполняется, и это ровно та разница в классе инструментов, про которую мы говорили на первом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раз за занятие отвлечёмся от блоков, и ненадолго.</a:t>
            </a:r>
          </a:p>
          <a:p/>
          <a:p>
            <a:r>
              <a:t>В том же центре есть второй поток. Преподаватели присылают по почте отчёт о проведённом занятии: сколько пришло, что прошли. Двадцать писем в неделю. Их читает одна сотрудница и переносит две цифры в таблицу. Пять минут в день, иногда меньше.</a:t>
            </a:r>
          </a:p>
          <a:p/>
          <a:p>
            <a:r>
              <a:t>Приходят и просят: сделайте так же, автоматически, а то руками.</a:t>
            </a:r>
          </a:p>
          <a:p/>
          <a:p>
            <a:r>
              <a:t>И вот это ровно тот момент, в котором половина автоматизаций в жизни зарождается и потом живёт годами, никому не принося пользы и требуя внимания. Вопрос: по какому признаку видно, что строить не надо?</a:t>
            </a:r>
          </a:p>
          <a:p/>
          <a:p>
            <a:r>
              <a:t>Четыре карточки. Объём маленький. Результат читает человек. Вход однотипный и шаг один. И четвёртая, с подвохом: не строить вообще, а один раз спросить модель.</a:t>
            </a:r>
          </a:p>
          <a:p/>
          <a:p>
            <a:r>
              <a:t>Выбирайте, и у кого есть довод против своего же выбора — говорите и его тоже, этот вопрос того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Разберём, и начну с карточки, которая выглядела подвохом, а была правильной.</a:t>
            </a:r>
          </a:p>
          <a:p/>
          <a:p>
            <a:r>
              <a:t>«Не строить вообще, а один раз спросить модель» — это законный ответ, и это нижняя ступень той лестницы, по которой мы шесть занятий будем идти вверх. Открыть чат, вставить двадцать писем, получить таблицу, вставить в документ. Пять минут раз в неделю, ноль поддержки, ноль узлов, которые кто-то должен помнить. Для этой задачи это, скорее всего, правильное решение, и важно уметь его называть вслух — потому что на курсе про построение процессов соблазн строить есть всегда.</a:t>
            </a:r>
          </a:p>
          <a:p/>
          <a:p>
            <a:r>
              <a:t>Теперь про объём. «Мало» — не критерий, и это главное, что я хочу оставить. Пять минут в день не аргумент ни за, ни против: они одинаково хорошо обосновывают и «не стоит возни», и «так почему не убрать эти пять минут». На объёме спор не решается.</a:t>
            </a:r>
          </a:p>
          <a:p/>
          <a:p>
            <a:r>
              <a:t>Признак другой: куда уходит результат. Если цифры читает человек и он же решает, что с ними делать, — он же заметит, если они странные, в тот же день. Процесс строить незачем: вы не убираете работу, вы добавляете к ней надзор. Если результат уходит дальше без человека — в отчёт, в начисление, в рассылку, — то проверять его должен уже механизм, и вот здесь процесс начинается.</a:t>
            </a:r>
          </a:p>
          <a:p/>
          <a:p>
            <a:r>
              <a:t>Второй признак — типы входа. Пока вход однотипный и шаг один, строить нечего. Как только типов становится больше и они расходятся дальше по-разному, появляется ветвление, а с ним и процесс. Это, кстати, ровно тема следующего занятия.</a:t>
            </a:r>
          </a:p>
          <a:p/>
          <a:p>
            <a:r>
              <a:t>И строка, которую стоит запомнить целиком. Самая дорогая автоматизация — та, которую построили из-за слова «руками». Не из-за того, что руками перестало получаться, а из-за того, что слово неприятное.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Процесс из пяти узлов. Форма принимает заявку. Узел извлечения достаёт три поля по описаниям. Успешные идут строкой в таблицу, неудачные — в ту же таблицу с пометкой. На узле модели стоит повтор, три попытки. Версия опубликована, то есть работает та же, что на холсте.</a:t>
            </a:r>
          </a:p>
          <a:p/>
          <a:p>
            <a:r>
              <a:t>Это не учебная заготовка. Это рабочий минимум: такой процесс можно поставить в небольшом центре и он будет приносить пользу, пока поток не вырастет.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 — свой n8n и ключ провайдера; инструкция по подъёму идёт вместе с файлом, там оба способа, с контейнером и без.</a:t>
            </a:r>
          </a:p>
          <a:p/>
          <a:p>
            <a:r>
              <a:t>Задание на дом не письменное, и его никто не проверяет. Просьба такая: поставьте, прогоните на трёх своих заявках — не на моих, на тех, что похожи на вашу работу, — и посмотрите, где развалится. Оно развалится, у меня нет на этот счёт иллюзий. Интересно, где именно и первым.</a:t>
            </a:r>
          </a:p>
          <a:p/>
          <a:p>
            <a:r>
              <a:t>Потому что с этого мы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 — помните, я прогонял «а вы сотрудничаете с юрлицами?». Тема у неё получилась какая угодно, а правильный ответ был «не знаю». Куда её девать — вопрос восьмого занятия, и у инструмента на него есть ответ по умолчанию, который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собирали раньше и что собираем теперь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041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843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С4–С6: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агент. Что ему разрешено, что он помнит, чем он пользуется.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С7–С12: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процесс. Что его запускает, из каких шагов он состоит, что он делает с результатом.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065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4345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 на сегодня: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с формы попадает в таблицу разобранной, без участия человека.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— это триггер и шаги</a:t>
            </a:r>
          </a:p>
        </p:txBody>
      </p:sp>
      <p:pic>
        <p:nvPicPr>
          <p:cNvPr id="3" name="Picture 2" descr="teoriya-protsess-trigger-sha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00" y="943356"/>
            <a:ext cx="9524151" cy="238103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488985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617001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результат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8999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4447"/>
            <a:ext cx="303796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РОД ТРИГГЕРА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2636" y="4264447"/>
            <a:ext cx="389670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КОГДА СРАБАТЫВАЕТ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5642" y="4264447"/>
            <a:ext cx="34986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БЛОК В N8N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39021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действию человека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2636" y="4539021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отправили форму, написали в чат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5642" y="4539021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n8n Form Trigger, Chat Trigger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81931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819310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событию снаружи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36" y="4819310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чужая система позвала по адресу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5642" y="4819310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Webhook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50995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5099599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времени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2636" y="5099599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наступил момент расписания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5642" y="5099599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Schedule Trigger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99928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827944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Для отладки есть четвёртый, искусственный: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Manual Trigger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«выполнить сейчас, потому что я нажал кнопку».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Данные ходят списком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57731"/>
            <a:ext cx="11183112" cy="32151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7340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0142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заявки на входе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узел отправки письма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три письма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8447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1249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9554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92356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Выключается настройкой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Execute Once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тогда узел сработает один раз, с данными первого элемента.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Шаг модели — обычный узел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41789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4669"/>
            <a:ext cx="47022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4316" y="1324669"/>
            <a:ext cx="58225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6736"/>
            <a:ext cx="47022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 приходит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текст это то, что модель порождает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316" y="1606736"/>
            <a:ext cx="58225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значения, поля и категории из него надо как-то доставать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кейс 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1364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136453"/>
            <a:ext cx="47022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вызов уходит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наружу по сети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4316" y="2136453"/>
            <a:ext cx="58225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может не дойти, прийти с задержкой, вернуть ошибку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27162"/>
            <a:ext cx="82296" cy="12954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455178"/>
            <a:ext cx="10643616" cy="1039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достать значение из предыдущего шага.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У каждого поля есть переключатель «фиксированное значение / выражение».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поле текущего элемента.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$('Имя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узла').item.json.поле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поле из любого предыдущего узла.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8323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41125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Обращение идёт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по имени узла на холсте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Переименовали узел — выражения, которые на него ссылались, сломались.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 это соберётся?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30274"/>
            <a:ext cx="11183112" cy="9574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85138"/>
            <a:ext cx="64008" cy="8477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67434"/>
            <a:ext cx="10643616" cy="683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 входе: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имя, контакт, свободный текст «что нужно»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 выходе: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строка в таблице, где тема заявки проставлена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сейчас: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это делает человек, сорок минут в день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552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832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такой процесс и какие это узлы?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4571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54571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два: форма и таблица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54571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54571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три: форма, модель, таблица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54571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54571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четыре: форма, модель, проверка, таблица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54571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54571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зависит от того, что считать пометкой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Каждый вариант отвечает на свой вопрос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24644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6511" y="1607566"/>
            <a:ext cx="3333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6362" y="1607566"/>
            <a:ext cx="45804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9633"/>
            <a:ext cx="24644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два: форма и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6511" y="1889633"/>
            <a:ext cx="3333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мгновенно, бесплатно, ломаться нечему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6362" y="1889633"/>
            <a:ext cx="458048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ставит человек — задача осталась нерешённой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19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19350"/>
            <a:ext cx="24644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три: форма, модель, таблица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6511" y="2419350"/>
            <a:ext cx="3333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минимальный процесс, который действительно работает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6362" y="2419350"/>
            <a:ext cx="458048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пометка приходит как есть, проверить её нечем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490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49067"/>
            <a:ext cx="24644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четыре: плюс проверка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6511" y="2949067"/>
            <a:ext cx="3333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ошибку видно до записи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6362" y="2949067"/>
            <a:ext cx="458048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пока нечего: значения ещё не выделены — это кейс 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787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78784"/>
            <a:ext cx="24644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«зависит от того, что считать пометкой»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6511" y="3478784"/>
            <a:ext cx="3333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сути: от этого и 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6362" y="3478784"/>
            <a:ext cx="458048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ответ, пока не сказано, от чего именно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Блоки, из которых собираем: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n8n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Form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Trigger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форма и её поля 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Basic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LLM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Chain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шаг модели 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Data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Table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внутренняя таблица n8n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узла</a:t>
            </a:r>
          </a:p>
        </p:txBody>
      </p:sp>
      <p:pic>
        <p:nvPicPr>
          <p:cNvPr id="3" name="Picture 2" descr="k1-shema-tri-uz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52" y="943356"/>
            <a:ext cx="9315046" cy="232876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4367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647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форма на сайте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 модели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строка в таблице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056723"/>
            <a:ext cx="11183112" cy="1645475"/>
          </a:xfrm>
          <a:prstGeom prst="roundRect">
            <a:avLst>
              <a:gd name="adj" fmla="val 1852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39603"/>
            <a:ext cx="14551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УЗЕЛ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7278" y="4239603"/>
            <a:ext cx="90695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НАСТРАИВАЕМ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21670"/>
            <a:ext cx="145517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n8n Form 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278" y="4521670"/>
            <a:ext cx="906956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поля: Имя (Text), Контакт (Text), Что нужно (Textarea), все обязательные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8542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854220"/>
            <a:ext cx="145517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Basic LLM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278" y="4854220"/>
            <a:ext cx="906956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Source for Prompt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Define below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в поле Prompt — выражение с текстом заявки; снизу подключается узел модели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86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186769"/>
            <a:ext cx="1455174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Data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278" y="5186769"/>
            <a:ext cx="9069569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Resource = Row, операция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Insert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6679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99480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70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171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Data Table не требует внешних учётных данных.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Ни Google-аккаунта, ни базы. Для первого процесса это самый дешёвый приёмник результата, и поэтому он здесь.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2092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4894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Basic LLM Chain не умеет ни памяти, ни инструментов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так записано в документации. Нужны они — нужен другой блок, и это ступень Семинара 11.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0814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3616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Собирать удобнее с ручного триггера.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Форму подключать, когда остальное уже работает: не придётся заполнять её на каждую проверку.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29536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2338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это те же три шага другими блоками. В LangFlow такой процесс собрать можно, а запустить по расписанию нечем — планировщика у него нет вовсе.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таблице один столбец, и в нём абзац»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достать значения из текста?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5514"/>
            <a:ext cx="11183112" cy="9193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00378"/>
            <a:ext cx="64008" cy="8096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82674"/>
            <a:ext cx="10643616" cy="645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пришло: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«Похоже, человек хочет записаться на курс по аналитике, просит перезвонить сегодня после шести, телефон указан в конце»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аналитика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срочность: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сегодня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контакт: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+7…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3237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6039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Как получить от шага модели именно значения?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попросить в промпте «ответь только JSON»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разобрать ответ регулярным выражением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штатный разборщик вывода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отдельный узел, который достаёт поля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платит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183992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72029" y="1607566"/>
            <a:ext cx="38786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97021" y="1607566"/>
            <a:ext cx="46598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9633"/>
            <a:ext cx="1839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просьба в промпте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2029" y="1889633"/>
            <a:ext cx="3878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не стоит, работает в большинстве случаев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7021" y="1889633"/>
            <a:ext cx="46598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модель добавляет пояснение вокруг, обрывает скобку, меняет формат между вызовами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19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19350"/>
            <a:ext cx="1839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регулярное выражение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2029" y="2419350"/>
            <a:ext cx="3878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полный контроль над разбором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7021" y="2419350"/>
            <a:ext cx="46598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любом отклонении формата не находит ничего и отдаёт пустое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490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49067"/>
            <a:ext cx="1839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штатный разборщик вывода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2029" y="2949067"/>
            <a:ext cx="3878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формат задаётся схемой явно, есть авто-починка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7021" y="2949067"/>
            <a:ext cx="46598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финальный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вывод шага, не промежуточный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787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78784"/>
            <a:ext cx="1839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отдельный узел извлечения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2029" y="3478784"/>
            <a:ext cx="38786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сделан ровно под эту задачу, схема задаётся списком полей с описаниями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7021" y="3478784"/>
            <a:ext cx="46598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стоит отдельного вызова модели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 первых двух общая беда: когда они не сработали,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процесс завершается успешно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 журнале зелёная галочка, в таблице мусор.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атрибута с описаниями</a:t>
            </a:r>
          </a:p>
        </p:txBody>
      </p:sp>
      <p:pic>
        <p:nvPicPr>
          <p:cNvPr id="3" name="Picture 2" descr="k2-shema-izvlec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101" y="943356"/>
            <a:ext cx="9932748" cy="248318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591135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746583"/>
            <a:ext cx="31727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АТРИБУТ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470" y="3746583"/>
            <a:ext cx="74068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ОПИСАНИЕ, КОТОРОЕ ЗАДАЁМ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28650"/>
            <a:ext cx="317279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470" y="4028650"/>
            <a:ext cx="7406809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 чём заявка: курс, перенос занятия, оплата, другое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432970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4329703"/>
            <a:ext cx="317279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срочность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470" y="4329703"/>
            <a:ext cx="7406809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человек ждёт ответа: сегодня, на неделе, не указано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63075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630757"/>
            <a:ext cx="317279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контакт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470" y="4630757"/>
            <a:ext cx="7406809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телефон или почта из текста заявки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5185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37986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Schema Type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From Attribute Descriptions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 схема задаётся словами, без JSON.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7186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99988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70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171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атрибута работает как инструкция.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«Тема заявки» даёт случайные слова. Перечисление «курс, перенос, оплата, другое» даёт одно из четырёх.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2092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4894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Пустое значение предусматривается заранее.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Контакта в тексте может не быть вовсе. Либо в описании есть вариант «не указано», либо следующий шаг получит выдумку.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0814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3616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Схема формата — для шага модели.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У агента для этого свой механизм; документация инструмента прямо предупреждает против того, чтобы навешивать разбор вывода на агента.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29536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2338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поля задаются так же описаниями. В sim структурированный вывод настраивается прямо в блоке модели, отдельного узла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061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отправить в отдельную ветку для разбора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321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8870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9693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из одного узла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299"/>
            <a:ext cx="11183112" cy="307535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42606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425486"/>
            <a:ext cx="47772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09345" y="4425486"/>
            <a:ext cx="57475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7553"/>
            <a:ext cx="477724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9345" y="4707553"/>
            <a:ext cx="5747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попытки, пауза 2 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0547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054707"/>
            <a:ext cx="477724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9345" y="5054707"/>
            <a:ext cx="5747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Continue (using error output)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916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9197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382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3184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Сколько бы попыток вы ни ввели, их будет от 2 до 5.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Число приводится к этому диапазону в коде, пауза — к 0–5000 мс. Поле принимает любое значение, инструмент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6636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9437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Повтор на платном вызове платит дважды.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Повтор не знает, прошёл ли первый запрос: потерян мог быть только ответ. Три попытки — это до трёх списаний за одну заявку.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889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25690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$execution.id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ключом идемпотентности не годится: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он общий для всех элементов прогона, а повтор из журнала создаёт новый. Ключ выводить из самих данных — например, из времени и контакта.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764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55566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Известный дефект: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включение error-выхода ломает выражения на успешной ветке —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Paired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item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data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…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is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unavailable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Перед занятием проверить, закрыт ли.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49017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61819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повтор настраивается так же на шаге. В sim повтор есть, отдельной ветки для отказов нет — отказ разбирают условием после шага.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запуск и боевой — это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 что обратить внимание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008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3809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Ручной прогон тяжелее боевого по памяти.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Инструмент копирует данные, чтобы показать их в интерфейсе. На больших объёмах ручной прогон падает там, где боевой проходит.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3824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6626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Обработчик ошибок ручным запуском не проверяется вообще.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Его триггер срабатывает только на автоматическом прогоне. Жмёте «выполнить» — на холсте не происходит ничего, и это правильное поведение, а не поломка. Понадобится на следующем занятии.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0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13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Холст редактирует один человек.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Остальные видят сценарий только для чтения. Двое одновременно правят — это не про этот инструмент.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307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588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других инструментах: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Activepieces то же разделение — черновик и опубликованная версия. В LangFlow боевого режима нет вовсе: что открыто, то и исполняется.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 это вообще надо автоматизировать?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5514"/>
            <a:ext cx="11183112" cy="9193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00378"/>
            <a:ext cx="64008" cy="8096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82674"/>
            <a:ext cx="10643616" cy="645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том же центре есть второй поток: преподаватели присылают по почте отчёт о проведённом занятии. Двадцать писем в неделю. Их читает одна сотрудница и переносит две цифры в таблицу — пять минут в день.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Просят сделать так же, «а то руками».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3237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6039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 какому признаку видно, что процесс строить не надо?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объём маленький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результат читает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вход однотипный и шаг один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надо строить вообще — надо один раз спросить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Признак — не объём, а куда уходит результат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491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72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Самая дорогая автоматизация — та, которую построили из-за слова «руками», а не из-за того, что руками перестало получаться.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63468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91484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Строить не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вход однотипный · шаг один · результат читает человек и он же решает, что с ним делать · ошибка замечается тем же человеком в тот же день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Строить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поток растёт и сотрудница становится узким местом · типов входа больше одного и они расходятся по разным дальше · результат уходит следующему шагу без человека · ошибку никто не увидит, пока она не доедет до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4935"/>
            <a:ext cx="11183112" cy="307535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5883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441713"/>
            <a:ext cx="2873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5561" y="4441713"/>
            <a:ext cx="76512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Consolas"/>
              </a:rPr>
              <a:t>SEM-07-VYHOD.JSON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23780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5561" y="4723780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070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070934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5561" y="5070934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180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18089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561" y="5418089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765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765243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561" y="5765243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