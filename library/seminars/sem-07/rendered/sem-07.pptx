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сценарий из пяти-шести блоков,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про то, откуда мы пришли, — знать прошлые занятия для участия сегодня не нужно, всё необходимое будет на экране.</a:t>
            </a:r>
          </a:p>
          <a:p/>
          <a:p>
            <a:r>
              <a:t>Предыдущие три занятия были про одного исполнителя. Мы разбирали, что агенту разрешено делать, что он помнит между запусками, какими инструментами пользуется и как проверить, что он сделал то, о чём отчитался. Это взгляд внутрь одного работника.</a:t>
            </a:r>
          </a:p>
          <a:p/>
          <a:p>
            <a:r>
              <a:t>Сегодня взгляд меняется. Исполнитель — один из шагов, и вопрос в том, как устроено всё вокруг него: что запускает работу, какие шаги идут друг за другом, куда девается результат, что происходит, когда шаг не отработал.</a:t>
            </a:r>
          </a:p>
          <a:p/>
          <a:p>
            <a:r>
              <a:t>Конкретная задача занятия такая. В учебный центр приходят заявки через форму на сайте: имя, контакт и свободный текст, что человеку нужно. Сейчас их перекладывают в таблицу руками и помечают, о чём каждая. Нужно, чтобы заявка попадала в таблицу сама и уже разобранной.</a:t>
            </a:r>
          </a:p>
          <a:p/>
          <a:p>
            <a:r>
              <a:t>Задача намеренно маленькая. На ней видно всё устройство целиком, и за занятие мы успеем не только её собрать, но и три раза сломать.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Устройство у всех таких инструментов одинаковое, имена блоков разные. Начнём с того, что не зависит от инструмента.</a:t>
            </a:r>
          </a:p>
          <a:p/>
          <a:p>
            <a:r>
              <a:t>Любой процесс начинается с триггера — события, которое его запускает. Это не формальность: без триггера процесса буквально нет, он никогда не начнётся. Дальше идут шаги, соединённые так, что выход одного становится входом следующего.</a:t>
            </a:r>
          </a:p>
          <a:p/>
          <a:p>
            <a:r>
              <a:t>Триггеры делятся на три рода, и выбор между ними — первое проектное решение в любой задаче. По действию человека: кто-то отправил форму, написал в чат, нажал кнопку. По событию снаружи: чужая система сама позвала ваш процесс по адресу — так работают уведомления от платёжных систем, от трекеров, от чего угодно. По времени: наступило три часа ночи, пора собрать отчёт.</a:t>
            </a:r>
          </a:p>
          <a:p/>
          <a:p>
            <a:r>
              <a:t>Выбор не косметический. Процесс на расписании проверяет, не появилось ли чего нового, и между проверками данные лежат необработанными. Процесс на событии срабатывает сразу, но зависит от того, умеет ли чужая система звать. Процесс на действии человека вообще не начнётся, пока человек не придёт.</a:t>
            </a:r>
          </a:p>
          <a:p/>
          <a:p>
            <a:r>
              <a:t>Четвёртый род искусственный и нужен только для работы: ручной запуск, «выполнить сейчас, потому что я нажал кнопку». На нём удобно собирать и отлаживать, а настоящий триггер подключать, когда остальное уже работает. Так мы сегодня и сделаем.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главное правило сегодняшнего занятия, и я прошу его запомнить: из него выводится примерно половина того, что в таких инструментах кажется странным.</a:t>
            </a:r>
          </a:p>
          <a:p/>
          <a:p>
            <a:r>
              <a:t>Между узлами всегда идёт список элементов, даже когда элемент ровно один. Каждый элемент — объект с обязательной обёрткой, а если в нём файл, то рядом лежит отдельная часть для двоичных данных.</a:t>
            </a:r>
          </a:p>
          <a:p/>
          <a:p>
            <a:r>
              <a:t>Следствие прямое. Узел выполняется по разу на каждый элемент списка. Пришло пять заявок — узел отправки письма отработает пять раз и отправит пять писем. Это не ошибка и не настройка, это устройство: цикл встроен внутрь, и отдельный блок цикла в большинстве задач просто не нужен.</a:t>
            </a:r>
          </a:p>
          <a:p/>
          <a:p>
            <a:r>
              <a:t>У этого правила две стороны. Хорошая: вы пишете процесс так, как будто обрабатываете одну заявку, а он сам разберётся с пятью. Плохая: когда вам нужно одно действие на весь список, а не на каждый элемент, оно по умолчанию сделает его столько раз, сколько элементов. Самый частый пример — уведомление. Вы хотели одно письмо «обработано пять заявок», а получили пять писем.</a:t>
            </a:r>
          </a:p>
          <a:p/>
          <a:p>
            <a:r>
              <a:t>Выключается это настройкой на самом узле: Execute Once. Тогда узел сработает один раз, с данными первого элемента.</a:t>
            </a:r>
          </a:p>
          <a:p/>
          <a:p>
            <a:r>
              <a:t>Все вопросы вида «почему оно сделало это трижды» и «куда делась половина данных» дальше в курсе разбираются из этого одного правила. Мы к нему вернёмся на следующих занятиях — там оно начнёт ломать вещи всерьёз.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 кусок теории, и он про то, чтобы снять с шага модели лишний ореол.</a:t>
            </a:r>
          </a:p>
          <a:p/>
          <a:p>
            <a:r>
              <a:t>Снаружи это обычный узел. На вход пришли данные, на выход ушли данные, между ними что-то произошло. Внутри он собирает текст запроса из того, что вы написали в поле, отправляет его провайдеру модели и кладёт ответ в выход. Всё.</a:t>
            </a:r>
          </a:p>
          <a:p/>
          <a:p>
            <a:r>
              <a:t>Из этого следуют ровно две вещи, и обе мы сегодня увидим в работе.</a:t>
            </a:r>
          </a:p>
          <a:p/>
          <a:p>
            <a:r>
              <a:t>Первая: ответ приходит текстом. Не потому, что инструмент так решил, а потому что текст — это то, что модель порождает по своему устройству. Если вам нужны отдельные поля, их из этого текста надо как-то доставать. Это кейс два.</a:t>
            </a:r>
          </a:p>
          <a:p/>
          <a:p>
            <a:r>
              <a:t>Вторая: вызов уходит наружу по сети, к чужому серверу. Значит, он может не дойти, прийти с задержкой, вернуться ошибкой или не вернуться вовсе — ровно как любой внешний запрос в любой системе. Это кейс три.</a:t>
            </a:r>
          </a:p>
          <a:p/>
          <a:p>
            <a:r>
              <a:t>И последнее, что понадобится прямо сейчас. У каждого поля в любом узле есть переключатель: фиксированное значение или выражение. Выражение — это способ подставить в поле данные, пришедшие с предыдущих шагов. Две формы покрывают почти всё: обращение к полю текущего элемента и обращение к полю из конкретного названного узла.</a:t>
            </a:r>
          </a:p>
          <a:p/>
          <a:p>
            <a:r>
              <a:t>Обратите внимание на вторую форму: узел адресуется по имени, которое вы видите на холсте. Переименовали узел — все выражения, которые на него ссылались, сломались. Это самая частая поломка на ровном месте, и о ней стоит знать до того, как захочется навести порядок в названиях.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 — но не та, которую вы ждёте. Очевидные задачи обычно собирают не сложнее, чем нужно, а проще: до состояния «вроде работает». Поэтому первый вопрос сегодня — из скольких узлов собирается процесс, за который можно отвечать.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Задача. В учебный центр приходят заявки через форму на сайте: имя, контакт и свободный текст — что человеку нужно. Сейчас их читают руками и переносят в таблицу, помечая, о чём заявка и насколько это срочно. По этим двум столбцам потом сортируют, считают и раскладывают заявки по людям.</a:t>
            </a:r>
          </a:p>
          <a:p/>
          <a:p>
            <a:r>
              <a:t>Задача — чтобы это происходило само. И обратите внимание на требование, которое я ставлю сразу: тема и срочность заполнены </a:t>
            </a:r>
            <a:r>
              <a:rPr b="1"/>
              <a:t>всегда</a:t>
            </a:r>
            <a:r>
              <a:t>, и значения в них </a:t>
            </a:r>
            <a:r>
              <a:rPr b="1"/>
              <a:t>из справочника</a:t>
            </a:r>
            <a:r>
              <a:t>. Не «обычно заполнены». Не «какое-то слово». Потому что столбец, в котором иногда пусто, а иногда «интересуется аналитикой», для сортировки не годится — по нему ничего не посчитать, и вся затея теряет смысл.</a:t>
            </a:r>
          </a:p>
          <a:p/>
          <a:p>
            <a:r>
              <a:t>Вопрос: из скольких узлов соберётся процесс, который решает это полностью?</a:t>
            </a:r>
          </a:p>
          <a:p/>
          <a:p>
            <a:r>
              <a:t>Четыре карточки: два, три, пять, и «зависит от того, что считать решением». Выбирайте и формулируйте довод — почему именно столько.</a:t>
            </a:r>
          </a:p>
          <a:p/>
          <a:p>
            <a:r>
              <a:t>Пока голосуете, подскажу, в какую сторону думать. Не «сколько узлов нужно, чтобы заработало», а «сколько нужно, чтобы я мог поручиться за каждую строку в этой таблице».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ничего не ломается. И задача не решена: тема и срочность сами не появятся, их по-прежнему ставит человек.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появляется. Вот чего здесь нет. Во-первых, тема будет какой угодно: «запись», «обучение», «интересуется аналитикой», «Аналитика.» с точкой — и ни одна сортировка по такому столбцу не соберётся. Во-вторых, срочности не будет вовсе, если её отдельно не попросить. В-третьих, чтобы узнать, что получилось, надо идти в таблицу — а на занятии это переключение экрана на каждый прогон.</a:t>
            </a:r>
          </a:p>
          <a:p/>
          <a:p>
            <a:r>
              <a:t>Пять узлов — то, что мы сейчас соберём, и это именно решение. Между шагом модели и таблицей встаёт </a:t>
            </a:r>
            <a:r>
              <a:rPr b="1"/>
              <a:t>справочник</a:t>
            </a:r>
            <a:r>
              <a:t>: он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 — в том же окне браузера, где заявку отправили, печатается вход, что вернула модель, что решил справочник и что легло в таблицу.</a:t>
            </a:r>
          </a:p>
          <a:p/>
          <a:p>
            <a:r>
              <a:t>Кто ответил «зависит» — вы правы по сути, и я приму этот ответ, если вы скажете, от чего. Ответ: от того, считаем ли мы решением то, что заработало, или то, за что можно поручиться.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Пять узлов, и про каждый скажу, зачем он, а не только что в нём нажать.</a:t>
            </a:r>
          </a:p>
          <a:p/>
          <a:p>
            <a:r>
              <a:t>Первый — форма. Три поля, все обязательные: имя, контакт, свободный текст.</a:t>
            </a:r>
          </a:p>
          <a:p/>
          <a:p>
            <a:r>
              <a:t>Второй — извлечение полей. Схему задаю </a:t>
            </a:r>
            <a:r>
              <a:rPr b="1"/>
              <a:t>вручную</a:t>
            </a:r>
            <a:r>
              <a:t>, и вот зачем. Схему тут можно задать описаниями словами, и это проще. Но описание допустимые значения только </a:t>
            </a:r>
            <a:r>
              <a:rPr b="1"/>
              <a:t>предлагает</a:t>
            </a:r>
            <a:r>
              <a:t>. А мне нужно, чтобы инструмент их </a:t>
            </a:r>
            <a:r>
              <a:rPr b="1"/>
              <a:t>перечислил</a:t>
            </a:r>
            <a:r>
              <a:t>, — и для этого в схеме есть перечисление. Смотрите: тема — одно из четырёх, срочность — одно из трёх, оба обязательны. Последнее значение в каждом списке — «другое» и «не указано», и это не формальность: без них классификация упирается в пустую клетку на первой же непонятной заявке.</a:t>
            </a:r>
          </a:p>
          <a:p/>
          <a:p>
            <a:r>
              <a:t>Третий — справочник. Обычный узел «задать поля», никакого кода. Он делает одно: если пришло не из списка или пришло пустым — ставит «другое» или «не указано». Зачем он, если перечисление уже в схеме? Потому что схема — просьба к модели, пусть и строгая, а справочник — последняя инстанция. Схему можно обойти, справочник нельзя. В живой классификации всегда есть оба, и мысль, которую стоит унести: </a:t>
            </a:r>
            <a:r>
              <a:rPr b="1"/>
              <a:t>модель предлагает, справочник решает</a:t>
            </a:r>
            <a:r>
              <a:t>.</a:t>
            </a:r>
          </a:p>
          <a:p/>
          <a:p>
            <a:r>
              <a:t>Четвёртый — запись строки. Обратите внимание, откуда берутся значения: от справочника, не от модели. Поэтому в таблице не бывает ни пустой темы, ни темы вне списка.</a:t>
            </a:r>
          </a:p>
          <a:p/>
          <a:p>
            <a:r>
              <a:t>Пятый — экран результата. Тот же узел формы, только режим «завершение». И вот что он печатает: что пришло, что вернул шаг модели, что решил справочник, и номер строки в таблице. В том же окне, где заявку отправили.</a:t>
            </a:r>
          </a:p>
          <a:p/>
          <a:p>
            <a:r>
              <a:t>Отправляю заявку. Смотрите на один экран — вся дорога от текста до строки здесь, и ни в журнал, ни в таблицу идти не нужно.</a:t>
            </a:r>
          </a:p>
          <a:p/>
          <a:p>
            <a:r>
              <a:t>Пять узлов вместо трёх. Два лишних — это ровно та разница, из-за которой за эту таблицу можно отвечать.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замечания, которые пригодятся на любом следующем процессе.</a:t>
            </a:r>
          </a:p>
          <a:p/>
          <a:p>
            <a:r>
              <a:t>Первое — про экран результата, и это главная практика занятия. Его ставят сразу, в первый же проход, а не «когда дойдём до красоты». Причина простая и считается в минутах: без него, чтобы узнать, что получилось, надо открыть журнал прогонов, найти нужный, раскрыть узел, потом открыть таблицу и найти строку. Это два переключения на каждую проверку, а проверок на отладке десятки. С экраном вся дорога печатается там, где вы и так находитесь.</a:t>
            </a:r>
          </a:p>
          <a:p/>
          <a:p>
            <a:r>
              <a:t>И есть вторая причина, менее очевидная. Экран заставляет вас заранее решить, что считается результатом. Пока вы пишете, какие четыре вещи на нём показать, вы отвечаете на вопрос «за что я тут отвечаю», — и отвечаете до того, как процесс поехал, а не после.</a:t>
            </a:r>
          </a:p>
          <a:p/>
          <a:p>
            <a:r>
              <a:t>Второе — про Data Table. Это внутренняя таблица самого n8n: не нужно ни Google-аккаунта, ни отдельной базы, ни учётных данных. Для первого процесса это принципиально: вы проверяете идею, а не настраиваете доступы полчаса. Когда процесс заработает, приёмник меняется на настоящий одним узлом.</a:t>
            </a:r>
          </a:p>
          <a:p/>
          <a:p>
            <a:r>
              <a:t>Третье — про ограничение блока. Если вместо извлечения полей взять обычную цепочку, Basic LLM Chain, знайте: она не поддерживает ни память, ни инструменты, это написано в документации прямым текстом. Для нашей задачи этого хватило бы — заявка самодостаточна. Как только понадобится, чтобы шаг модели помнил разговор или сам куда-то лазил, нужен агент, и это одиннадцатое занятие.</a:t>
            </a:r>
          </a:p>
          <a:p/>
          <a:p>
            <a:r>
              <a:t>И сравнение, которое будет в конце каждого кейса. В Activepieces этот же процесс собирается из тех же пяти шагов, имена блоков другие. В LangFlow его тоже можно собрать — есть и вызов модели, и ветвления, — но запустить по расписанию нечем: планировщика в нём нет вовсе, запуск только по вызову снаружи. Это граница между классами инструментов, к ней мы ещё вернёмся.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работает, и работает честно: тема и срочность заполнены, значения из справочника, пустых клеток нет. Мы за это ручались и ручаемся.</a:t>
            </a:r>
          </a:p>
          <a:p/>
          <a:p>
            <a:r>
              <a:t>Теперь смотрите, за что мы не ручались. Отправляю заявку: «Можно перенести занятие со вторника? И подскажите, как оплатить». Две темы в одном сообщении, обе наши, обе из справочника.</a:t>
            </a:r>
          </a:p>
          <a:p/>
          <a:p>
            <a:r>
              <a:t>На экране результата: тема «перенос занятия». Одна. Про оплату не сказано ничего — ни на экране, ни в таблице, ни в журнале. Вторая тема не потерялась с ошибкой, её просто нет.</a:t>
            </a:r>
          </a:p>
          <a:p/>
          <a:p>
            <a:r>
              <a:t>Это другой класс беды, чем в первом кейсе. Там клетка могла остаться пустой, и мы это починили. Здесь клетка заполнена, значение законное, а заявка обслужена наполовину — и ни один сторож этого не заметит, потому что формально всё в порядке.</a:t>
            </a:r>
          </a:p>
          <a:p/>
          <a:p>
            <a:r>
              <a:t>Кейс второй про то, что справочник даёт гарантию формы, а гарантию смысла не даёт. И про то, какие ещё заявки ломают классификацию, которая минуту назад казалась надёжной.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защитить. Потому что он выглядит как отказ от автоматизации, а на самом деле это самый честный из четырёх.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один узел из пяти, справочник. Форму не трогаем, извлечение не трогаем, запись и экран остаются как были.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пять заявок подряд, и это те самые заявки,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Четвёртая — «расскажите про курс», без всякой срочности. Тема «курс», срочность «не указано». Обратите внимание: модель не придумала срочность, потому что в справочнике для этого есть законное значение. Если бы его не было, она бы что-нибудь поставила — это самый частый способ получить выдумку в данных.</a:t>
            </a:r>
          </a:p>
          <a:p/>
          <a:p>
            <a:r>
              <a:t>И пятая,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практики, и первая стоит того, чтобы запомнить формулировкой.</a:t>
            </a:r>
          </a:p>
          <a:p/>
          <a:p>
            <a:r>
              <a:t>В каждом справочнике обязано быть «иначе». «Другое» и «не указано» выглядят как признание, что список неполон, — и они им и являются. Только это условие его работы, и работает он ровно потому, что признаётся в неполноте. Уберите их — и модель на непонятной заявке не промолчит: она поставит в клетку то, что сочтёт ближайшим. Вы получите «курс» на заявке про юрлица и никогда об этом не узнаете, потому что значение законное.</a:t>
            </a:r>
          </a:p>
          <a:p/>
          <a:p>
            <a:r>
              <a:t>Второе. За «другим» нужен глаз. Этот столбец легко превращается в свалку: туда падает и многотемье, и экзотика, и «ок». Правильно смотреть на него как на очередь — заявки, которые процесс честно передал человеку. И смотреть на её рост: если «другое» было два процента, а стало двадцать — значит, в справочнике не хватает значения, и это сигнал. У такой очереди должен быть человек, иначе она ничем не отличается от исчезнувшей второй темы.</a:t>
            </a:r>
          </a:p>
          <a:p/>
          <a:p>
            <a:r>
              <a:t>Третье, про устройство. Перечисление в схеме — это просьба к модели, пусть и строгая: инструмент требует от неё одно из перечисленных значений. Но последней инстанцией остаётся обычный узел «задать поля». Почему оба: схема дёшево даёт хороший результат, узел даёт гарантию. В живой классификации всегда есть оба, и это не перестраховка.</a:t>
            </a:r>
          </a:p>
          <a:p/>
          <a:p>
            <a:r>
              <a:t>Отдельно граница, которую стоит знать заранее. Схему формата навешивают на шаг модели — цепочку, извлечение, классификацию. На агента её навешивать не надо: у агента свой механизм, и документация инструмента прямо предупреждает против совмещения. Это понадобится на одиннадцатом занятии.</a:t>
            </a:r>
          </a:p>
          <a:p/>
          <a:p>
            <a:r>
              <a:t>И сравнение. В Activepieces справочник собирается тем же способом: перечисление в схеме плюс шаг нормализации. В sim отдельного узла схемы нет — структурированный вывод настраивается внутри блока модели, то есть первая половина приёма есть, а вторую делают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вещи, и ни одна не очевидна из интерфейса.</a:t>
            </a:r>
          </a:p>
          <a:p/>
          <a:p>
            <a:r>
              <a:t>Первое. Сколько бы попыток вы ни ввели в поле, их будет от двух до пяти. Поле принимает любое число, а в коде оно приводится к этому диапазону; пауза так же зажата до пяти секунд. То есть «поставлю двадцать попыток с минутной паузой» не работает — молча не работает, без предупреждения. Нужен длинный повтор с большими паузами — это строится отдельно, узлом ожидания и собственной логикой.</a:t>
            </a:r>
          </a:p>
          <a:p/>
          <a:p>
            <a:r>
              <a:t>Второе, и это про деньги. Вы только что видели в журнале три попытки на узле модели — это три вызова, и платные все три. Повтор при этом не знает, прошёл ли первый запрос: таймаут означает ровно одно, «ответ не пришёл». Про то, дошёл ли запрос, он не говорит ничего — модель могла отработать полностью, выставить счёт и не успеть отдать ответ. На нашем масштабе это копейки, на тысяче заявок в день — заметная строка расхода, целиком состоящая из повторов.</a:t>
            </a:r>
          </a:p>
          <a:p/>
          <a:p>
            <a:r>
              <a:t>Третье — ловушка, в которую попадают, когда пытаются вторую проблему решить. Естественная мысль: дам каждому запросу уникальный ключ, чтобы провайдер понял, что это повтор того же. И берут для ключа идентификатор прогона, потому что он под рукой. Так нельзя: он один на весь прогон, то есть у пяти заявок в одном прогоне ключ будет одинаковый, а при ручном повторе из журнала — наоборот, новый у той же заявки. Ключ выводится из самих данных: время прихода плюс контакт, например.</a:t>
            </a:r>
          </a:p>
          <a:p/>
          <a:p>
            <a:r>
              <a:t>И четвёртое, честно. Включение error-выхода ломает выражения на успешной ветке — ошибка про недоступные парные данные. Это открытый дефект инструмента на момент, когда я это готовил. Говорю заранее, потому что иначе на демо это выглядит моей ошибкой. Если увидите такое у себя — вы не сломали, вы нашли.</a:t>
            </a:r>
          </a:p>
          <a:p/>
          <a:p>
            <a:r>
              <a:t>Сравнение. В Activepieces повтор настраивается на шаге так же. В sim повтора отдельной ветки нет: отказ разбирают условием после шага, то есть руками делают то, что здесь есть из коробки.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замечания, и первое продолжает тему кейса.</a:t>
            </a:r>
          </a:p>
          <a:p/>
          <a:p>
            <a:r>
              <a:t>Ручной прогон тяжелее боевого. Инструмент копирует все промежуточные данные, чтобы вы могли щёлкнуть по узлу и посмотреть, что в нём было. Удобно — и дорого по памяти. Следствие неприятное: на больших объёмах ручной прогон падает ровно там, где боевой проходит нормально. То есть «проверил руками — упало» тоже не всегда правда о боевом поведении. Проверка руками — хороший инструмент, просто не тот же самый инструмент.</a:t>
            </a:r>
          </a:p>
          <a:p/>
          <a:p>
            <a:r>
              <a:t>Второе — предупреждение на следующее занятие, и я произношу его сейчас, чтобы там не разбираться полчаса. На Семинаре 8 мы будем делать отдельный сценарий-обработчик ошибок. Его триггер срабатывает только на автоматическом прогоне. Нажмёте «выполнить» — на холсте не произойдёт ничего, вообще ничего. Это не вы сломали и не я ошибся: это его устройство. Проверять такое приходится настоящим отказом на настоящем прогоне, и это отдельная работа.</a:t>
            </a:r>
          </a:p>
          <a:p/>
          <a:p>
            <a:r>
              <a:t>Третье, бытовое, но его стоит знать до того, как сядете работать вдвоём. Холст редактирует один человек. Второй откроет и увидит только для чтения. Так что «давай вместе поправим» здесь не получится.</a:t>
            </a:r>
          </a:p>
          <a:p/>
          <a:p>
            <a:r>
              <a:t>Сравнение. В Activepieces то же разделение на черновик и опубликованную версию — приём переносится один в один. В LangFlow боевого режима нет вовсе: что открыто, то и исполняется, и это ровно та разница в классе инструментов, про которую мы говорили на первом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раз за занятие отвлечёмся от блоков, и ненадолго.</a:t>
            </a:r>
          </a:p>
          <a:p/>
          <a:p>
            <a:r>
              <a:t>В том же центре есть второй поток. Преподаватели присылают по почте отчёт о проведённом занятии: сколько пришло, что прошли. Двадцать писем в неделю. Их читает одна сотрудница и переносит две цифры в таблицу. Пять минут в день, иногда меньше.</a:t>
            </a:r>
          </a:p>
          <a:p/>
          <a:p>
            <a:r>
              <a:t>Приходят и просят: сделайте так же, автоматически, а то руками.</a:t>
            </a:r>
          </a:p>
          <a:p/>
          <a:p>
            <a:r>
              <a:t>И вот это ровно тот момент, в котором половина автоматизаций в жизни зарождается и потом живёт годами, никому не принося пользы и требуя внимания. Вопрос: по какому признаку видно, что строить не надо?</a:t>
            </a:r>
          </a:p>
          <a:p/>
          <a:p>
            <a:r>
              <a:t>Четыре карточки. Объём маленький. Результат читает человек. Вход однотипный и шаг один. И четвёртая, с подвохом: не строить вообще, а один раз спросить модель.</a:t>
            </a:r>
          </a:p>
          <a:p/>
          <a:p>
            <a:r>
              <a:t>Выбирайте, и у кого есть довод против своего же выбора — говорите и его тоже, этот вопрос того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Разберём, и начну с карточки, которая выглядела подвохом, а была правильной.</a:t>
            </a:r>
          </a:p>
          <a:p/>
          <a:p>
            <a:r>
              <a:t>«Не строить вообще, а один раз спросить модель» — это законный ответ, и это нижняя ступень той лестницы, по которой мы шесть занятий будем идти вверх. Открыть чат, вставить двадцать писем, получить таблицу, вставить в документ. Пять минут раз в неделю, ноль поддержки, ноль узлов, которые кто-то должен помнить. Для этой задачи это, скорее всего, правильное решение, и важно уметь его называть вслух — потому что на курсе про построение процессов соблазн строить есть всегда.</a:t>
            </a:r>
          </a:p>
          <a:p/>
          <a:p>
            <a:r>
              <a:t>Теперь про объём. «Мало» — не критерий, и это главное, что я хочу оставить. Пять минут в день не аргумент ни за, ни против: они одинаково хорошо обосновывают и «не стоит возни», и «так почему не убрать эти пять минут». На объёме спор не решается.</a:t>
            </a:r>
          </a:p>
          <a:p/>
          <a:p>
            <a:r>
              <a:t>Признак другой: куда уходит результат. Если цифры читает человек и он же решает, что с ними делать, — он же заметит, если они странные, в тот же день. Процесс строить незачем: вы не убираете работу, вы добавляете к ней надзор. Если результат уходит дальше без человека — в отчёт, в начисление, в рассылку, — то проверять его должен уже механизм, и вот здесь процесс начинается.</a:t>
            </a:r>
          </a:p>
          <a:p/>
          <a:p>
            <a:r>
              <a:t>Второй признак — типы входа. Пока вход однотипный и шаг один, строить нечего. Как только типов становится больше и они расходятся дальше по-разному, появляется ветвление, а с ним и процесс. Это, кстати, ровно тема следующего занятия.</a:t>
            </a:r>
          </a:p>
          <a:p/>
          <a:p>
            <a:r>
              <a:t>И строка, которую стоит запомнить целиком. Самая дорогая автоматизация — та, которую построили из-за слова «руками». Не из-за того, что руками перестало получаться, а из-за того, что слово неприятное.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собирали раньше и что собираем теперь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041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843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С4–С6: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агент. Что ему разрешено, что он помнит, чем он пользуется.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С7–С12: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процесс. Что его запускает, из каких шагов он состоит, что он делает с результатом.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065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4345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 на сегодня: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с формы попадает в таблицу разобранной, без участия человека.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— это триггер и шаги</a:t>
            </a:r>
          </a:p>
        </p:txBody>
      </p:sp>
      <p:pic>
        <p:nvPicPr>
          <p:cNvPr id="3" name="Picture 2" descr="teoriya-protsess-trigger-sha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00" y="943356"/>
            <a:ext cx="9524151" cy="238103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8898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617001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результат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8999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4447"/>
            <a:ext cx="303796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РОД ТРИГГЕРА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2636" y="4264447"/>
            <a:ext cx="389670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КОГДА СРАБАТЫВАЕТ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5642" y="4264447"/>
            <a:ext cx="34986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БЛОК В N8N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39021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действию человека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2636" y="4539021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отправили форму, написали в чат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5642" y="4539021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n8n Form Trigger, Chat Trigger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81931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819310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событию снаружи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36" y="4819310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чужая система позвала по адресу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5642" y="4819310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Webhook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50995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099599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времени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2636" y="5099599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наступил момент расписания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5642" y="5099599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Schedule Trigger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99928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827944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Для отладки есть четвёртый, искусственный: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Manual Trigger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«выполнить сейчас, потому что я нажал кнопку».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Данные ходят списком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7731"/>
            <a:ext cx="11183112" cy="32151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7340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0142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заявки на входе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узел отправки письма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три письма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8447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1249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9554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92356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Выключается настройкой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Execute Once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тогда узел сработает один раз, с данными первого элемента.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Шаг модели — обычный узел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41789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4669"/>
            <a:ext cx="47022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316" y="1324669"/>
            <a:ext cx="58225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6736"/>
            <a:ext cx="47022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приходит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текст это то, что модель порождает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316" y="1606736"/>
            <a:ext cx="58225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значения, поля и категории из него надо как-то доставать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1364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136453"/>
            <a:ext cx="47022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вызов уходит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наружу по сети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4316" y="2136453"/>
            <a:ext cx="58225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может не дойти, прийти с задержкой, вернуть ошибку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27162"/>
            <a:ext cx="82296" cy="12954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455178"/>
            <a:ext cx="10643616" cy="1039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достать значение из предыдущего шага.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У каждого поля есть переключатель «фиксированное значение / выражение».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текущего элемента.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$('Имя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узла').item.json.поле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из любого предыдущего узла.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8323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41125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Обращение идёт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по имени узла на холсте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Переименовали узел — выражения, которые на него ссылались, сломались.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есть: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форма на сайте — имя, контакт и свободный текст «что нужно»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нужно: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строка в таблице, где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срочность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никогда не пусты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из списка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зависит от того, что считать решением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7711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80591"/>
            <a:ext cx="892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4342" y="1680591"/>
            <a:ext cx="35526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38" y="1680591"/>
            <a:ext cx="59335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2658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4342" y="1962658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3338" y="1962658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и срочность не появятся сами — задача не решена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09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09812"/>
            <a:ext cx="89223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4342" y="2309812"/>
            <a:ext cx="355269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3338" y="2309812"/>
            <a:ext cx="59335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угодно, срочности не будет вовсе,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9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39529"/>
            <a:ext cx="8922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42" y="2839529"/>
            <a:ext cx="35526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значения из справочника, всегда заполнены, результат виден сразу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3338" y="2839529"/>
            <a:ext cx="593350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узел там, где хватило бы трёх для показа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51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51809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«зависит»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4342" y="3551809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3338" y="3551809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ответ, пока не сказано, от чего именно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493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773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справочника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который не даст ни пустой темы, ни темы вне списка,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виден результат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каждую проверку придётся ходить в таблицу.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узлов и один экран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552" y="943356"/>
            <a:ext cx="9531846" cy="178722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89516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050617"/>
            <a:ext cx="3206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УЗЕЛ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1130" y="3050617"/>
            <a:ext cx="73731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НАСТРАИВАЕМ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3268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1130" y="333268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три поля, все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61989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61989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1130" y="361989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схема вручную: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topic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urgency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перечисления, оба обязательны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071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0710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130" y="390710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из списка или пусто →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указано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ok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19431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19431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1130" y="419431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значения берутся у справочника, не у модели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44815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4481526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1130" y="4481526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· что вернула модель · что решил справочник · номер строки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88776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216792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справочник объявлен схемой, и инструмент требует от модели одно из этих значений.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87414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00216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0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0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Экран результата ставится в первый же проход.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Он печатает вход, что предложила модель, что решил справочник и номер строки — в том же окне. Без него каждая проверка стоит двух переключений: журнал прогонов и таблица.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744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8024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Data Table не требует внешних учётных данных.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Ни Google-аккаунта, ни базы. Для первого процесса это самый дешёвый приёмник результата, и поэтому он здесь.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0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13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Basic LLM Chain не умеет ни памяти, ни инструментов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так записано в документации. Нужны они — нужен другой блок, и это ступень Семинара 11.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307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588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те же пять шагов другими блоками. В LangFlow такой процесс собрать можно, а запустить по расписанию нечем — планировщика у него нет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другое — пусть разбирает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вместо одной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главную, и пометить, что есть ещё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26" y="943356"/>
            <a:ext cx="10145699" cy="19023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010266"/>
            <a:ext cx="11183112" cy="1797177"/>
          </a:xfrm>
          <a:prstGeom prst="roundRect">
            <a:avLst>
              <a:gd name="adj" fmla="val 169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65714"/>
            <a:ext cx="42486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3320" y="3165714"/>
            <a:ext cx="2725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917" y="3165714"/>
            <a:ext cx="34593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47781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320" y="3447781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917" y="3447781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748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748835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3320" y="3748835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917" y="3748835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04988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049888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3320" y="4049888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917" y="4049888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35094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350942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320" y="4350942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917" y="4350942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72035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100051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узел из пяти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справочник. В него добавляется столбец «ещё в заявке»; остальные четыре не трогаются.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07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735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08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09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каждом справочнике обязано быть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и «не указано» держат список на ногах: без них модель поставит в клетку выдумку, и вы об этом не узнаете.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3824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6626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«другим» нужен глаз.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Этот столбец — очередь на разбор, и у неё должен быть человек. Растёт очередь — значит, в справочнике не хватает значения; это сигнал, который стоит читать.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641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89442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Схема предлагает, узел решает.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Перечисление в схеме — строгая просьба к модели. Последняя инстанция — обычный узел «задать поля»: что не из списка или пусто, он заменяет сам.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945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2225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справочник собирается так же — перечисление в схеме плюс шаг нормализации. В sim структурированный вывод настраивается внутри блока модели, отдельного узла схемы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отправить в отдельную ветку для разбора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92" y="943356"/>
            <a:ext cx="10056167" cy="276544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873394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028842"/>
            <a:ext cx="53369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1629" y="4028842"/>
            <a:ext cx="52426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10909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629" y="4310909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попытки, пауза 2 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461196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4611962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1629" y="4611962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Continue (using error output)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3305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6107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выхода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ту же таблицу: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not_parsed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 Экран печатает, что вызов не удался.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5307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98108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382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3184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Сколько бы попыток вы ни ввели, их будет от 2 до 5.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Число приводится к этому диапазону в коде, пауза — к 0–5000 мс. Поле принимает любое значение, инструмент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6636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9437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Повтор на платном вызове платит дважды.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Повтор не знает, прошёл ли первый запрос: потерян мог быть только ответ. Три попытки — это до трёх списаний за одну заявку.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89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25690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$execution.id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ключом идемпотентности не годится: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он общий для всех элементов прогона, а повтор из журнала создаёт новый. Ключ выводить из самих данных — например, из времени и контакта.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764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55566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Известный дефект: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включение error-выхода ломает выражения на успешной ветке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Paired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item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data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…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unavailable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Перед занятием проверить, закрыт 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49017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61819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повтор настраивается так же на шаге. В sim повтор есть, отдельной ветки для отказов нет — отказ разбирают условием после шага.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запуск и боевой — это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08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09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Ручной прогон тяжелее боевого по памяти.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Инструмент копирует данные, чтобы показать их в интерфейсе. На больших объёмах ручной прогон падает там, где боевой проходит.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3824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6626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Обработчик ошибок ручным запуском не проверяется вообще.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Его триггер срабатывает только на автоматическом прогоне. Жмёте «выполнить» — на холсте не происходит ничего, и это правильное поведение, а не поломка. Понадобится на следующем занятии.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0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13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Холст редактирует один человек.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Остальные видят сценарий только для чтения. Двое одновременно правят — это не про этот инструмент.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307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588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то же разделение — черновик и опубликованная версия. В LangFlow боевого режима нет вовсе: что открыто, то и исполняется.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 это вообще надо автоматизировать?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5514"/>
            <a:ext cx="11183112" cy="9193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00378"/>
            <a:ext cx="64008" cy="8096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2674"/>
            <a:ext cx="10643616" cy="645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том же центре есть второй поток: преподаватели присылают по почте отчёт о проведённом занятии. Двадцать писем в неделю. Их читает одна сотрудница и переносит две цифры в таблицу — пять минут в день.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Просят сделать так же, «а то руками».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3237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6039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 какому признаку видно, что процесс строить не надо?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объём маленький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результат читает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вход однотипный и шаг один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надо строить вообще — надо один раз спросить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Признак — не объём, а куда уходит результат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491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72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Самая дорогая автоматизация — та, которую построили из-за слова «руками», а не из-за того, что руками перестало получаться.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3468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91484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Строить не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вход однотипный · шаг один · результат читает человек и он же решает, что с ним делать · ошибка замечается тем же человеком в тот же день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Строить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поток растёт и сотрудница становится узким местом · типов входа больше одного и они расходятся по разным дальше · результат уходит следующему шагу без человека · ошибку никто не увидит, пока она не доедет до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4935"/>
            <a:ext cx="11183112" cy="307535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5883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441713"/>
            <a:ext cx="287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5561" y="4441713"/>
            <a:ext cx="76512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23780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5561" y="4723780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070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070934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5561" y="5070934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180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18089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561" y="5418089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65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65243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561" y="5765243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