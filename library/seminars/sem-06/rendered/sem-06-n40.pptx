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того, что прозвучало. «Быстрее» — проверяем счётом, по строкам.</a:t>
            </a:r>
          </a:p>
          <a:p/>
          <a:p>
            <a:r>
              <a:t>Прочитать самому: полный контроль над порядком чтения, но контекст сессии занимает содержимое сорока файлов, из которых для правки нужны четыре. Вторая сессия: рабочий контекст остаётся чистым, и это правда — но список придётся переносить руками, а править агент будет по вашему пересказу. Условие про старые аккаунты выпадает из пересказа первым. Коллега: единственный вариант, способный ответить за минуту, и единственный, который зависит от чужого расписания. Роль: сорок файлов открываются и закрываются в её контексте, список приходит обратно сам. По памяти: мгновенно, но четвёртое место помнит не всякий из тех, кто его писал.</a:t>
            </a:r>
          </a:p>
          <a:p/>
          <a:p>
            <a:r>
              <a:t>Теперь про «быстрее». Роль открывает все сорок файлов и читает их целиком. Двадцать минут чтения остаются двадцатью минутами: ни одна строчка не читается быстрее оттого, что её читает другой процесс.</a:t>
            </a:r>
          </a:p>
          <a:p/>
          <a:p>
            <a:r>
              <a:t>Выигрыш лежит в двух других местах. Чтение остаётся в контексте роли, и этот контекст закрывается вместе с ней. А список возвращается туда, где лежит правка, — сам, без вашего пересказа. Вторая сессия даёт только первое из двух.</a:t>
            </a:r>
          </a:p>
          <a:p/>
          <a:p>
            <a:r>
              <a:t>Если спросят, зачем тогда вообще заводить роль, если время то же самое: ради того, что останется доступно дальше в этой же сессии. Двадцать минут чтения ушли на дело — список был нужен. Полчаса на повторное объяснение можно было не тратить вовсе, и экономит роль именно их. Механика разделения — на схеме базы ступени и на одностраничнике «Роль целиком», блоки третий и четвёртый.</a:t>
            </a:r>
          </a:p>
          <a:p/>
          <a:p>
            <a:r>
              <a:t>Если прозвучит «пересказ — ерунда, я просто скопирую ответ целиком»: тогда вы скопируете в рабочий контекст ровно то, от чего уходили, плюс потратите своё время на передачу. Чем короче то, что вы переносите, тем больше в нём потеряно; чем длиннее — тем меньше смысла было уносить чтение.</a:t>
            </a:r>
          </a:p>
          <a:p/>
          <a:p>
            <a:r>
              <a:t>Если прозвучит «а если запустить несколько ролей разом, тогда быстрее?»: тогда да, и это следующий кейс ступени целиком. Но быстрее там становится очередь из нескольких независимых задач; чтение одного вопроса остаётся тем же. Для одного поиска по сорока файлам выигрыша по времени нет ни при каком числе ролей.</a:t>
            </a:r>
          </a:p>
          <a:p/>
          <a:p>
            <a:r>
              <a:t>Если спросят, почему коллега вынесен в отдельную строку, если это не инструмент: потому что в жизни он первый кандидат и часто правильный. Строка нужна, чтобы это было сказано вслух: иначе вариант выглядит забытым.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Быстрее не стало — те же сорок файлов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990149"/>
          </a:xfrm>
          <a:prstGeom prst="roundRect">
            <a:avLst>
              <a:gd name="adj" fmla="val 763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99902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1128" y="1126236"/>
            <a:ext cx="371372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1158" y="1126236"/>
            <a:ext cx="566568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8303"/>
            <a:ext cx="999024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прочитать самому, в этой же сессии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1128" y="1408303"/>
            <a:ext cx="3713726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полный контроль над тем, что и в каком порядке читается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1158" y="1408303"/>
            <a:ext cx="5665689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контекст сессии занимает содержимое сорока файлов, из которых для правки нужны четыре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24472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44725"/>
            <a:ext cx="999024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вторая сессия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1128" y="2244725"/>
            <a:ext cx="37137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рабочий контекст остаётся чистым: сорок файлов ложатся в чужой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1158" y="2244725"/>
            <a:ext cx="566568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список придётся переносить руками, и править агент будет по вашему пересказу — условие про старые аккаунты выпадает из пересказа первым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91318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913189"/>
            <a:ext cx="999024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позвать коллегу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1128" y="2913189"/>
            <a:ext cx="37137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единственный вариант, который может ответить за минуту — если коллега свеж в теме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1158" y="2913189"/>
            <a:ext cx="566568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единственный вариант, который зависит от чужого расписания: решает, свободен ли человек прямо сейчас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58165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581654"/>
            <a:ext cx="999024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поручить 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1128" y="3581654"/>
            <a:ext cx="37137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сорок файлов открываются и закрываются в отдельном, одноразовом контексте; список приходит обратно сам, в ту же сессию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1158" y="3581654"/>
            <a:ext cx="566568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быстрее не становится: роль открывает и читает все сорок файлов, время чтения то же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2501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250118"/>
            <a:ext cx="999024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править по памяти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1128" y="4250118"/>
            <a:ext cx="3713726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мгновенно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1158" y="4250118"/>
            <a:ext cx="5665689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четвёртое место — клиентскую проверку — помнит не всякий из тех, кто её писал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98097"/>
            <a:ext cx="82296" cy="11247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226113"/>
            <a:ext cx="1064361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Двадцать минут чтения из сцены остаются двадцатью минутами: сорок файлов — это сорок файлов, где бы их ни читали. Меняются двое. Первое — чей контекст их держит: контекст роли закрывается вместе с ней. Второе — куда возвращается список: от роли он приходит сам, в ту сессию, где лежит правка, из второй сессии его переносите вы.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