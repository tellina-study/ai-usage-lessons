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стоит со своей правки. У кого за последний месяц была правка, в которой найти места оказалось дороже, чем их поправить, — и сколько файлов пришлось открыть, чтобы найти нужные? Такая правка есть почти у каждого, кто работал в чужом проекте, и названное число файлов дальше работает лучше любого примера.</a:t>
            </a:r>
          </a:p>
          <a:p/>
          <a:p>
            <a:r>
              <a:t>Вопрос случая на этом и стоит: что править — известно, где править — лежит в сорока файлах, из которых нужны четыре. Карточек пять: прочитать все сорок файлов самому, в этой же сессии; открыть вторую сессию, спросить там и перенести список руками; позвать коллегу, который давно работает с тарифами; поручить субагенту — прочитает в своём контексте и вернёт список мест; править по памяти, без поиска.</a:t>
            </a:r>
          </a:p>
          <a:p/>
          <a:p>
            <a:r>
              <a:t>Выбрать карточку — половина работы. Вторая половина — назвать, за счёт чего она выигрывает у остальных четырёх. Основание здесь весит больше выбора: на следующем экране счёт файлов проверяет именно причину, по которой карточку взяли.</a:t>
            </a:r>
          </a:p>
          <a:p/>
          <a:p>
            <a:r>
              <a:t>Ответов на такой вопрос звучит немного, и разобрать стоит каждый.</a:t>
            </a:r>
          </a:p>
          <a:p/>
          <a:p>
            <a:r>
              <a:rPr b="1"/>
              <a:t>«Субагент — потому что быстрее».</a:t>
            </a:r>
            <a:r>
              <a:t> Обычная первая догадка, и приходит она почти всем. Произнесите её про себя полностью — «отдельный исполнитель прочитает сорок файлов быстрее, чем я» — и держите наготове. Следующий экран проверяет её счётом, и проверку она не проходит. Разбор, прочитанный без произнесённой догадки, остаётся сообщением о факте; с ней он меняет картину, и держится этот случай именно на ней.</a:t>
            </a:r>
          </a:p>
          <a:p/>
          <a:p>
            <a:r>
              <a:rPr b="1"/>
              <a:t>«Вторая сессия».</a:t>
            </a:r>
            <a:r>
              <a:t> Вариант, который первым приходит любому, кто работает в двух вкладках; принимать его стоит всерьёз. Добавить к нему надо одно: что произойдёт после того, как ответ получен. Ответ на это почти всегда один — «перенесу». Вот это слово и разбирается дальше: перенос делает человек, и стоит он времени и точности.</a:t>
            </a:r>
          </a:p>
          <a:p/>
          <a:p>
            <a:r>
              <a:rPr b="1"/>
              <a:t>«Коллега».</a:t>
            </a:r>
            <a:r>
              <a:t> Единственный вариант, способный ответить за минуту, если коллега свеж в теме, и единственный, который зависит от чужого расписания. В списке он стоит не для полноты: в живой работе это частый и часто верный ход.</a:t>
            </a:r>
          </a:p>
          <a:p/>
          <a:p>
            <a:r>
              <a:rPr b="1"/>
              <a:t>Ответ, которого на карточках нет</a:t>
            </a:r>
            <a:r>
              <a:t> — «спросить того, кто это писал», «посмотреть в истории коммитов», «записать вопрос скиллом на будущее». Такие ответы законны: карточки задают поле выбора, границей его они не являются. История коммитов, к примеру, сузит поиск, если правило менялось явными правками с внятными сообщениями, и не поможет, если оно расползалось по рефакторингам.</a:t>
            </a:r>
          </a:p>
          <a:p/>
          <a:p>
            <a:r>
              <a:t>Выбрать две карточки тоже можно, и в живой работе так и делают: сначала субагент, потом короткий разговор с тем, кто писал эти миграции. Тогда стоит назвать, какая из двух первая и почему — порядок здесь меняет цену.</a:t>
            </a:r>
          </a:p>
          <a:p/>
          <a:p>
            <a:r>
              <a:t>Если своей такой правки не вспоминается, выбирать стоит по сцене предыдущего экрана — и тогда отдельно проверить, насколько выбор зависит от того, что правка и поиск лежат в одной сессии.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с этим чтением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808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4609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У кого из вас была правка, в которой найти места стоило дороже, чем их поправить? Сколько файлов пришлось открыть?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57902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263389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Здесь мест четыре, файлов сорок.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347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6627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карточку — и назовите вслух, за счёт чего она выигрывает.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959134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4959134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прочитать все сорок файлов самому, в этой же сессии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8803" y="4959134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8531" y="4959134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открыть вторую сессию, спросить там и перенести список руками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34686" y="4959134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4414" y="4959134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коллегу, который давно работает с тарифами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00569" y="4959134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0297" y="4959134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поручить субагенту: прочитает в своём контексте и вернёт список мест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6452" y="4959134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180" y="4959134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править по памяти, без поиска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