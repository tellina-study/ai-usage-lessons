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Начнём с того, что прозвучало. «Быстрее» — проверяем счётом, по строкам.</a:t>
            </a:r>
          </a:p>
          <a:p/>
          <a:p>
            <a:r>
              <a:t>Прочитать самому: полный контроль над тем, что и в каком порядке читается, но окно сессии занимает содержимое сорока файлов, из которых для ответа нужен один вывод. Коллега: единственный вариант, способный ответить за минуту, и единственный, который зависит от чужого расписания. Субагент в своём окне: сорок файлов открываются и закрываются там, обратно приходит только итог. Скилл: пригодится при повторении, но при первом запуске читает те же файлы тем же способом в той же сессии. По памяти: мгновенно, проверки нет, а вопрос был именно про проверку.</a:t>
            </a:r>
          </a:p>
          <a:p/>
          <a:p>
            <a:r>
              <a:t>Теперь про «быстрее». Роль открывает все сорок файлов и читает их целиком. Двадцать минут чтения из сцены остаются двадцатью минутами: ни одна строчка не читается быстрее оттого, что её читает другой процесс.</a:t>
            </a:r>
          </a:p>
          <a:p/>
          <a:p>
            <a:r>
              <a:t>Выигрыш лежит в другом месте. Сорок файлов остаются в окне роли, и это окно закрывается вместе с ней. В сессию возвращается строка ответа — и то самое место, которого в сцене не хватило на собственную правку.</a:t>
            </a:r>
          </a:p>
          <a:p/>
          <a:p>
            <a:r>
              <a:t>Если спросят, зачем тогда вообще заводить роль, если время то же самое: ради того, что останется доступно дальше в этой же сессии. Двадцать минут чтения в сцене ушли на дело: ответ техническому директору был нужен. Час на повторное объяснение правки можно было не тратить вовсе, и экономит роль именно его. Механика разделения — на одностраничнике «Роль целиком» в начале ступени, блоки третий и четвёртый: что входит в окно роли и что уходит обратно.</a:t>
            </a:r>
          </a:p>
          <a:p/>
          <a:p>
            <a:r>
              <a:t>Если прозвучит «а если запустить несколько ролей разом, тогда быстрее?»: тогда да, и это следующий кейс ступени целиком. Но быстрее там становится очередь из нескольких независимых задач; чтение одного вопроса остаётся тем же. Для одного вопроса из сорока файлов выигрыша по времени нет ни при каком числе ролей.</a:t>
            </a:r>
          </a:p>
          <a:p/>
          <a:p>
            <a:r>
              <a:t>Если спросят, почему коллега вынесен в отдельную строку, если это не инструмент: потому что в жизни он первый кандидат и часто правильный. Строка нужна, чтобы это было сказано вслух: иначе вариант выглядит забытым.</a:t>
            </a:r>
          </a:p>
          <a:p/>
          <a:p>
            <a:r>
              <a:t>Если спросят про скилл: он решает повторяемость, не объём чтения. Записанный вопрос запускается тем же способом и в той же сессии, пока делегирование не заведено отдельно; эти два приёма складываются, и в третьем кейсе мы увидим, как именно.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Быстрее не стало — те же сорок файлов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3749166"/>
          </a:xfrm>
          <a:prstGeom prst="roundRect">
            <a:avLst>
              <a:gd name="adj" fmla="val 812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26236"/>
            <a:ext cx="143335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65463" y="1126236"/>
            <a:ext cx="357017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81945" y="1126236"/>
            <a:ext cx="537490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НЕ ДЕЛАЕТ / ОГРАНИЧЕНИЕ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08303"/>
            <a:ext cx="1433359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прочитать самому, в этой же сессии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65463" y="1408303"/>
            <a:ext cx="357017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полный контроль над тем, что и в каком порядке читается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1945" y="1408303"/>
            <a:ext cx="537490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окно сессии занимает содержимое сорока файлов, из которых для ответа нужен один вывод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0986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098675"/>
            <a:ext cx="1433359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позвать коллегу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65463" y="2098675"/>
            <a:ext cx="357017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единственный вариант, который может ответить за минуту — если коллега свеж в теме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1945" y="2098675"/>
            <a:ext cx="537490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единственный вариант, который зависит от чужого расписания: решает, свободен ли человек прямо сейчас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78904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789047"/>
            <a:ext cx="1433359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субагент читает в своём окне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5463" y="2789047"/>
            <a:ext cx="357017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сорок файлов открываются и закрываются в отдельном, одноразовом окне; обратно приходит только итог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1945" y="2789047"/>
            <a:ext cx="537490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быстрее не становится: роль открывает и читает все сорок файлов, время чтения то же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47941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479418"/>
            <a:ext cx="1433359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сохранить вопрос как скилл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65463" y="3479418"/>
            <a:ext cx="3570177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пригодится, если тот же вопрос прозвучит снова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1945" y="3479418"/>
            <a:ext cx="5374902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при первом запуске читает те же файлы тем же способом, в той же сессии, если делегирование не заведено отдельно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99453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994530"/>
            <a:ext cx="1433359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ответить по памяти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65463" y="3994530"/>
            <a:ext cx="3570177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мгновенно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1945" y="3994530"/>
            <a:ext cx="5374902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проверки нет, а вопрос именно про проверку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857114"/>
            <a:ext cx="82296" cy="95935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4985130"/>
            <a:ext cx="10643616" cy="703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98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Вывод.</a:t>
            </a:r>
            <a:r>
              <a:rPr sz="1450" b="1" i="0">
                <a:solidFill>
                  <a:srgbClr val="141B2E"/>
                </a:solidFill>
                <a:latin typeface="Arial"/>
              </a:rPr>
              <a:t> Двадцать минут чтения из сцены остаются двадцатью минутами: сорок файлов — это сорок файлов, где бы их ни читали. Меняется одно — чьё окно их держит. Окно роли закрывается вместе с ней, а в сессию возвращается строка ответа и место, которого в сцене не хватило на собственную правку.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