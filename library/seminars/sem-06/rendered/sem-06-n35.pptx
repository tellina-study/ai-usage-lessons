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Доступ наружу у агента уже есть: сервер отдаёт ему то, чего в репозитории не было. Второй ход встречный. Часть работы уходит отдельному исполнителю с собственным окном; делегировать так вы уже умеете, и это не стоит ни строчки настройки.</a:t>
            </a:r>
          </a:p>
          <a:p/>
          <a:p>
            <a:r>
              <a:t>Первая развилка ступени — цена короткого ответа. Что с ней делать, я спрошу через несколько экранов. Догадку, которая придёт вам сейчас, запомните: мы её проверим.</a:t>
            </a:r>
          </a:p>
          <a:p/>
          <a:p>
            <a:r>
              <a:t>Если спросят, при чём тут предыдущий блок: доступ наружу увеличивает то, что агент способен сделать сам за один присест, и вместе с объёмом работы растёт объём чтения, который эта работа втягивает в окно сессии. Два хода встречные, а предел у них один и тот же.</a:t>
            </a:r>
          </a:p>
          <a:p/>
          <a:p>
            <a:r>
              <a:t>Если прозвучит «так ведь отдельный исполнитель просто прочитает быстрее» — не спорить и не подтверждать. Это та самая догадка, которую я прошу запомнить: записываю её вслух как версию зала и возвращаюсь к ней на разборе. Там её проверяет счёт файлов, и этого достаточно.</a:t>
            </a:r>
          </a:p>
          <a:p/>
          <a:p>
            <a:r>
              <a:t>Если спросят, почему развилка стоит раньше устройства роли: потому что следующие два экрана отвечают на вопрос «что это такое», а развилка задаёт вопрос «зачем». Устройство без причины запоминается как описание формата файла, и ровно на это указал владелец кругом раньше.</a:t>
            </a:r>
          </a:p>
          <a:p/>
          <a:p>
            <a:r>
              <a:t>Если спросят, сколько стоит само делегирование: заведение роли — ноль строчек настройки, это правда. Масштаб стоит иначе, и цифра для него стоит шестым блоком на следующем экране, а подробности и честный пробел — в свидетельствах третьего кейса ступени.</a:t>
            </a:r>
          </a:p>
          <a:p/>
          <a:p>
            <a:r>
              <a:t>Если спросят, откуда взялись сорок файлов: это сцена через два экрана, обычный продуктовый случай, где одно правило разъехалось по кодовой базе за два года. Число названо там и держится всем кейсом.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59003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59003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48412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Сорок файлов ради ответа в одно слово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179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Ответ — одна строка. Чтобы сказать её честно, нужно открыть сорок файлов, и правка, ради которой открыли сессию, всё ещё ждёт.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