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причина сжатия. Вот что лежит в контексте до вашего первого вопроса.</a:t>
            </a:r>
          </a:p>
          <a:p/>
          <a:p>
            <a:r>
              <a:t>Системная часть — от клиента: его инструкции и описания его собственных инструментов. Файлы инструкций проекта — из репозитория; их состав вы собрали сами за три занятия. И от каждого подключённого сервера две вещи: имена всех его инструментов и его инструкция о себе, обрезанная по две тысячи с небольшим символов.</a:t>
            </a:r>
          </a:p>
          <a:p/>
          <a:p>
            <a:r>
              <a:t>Полные схемы инструментов при старте не приходят: модель подтягивает схему, когда решает, что инструмент ей может понадобиться. Это поведение по умолчанию, и именно оно делает четвёртый подключённый сервер терпимым.</a:t>
            </a:r>
          </a:p>
          <a:p/>
          <a:p>
            <a:r>
              <a:t>Отменяется отсрочка двумя способами. Флаг </a:t>
            </a:r>
            <a:r>
              <a:rPr>
                <a:latin typeface="Consolas"/>
              </a:rPr>
              <a:t>alwaysLoad</a:t>
            </a:r>
            <a:r>
              <a:t> у отдельного сервера грузит все его схемы сразу — тот самый, который нашёлся в чужих строках. И переменная окружения, выключающая отложенную загрузку целиком.</a:t>
            </a:r>
          </a:p>
          <a:p/>
          <a:p>
            <a:r>
              <a:t>Когда отсрочки нет, счёт идёт по полным схемам: в замере — девяносто три определения, от сорока двух до пятидесяти пяти тысяч токенов, около двадцати одного процента контекста в двести тысяч. Та же цифра, которую мы назвали ценой подключения.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t>Если спросят, кто запрашивает у сервера этот список: клиент, сам, на уровне протокола, до того как модель вообще что-то увидела. Это та же механика, которую мы разбирали на одностраничнике.</a:t>
            </a:r>
          </a:p>
          <a:p/>
          <a:p>
            <a:r>
              <a:t>Если спросят, зачем обрезка по две тысячи символов: сервер может прислать инструкцию о себе любой длины, и без ограничения один разговорчивый сервер занял бы контекст в одиночку. Предел настраивается переменной, по умолчанию он есть.</a:t>
            </a:r>
          </a:p>
          <a:p/>
          <a:p>
            <a:r>
              <a:t>Если спросят, почему тогда вообще существует флаг </a:t>
            </a:r>
            <a:r>
              <a:rPr>
                <a:latin typeface="Consolas"/>
              </a:rPr>
              <a:t>alwaysLoad</a:t>
            </a:r>
            <a:r>
              <a:t>: для инструмента, который нужен буквально на каждом шаге, подтягивание схемы по требованию само стоит вызова. Документация называет цену прямо: каждый описанный вперёд инструмент занимает место, которое иначе досталось бы разговору.</a:t>
            </a:r>
          </a:p>
          <a:p/>
          <a:p>
            <a:r>
              <a:t>Если спросят, откуда цифра двадцать один процент: внешний разбор состава контекста на девяноста трёх определениях инструментов, 2026 год, тот же источник, что на слайде цены подключения. Это верхняя граница для режима без отсрочки, не цена каждой сессии, — так она и названа в обоих местах.</a:t>
            </a:r>
          </a:p>
          <a:p/>
          <a:p>
            <a:r>
              <a:t>Если спросят, как посмотреть это у себя: карточка сервера в сессии показывает, что он описал, а переменная окружения проверяется там же, где вы смотрите остальное окружение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лежит в контексте до вашего первого вопроса</a:t>
            </a:r>
          </a:p>
        </p:txBody>
      </p:sp>
      <p:pic>
        <p:nvPicPr>
          <p:cNvPr id="3" name="Picture 2" descr="mcp-n31-tsepoch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6689"/>
            <a:ext cx="11183112" cy="53259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