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техническая заметка смоук-слайда, а не речь лектора. Слайд проверяет работу конвейера сборки Семинара 6 — путь от markdown-файла через </a:t>
            </a:r>
            <a:r>
              <a:rPr>
                <a:latin typeface="Consolas"/>
              </a:rPr>
              <a:t>build_sem06.py</a:t>
            </a:r>
            <a:r>
              <a:t> до готового PPTX, PDF и PNG. Содержание слайда намеренно оставлено заглушкой: заголовок и смысловая строка прямо говорят, что это не материал занятия. Проверяется приём </a:t>
            </a:r>
            <a:r>
              <a:rPr>
                <a:latin typeface="Consolas"/>
              </a:rPr>
              <a:t>section_divider_macro</a:t>
            </a:r>
            <a:r>
              <a:t> — тот же, что используют шесть настоящих дивайдеров деки (развилки кейсов MCP и Субагента). Если этот слайд собирается, конвертируется в PDF и PNG и проходит сторожей без ложных срабатываний — значит путь для настоящих дивайдеров занятия исправен. Отдельно эта заметка проверяет контракт speaker notes: достаточную длину связного текста и отсутствие служебных маркеров вроде «Лектору» или тайминга на видимом слое.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техническая заметка смоук-слайда, а не речь лектора. Слайд проверяет приём </a:t>
            </a:r>
            <a:r>
              <a:rPr>
                <a:latin typeface="Consolas"/>
              </a:rPr>
              <a:t>answer_breakdown_table</a:t>
            </a:r>
            <a:r>
              <a:t> на таблице в три колонки — ровно ту форму, в которой на настоящей деке разбираются ответы на вопрос занятия минимум на шести слайдах (например, разбор пяти решений кейса MCP или разбор границы между ролью субагента и координатором). Три строки заглушки набраны заведомо неравномерно по длине ячеек внутри строки и между строками, чтобы проверить два разных механизма верстки одновременно: во-первых, что высота строки таблицы считается по самой длинной ячейке именно этой строки, а не усредняется и не берётся по первой колонке; во-вторых, что при недостатке места включается лестница подгонки кегля, а не молчаливое переполнение за рамку. Задача по заданию — проверить, что таблица такого устройства при ширине слайда около 1024 точек не переполняется и не обрезает текст, и ровно это здесь проверяется на синтетическом, заведомо избыточном по объёму тексте.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техническая заметка смоук-слайда, а не речь лектора. Слайд проверяет приём </a:t>
            </a:r>
            <a:r>
              <a:rPr>
                <a:latin typeface="Consolas"/>
              </a:rPr>
              <a:t>code_artifact</a:t>
            </a:r>
            <a:r>
              <a:t> — тёмную моноширинную карточку, в которую на настоящей деке попадают реальные артефакты занятия (например, файл </a:t>
            </a:r>
            <a:r>
              <a:rPr>
                <a:latin typeface="Consolas"/>
              </a:rPr>
              <a:t>.mcp.json</a:t>
            </a:r>
            <a:r>
              <a:t> или файл роли субагента </a:t>
            </a:r>
            <a:r>
              <a:rPr>
                <a:latin typeface="Consolas"/>
              </a:rPr>
              <a:t>diff-reviewer.md</a:t>
            </a:r>
            <a:r>
              <a:t>). Листинг заглушки набран с нарочно длинными строками и с обратными кавычками внутри, чтобы проверить два механизма одновременно: во-первых, что карточка вырастает по высоте под весь листинг и не теряет последнюю строку (известная ловушка верстки — недомерка межстрочного интервала на моноширинных карточках, зафиксированная в примечаниях к рендереру Семинара 5); во-вторых, что ограждение, помеченное языком </a:t>
            </a:r>
            <a:r>
              <a:rPr>
                <a:latin typeface="Consolas"/>
              </a:rPr>
              <a:t>markdown</a:t>
            </a:r>
            <a:r>
              <a:t>, превращает обратные кавычки внутри листинга в разметку (жирный прогон), а не печатает их на слайде буквально — в отличие от ограждения без языка или с </a:t>
            </a:r>
            <a:r>
              <a:rPr>
                <a:latin typeface="Consolas"/>
              </a:rPr>
              <a:t>bash</a:t>
            </a:r>
            <a:r>
              <a:t>/</a:t>
            </a:r>
            <a:r>
              <a:rPr>
                <a:latin typeface="Consolas"/>
              </a:rPr>
              <a:t>json</a:t>
            </a:r>
            <a:r>
              <a:t>, где обратные кавычки являются частью дословного содержимого и не должны вырезаться.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ЗАГЛУШКА: проверка приёма section_divider_macro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Заглушка конвейера сборки. Текст ниже — не кейс Семинара 6, а проверка формы дивайдера: смысловая строка должна лечь под заголовком, тег — под ней, дорожная карта — внизу слайда.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СМОУК-ТЕСТ · 1 ПРИЁМ · 0 СОДЕРЖАНИЯ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ЗАГЛУШКА: проверка таблицы в три колонки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52956"/>
            <a:ext cx="11183112" cy="4610290"/>
          </a:xfrm>
          <a:prstGeom prst="roundRect">
            <a:avLst>
              <a:gd name="adj" fmla="val 661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35836"/>
            <a:ext cx="33100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42181" y="1435836"/>
            <a:ext cx="44596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ОНО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8091" y="1435836"/>
            <a:ext cx="26087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7903"/>
            <a:ext cx="3310077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заглушка-решение один — это не содержание занятия, а проверка ширины первой колонки на тексте среднего объёма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2181" y="1717903"/>
            <a:ext cx="4459606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заглушка показывает, как ведёт себя колонка при тексте в одну-две строки: граница между короткой и длинной записью видна по переносу слов, а не по выдумыванию кейса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8091" y="1717903"/>
            <a:ext cx="2608756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ограничение заглушки: она не измеряет вёрстку реальной формулировки, только проверяет, что столбец шириной около трети слайда не схлопывается в единый символ на строку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1604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160433"/>
            <a:ext cx="331007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заглушка-решение два — вторая строка держит тот же объём текста, чтобы проверить, что высота строки считается по самой длинной ячейке строки, а не по первой колонке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2181" y="3160433"/>
            <a:ext cx="445960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колонка второй строки умышленно короче первой колонки, чтобы проверить, что короткая ячейка не тянет высоту вниз за собой — высота строки задаётся максимумом по всем трём ячейкам одной строки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8091" y="3160433"/>
            <a:ext cx="260875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2378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237837"/>
            <a:ext cx="3310077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заглушка-решение три — третья строка проверяет сжатие кегля на максимально длинной ячейке среди всех трёх строк таблицы, нарочно набранной с запасом по знакам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42181" y="4237837"/>
            <a:ext cx="4459606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третья колонка короче, чтобы проверить несимметричное распределение длины текста между тремя ячейками одной строки — ровно тот случай, который ломает наивный расчёт высоты по одной ячейке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8091" y="4237837"/>
            <a:ext cx="2608756" cy="1442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ограничение: заглушка не проверяет жирную строку-целевой ответ (правило «вся строка жирным — золотая подсветка») — это отдельная, не связанная с шириной колонок проверка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ЗАГЛУШКА: проверка терминальной карточки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62048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344928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ЗАГЛУШКА — не настоящий файл конфигурации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Проверяет: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code_artifact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растёт под листинг, ограждение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markdown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превращает обратные кавычки в жирный прогон, а не печатает их буквально.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[servers.zaglushka]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command = "echo"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args = ["смоук-тест конвейера сборки Семинара 6"]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строка ниже — самая длинная в листинге, проверяет перенос и ширину карточки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она не должна вылезать за рамку и не должна резаться по середине слова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env = { ZAGLUSHKA = "true", NAZNACHENIE = "proverka-konveiera-sborki" 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