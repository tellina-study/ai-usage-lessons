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чтение имеет смысл, когда из десятков файлов нужно вынести короткий вывод: факт, да или нет, список в несколько строк. Если работа продолжается на том же материале — рефакторинг, который трогает те же сорок файлов, — читать их придётся в любом случае, и делать это в своём окне тогда входит в саму работу: дальше с содержимым работать вам, а роль прочитала и исчезла.</a:t>
            </a:r>
          </a:p>
          <a:p/>
          <a:p>
            <a:r>
              <a:t>Что мы заводим ради контекста — решаем по тому, что останется в окне после ответа, и не по тому, сколько файлов пришлось открыть. Интуиция говорила: отдельный исполнитель прочитает быстрее. Проверка показала: сорок файлов остаются сорока файлами и тем же временем, меняется только чьё окно их держит.</a:t>
            </a:r>
          </a:p>
          <a:p/>
          <a:p>
            <a:r>
              <a:t>И к себе. Назовите про себя вопрос из своего проекта, ответ на который — одна строка, а чтения под него — полрепозитория. Назвали — вот первый кандидат на делегирование. А если после ответа вы продолжаете работать в тех же файлах, кандидат не он.</a:t>
            </a:r>
          </a:p>
          <a:p/>
          <a:p>
            <a:r>
              <a:t>Если спросят про границу из прошлого слайда: тот же принцип применяется и к ней. Подключили роли лишние серверы — из её окна в родительское всё равно вернётся только итог, но само окно роли будет занято раньше и сильнее, чем нужно. Экономия контекста считается с этой оговоркой. Критерий она оставляет в силе и уточняет только размер самой экономии.</a:t>
            </a:r>
          </a:p>
          <a:p/>
          <a:p>
            <a:r>
              <a:t>Если спросят, где проходит граница между «коротким выводом» и «продолжением работы»: по тому, нужен ли вам дальше сам материал. Ответ на вопрос технического директора был нужен один раз — содержимое сорока файлов для него не пригодилось бы больше никогда. Правка в тех же файлах — другое дело: там содержимое и есть предмет работы.</a:t>
            </a:r>
          </a:p>
          <a:p/>
          <a:p>
            <a:r>
              <a:t>Если спросят, можно ли попросить роль вернуть пересказ прочитанного вместо вывода: технически можно, и экономия на этом кончается. Роль, которой велели пересказать сорок файлов, вернёт в ваше окно те же сорок файлов, только своими словами. Формат ответа роли — часть критерия, не деталь оформления.</a:t>
            </a:r>
          </a:p>
          <a:p/>
          <a:p>
            <a:r>
              <a:t>Если на вопрос «к себе» ответят вслух и спросят разбор: беру один пример, не больше, и проверяю его двумя пунктами критерия вслух. Остальные прошу держать при себе до следующего занятия — перенос на свои репозитории там и будет работой.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остаётся в окне после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600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401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мы заводим ради контекста — решаем по тому, что останется в окне после ответа, и не по тому, сколько файлов пришлось открыть. Интуиция говорила: отдельный исполнитель прочитает быстрее. Проверка показала: сорок файлов остаются сорока файлами и тем же временем, меняется только то, чьё окно их держит.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26410"/>
            <a:ext cx="11183112" cy="1706499"/>
          </a:xfrm>
          <a:prstGeom prst="roundRect">
            <a:avLst>
              <a:gd name="adj" fmla="val 17861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26189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04586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чтение имеет смысл, когда то, что нужно вынести из десятков файлов, — короткий вывод: факт, да/нет, список в несколько строк.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956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57850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работа продолжается на том же материале — например, рефакторинг тех же сорока файлов, — читать их придётся в любом случае; делать это в своём окне тогда входит в саму работу: дальше с этим содержимым нужно будет работать самому.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5411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518213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 себе.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про себя вопрос из своего проекта, ответ на который — одна строка, а чтения под него — полрепозитория. Назвали — вот первый кандидат на делегирование. Если после ответа вы продолжаете работать в тех же файлах, кандидат не он.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