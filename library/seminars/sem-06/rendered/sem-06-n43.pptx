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Делегировать чтение имеет смысл, когда из десятков файлов нужно вынести короткий вывод: список мест в несколько строк, по которому дальше и работают. Сорок файлов поиска и четыре файла правки — ровно этот случай.</a:t>
            </a:r>
          </a:p>
          <a:p/>
          <a:p>
            <a:r>
              <a:t>Если дальше работать придётся со всем прочитанным объёмом — рефакторинг, который трогает те же сорок файлов, — читать их придётся в любом случае, и делать это в своём контексте тогда входит в саму работу: дальше с содержимым работать вам.</a:t>
            </a:r>
          </a:p>
          <a:p/>
          <a:p>
            <a:r>
              <a:t>Что мы заводим ради контекста — решаем по тому, что останется в контексте после ответа, и не по тому, сколько файлов пришлось открыть. Интуиция говорила: отдельный исполнитель прочитает быстрее. Проверка показала: сорок файлов остаются сорока файлами и тем же временем, а меняются двое — чей контекст их держит и куда сам возвращается итог.</a:t>
            </a:r>
          </a:p>
          <a:p/>
          <a:p>
            <a:r>
              <a:t>И к себе. Назовите про себя место в своём проекте, где перед правкой приходится искать по десяткам файлов, а находятся три-четыре строки. Назвали — вот первый кандидат на делегирование. А если править вы будете все эти же десятки файлов, кандидат не он.</a:t>
            </a:r>
          </a:p>
          <a:p/>
          <a:p>
            <a:r>
              <a:t>Если спросят про границу из прошлого слайда: тот же принцип применяется и к ней. Подключили роли лишние серверы — обратно всё равно вернётся только итог, но контекст роли будет занят раньше и сильнее, чем нужно. Экономия считается с этой оговоркой; критерий она оставляет в силе и уточняет только размер самой экономии.</a:t>
            </a:r>
          </a:p>
          <a:p/>
          <a:p>
            <a:r>
              <a:t>Если спросят, где именно проходит граница между «коротким выводом» и «работой со всем объёмом»: по тому, нужен ли вам дальше весь материал или адреса внутри него. Герою понадобились четыре места из сорока файлов; содержимое остальных тридцати шести не пригодилось бы ему больше никогда. Рефакторинг тех же сорока — другое дело: там содержимое и есть предмет работы.</a:t>
            </a:r>
          </a:p>
          <a:p/>
          <a:p>
            <a:r>
              <a:t>Если спросят, можно ли попросить роль вернуть пересказ прочитанного вместо вывода: технически можно, и экономия на этом кончается. Роль, которой велели пересказать сорок файлов, вернёт в ваш контекст те же сорок файлов, только своими словами. Формат ответа роли — часть критерия, не деталь оформления. Ровно та же арифметика, что со второй сессией: чем длиннее то, что возвращается, тем меньше смысла было уносить чтение.</a:t>
            </a:r>
          </a:p>
          <a:p/>
          <a:p>
            <a:r>
              <a:t>Если на вопрос «к себе» ответят вслух и спросят разбор: беру один пример, не больше, и проверяю его двумя пунктами критерия вслух. Остальные прошу держать при себе до следующего занятия — перенос на свои репозитории там и будет работой.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остаётся в контексте после ответа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9027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87043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Что мы заводим ради контекста — решаем по тому, что останется в контексте после ответа, и не по тому, сколько файлов пришлось открыть. Интуиция говорила: отдельный исполнитель прочитает быстрее. Проверка показала: сорок файлов остаются сорока файлами и тем же временем, а меняются двое — чей контекст их держит и куда сам возвращается итог.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31998"/>
            <a:ext cx="11183112" cy="1908810"/>
          </a:xfrm>
          <a:prstGeom prst="roundRect">
            <a:avLst>
              <a:gd name="adj" fmla="val 1596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326863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951454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Делегировать чтение имеет смысл, когда из десятков файлов нужно вынести короткий вывод: факт, да/нет, список мест в несколько строк, по которому дальше и работают. Сорок файлов поиска, четыре файла правки — ровно этот случай.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40035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686403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Если дальше работать придётся со всем прочитанным объёмом — рефакторинг тех же сорока файлов, — читать их придётся в любом случае; делать это в своём контексте тогда входит в саму работу, потому что с этим содержимым дальше работать вам.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94579"/>
            <a:ext cx="11183112" cy="1059561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5222595"/>
            <a:ext cx="10634472" cy="803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К себе.</a:t>
            </a:r>
            <a:r>
              <a:rPr sz="1650" b="1" i="0">
                <a:solidFill>
                  <a:srgbClr val="141B2E"/>
                </a:solidFill>
                <a:latin typeface="Arial"/>
              </a:rPr>
              <a:t> Назовите про себя место в своём проекте, где перед правкой приходится искать по десяткам файлов, а находятся три-четыре строки. Назвали — вот первый кандидат на делегирование. Если править вы будете все эти же десятки файлов, кандидат не он.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