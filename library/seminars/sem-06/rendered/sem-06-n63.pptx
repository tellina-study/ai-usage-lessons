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Копию субагенту дать можно, и начинать стоит с этого, чтобы из случая не ушло неверное «так нельзя». Одна строка в описании субагента — </a:t>
            </a:r>
            <a:r>
              <a:rPr>
                <a:latin typeface="Consolas"/>
              </a:rPr>
              <a:t>isolation: worktree</a:t>
            </a:r>
            <a:r>
              <a:t> — и субагент работает во временной копии репозитория; копия убирается сама, если субагент ничего не изменил. Разово о том же просят словами: использовать для субагентов отдельные копии. Поле существует и описано. Включают его редко, и редкость эта — решение, которое складывается из трёх цен.</a:t>
            </a:r>
          </a:p>
          <a:p/>
          <a:p>
            <a:r>
              <a:rPr b="1"/>
              <a:t>Цена первая — ветка.</a:t>
            </a:r>
            <a:r>
              <a:t> Копия субагента отрастает от ветки по умолчанию репозитория. От состояния, на котором стоит ваша сессия, она не отрастает, и значит, работы, начатой в вашем каталоге, изолированный субагент просто не видит: он получает чистое дерево на ветке по умолчанию и делает свою правку поверх него. Переключить это можно — базу ветки задают отдельной настройкой, и документация прямо называет случай, для которого настройка сделана: изолируем субагента, которому нужно работать по незавершённому. Знать про настройку стоит, иначе цена выглядит непреодолимой. Она настраиваемая, и перенастройка — отдельное решение, которое кто-то принимает осознанно.</a:t>
            </a:r>
          </a:p>
          <a:p/>
          <a:p>
            <a:r>
              <a:rPr b="1"/>
              <a:t>Цена вторая — возврат.</a:t>
            </a:r>
            <a:r>
              <a:t> Канал назад у субагента один: итоговый текст. Файловые правки остаются в его каталоге, на его ветке, и принести их в вашу работу приходится вам. В обычном режиме такого шага нет вовсе: субагент правит там, где лежит работа, и правка уже на месте. Изоляция меняет это на «правка готова и лежит в стороне», и дальше её кто-то вносит руками или забирает слиянием ветки. На этом держится весь ответ: цена изоляции субагента — появление шага, которого до неё не было.</a:t>
            </a:r>
          </a:p>
          <a:p/>
          <a:p>
            <a:r>
              <a:rPr b="1"/>
              <a:t>Цена третья — рабочее место.</a:t>
            </a:r>
            <a:r>
              <a:t> В копии оно собственное: зависимости и локальные файлы субагент получает в том виде, в каком их туда положили. Субагент, которому нужно прогнать тесты, в неподнятой копии не найдёт ничего и честно доложит об отказе.</a:t>
            </a:r>
          </a:p>
          <a:p/>
          <a:p>
            <a:r>
              <a:t>Критерий отсюда проходит по работе субагента, не по их числу.</a:t>
            </a:r>
          </a:p>
          <a:p/>
          <a:p>
            <a:r>
              <a:t>Копию дают, когда работа субагента — цельное изменение, которое нормально принять веткой: механический перебор по многим файлам, одно соглашение, применённое ко всему дереву. Дают, когда изменений много и проверять их удобнее отдельно от вашей собственной правки. И есть готовый приём, который делит одно крупное изменение на десятки изолированных субагентов разом; существует он ровно потому, что для такой работы изоляция окупается.</a:t>
            </a:r>
          </a:p>
          <a:p/>
          <a:p>
            <a:r>
              <a:t>Копию не дают, когда субагент правит начатое вами: отдельная копия отрежет его от этой работы, и вернётся субагент с правкой чистого дерева. Не дают, когда правка короткая и нужна здесь же — поднять рабочее место копии дороже самой правки. И не дают читающему субагенту: ему нечем столкнуться, изолировать нечего.</a:t>
            </a:r>
          </a:p>
          <a:p/>
          <a:p>
            <a:r>
              <a:t>Напарникам в команде агентов копий не дают вовсе — такие команды работают в одном каталоге по устройству, и предписание для них то же: развести работу по файлам. Это и есть ответ на вопрос, где класс работы под изоляцию кончается. Он кончается там, где исполнители ведут одну общую задачу и смотрят в одни файлы.</a:t>
            </a:r>
          </a:p>
          <a:p/>
          <a:p>
            <a:r>
              <a:t>Что станет с копией субагента, когда субагент закончил. Если он ничего не изменил, копию убирают сразу — это делает устройство само, без чьей-либо дисциплины. Если изменил, копия остаётся лежать до уборки вместе с веткой. Забытые копии субагентов накапливаются так же, как забытые ветки, и уборка их сама не случается.</a:t>
            </a:r>
          </a:p>
          <a:p/>
          <a:p>
            <a:r>
              <a:t>Короткий итог, который стоит унести вместо «субагентам копию не дают»: дают, под один класс работы — тот, где правка субагента целиком его собственная и принимается веткой. В остальных случаях изоляция отрезает субагента от работы, ради которой его позвали.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Почему копию субагенту дают редко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043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348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Копию субагенту дать можно: одна строка в его описании — и субагент работает во временной копии репозитория; она убирается сама, если субагент ничего не изменил. Поле есть, включают его редко.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12324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40340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Изоляция субагента — выбор под работу. Там, где его правку нормально принять веткой, копия окупается; там, где субагент правит начатое вами, копия отрезает субагента от работы. Напарникам в команде агентов копий не дают вовсе, и предписание для них то же: развести работу по файлам.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12652"/>
            <a:ext cx="5454396" cy="1642744"/>
          </a:xfrm>
          <a:prstGeom prst="roundRect">
            <a:avLst>
              <a:gd name="adj" fmla="val 1855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238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КОПИЮ СУБАГЕНТУ ДАЮТ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96700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работа субагента — цельное изменение, которое нормально принять веткой: механический перебор по многим файлам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59776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597766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изменений много, и проверять их удобнее отдельно от вашей собственной правки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87145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871451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готовый приём делит одно крупное изменение на десятки изолированных субагентов разом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812652"/>
            <a:ext cx="5454396" cy="1642744"/>
          </a:xfrm>
          <a:prstGeom prst="roundRect">
            <a:avLst>
              <a:gd name="adj" fmla="val 1855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292238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КОПИЮ СУБАГЕНТУ НЕ ДАЮТ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3196700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субагент работает над тем, что вы начали в своём каталоге: отдельная копия отрежет его от этой работы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359776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3597766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правка короткая и нужна здесь же — поднять рабочее место копии дороже самой правки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399883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3998832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субагент читает и возвращает итог: столкнуться ему нечем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19989"/>
            <a:ext cx="11183112" cy="1534795"/>
          </a:xfrm>
          <a:prstGeom prst="roundRect">
            <a:avLst>
              <a:gd name="adj" fmla="val 1985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9955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4839445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Цена первая — ветка.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Копия субагента отрастает от ветки по умолчанию репозитория, пока отдельную настройку не поменяли. Работы, начатой в вашем каталоге, изолированный субагент просто не видит.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54082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5252195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Цена вторая — возврат.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Канал назад у субагента один: итоговый текст. Файловые правки остаются в его каталоге, на его ветке, и принести их в вашу работу приходится вам.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574984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664945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Цена третья — рабочее место.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В копии оно тоже собственное: зависимости и локальные файлы субагент получает в том виде, в каком их туда положили.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