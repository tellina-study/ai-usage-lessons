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Копия разводит сессии, зоны разводят исполнителей внутри сессии. Где кончается одно и начинается другое, каждая команда решает сама, и у меня готового ответа нет.</a:t>
            </a:r>
          </a:p>
          <a:p/>
          <a:p>
            <a:r>
              <a:t>Два вопроса. Первый: что должно быть верно про две работы, чтобы вы согласились вести их в одной папке, и по какому признаку заводите копию. Второй: сколько исполнителей с правом записи вы держите в одной папке разом — число и признак, по которому остановитесь.</a:t>
            </a:r>
          </a:p>
          <a:p/>
          <a:p>
            <a:r>
              <a:t>Называйте ответ вместе с условием, при котором он меняется.</a:t>
            </a:r>
          </a:p>
          <a:p/>
          <a:p>
            <a:r>
              <a:t>---</a:t>
            </a:r>
          </a:p>
          <a:p/>
          <a:p>
            <a:r>
              <a:rPr b="1"/>
              <a:t>Справка.</a:t>
            </a:r>
          </a:p>
          <a:p/>
          <a:p>
            <a:r>
              <a:rPr i="1"/>
              <a:t>Если зал молчит.</a:t>
            </a:r>
            <a:r>
              <a:t> Начать с конкретного: у кого прямо сейчас открыто больше одной сессии на одном репозитории? Дальше — к тому, кто поднял руку: что в этих сессиях лежит и переключал ли кто-нибудь из них ветку.</a:t>
            </a:r>
          </a:p>
          <a:p/>
          <a:p>
            <a:r>
              <a:rPr i="1"/>
              <a:t>Если прозвучит «всегда отдельная копия, без исключений».</a:t>
            </a:r>
            <a:r>
              <a:t> Спросить про тридцатисекундную правку опечатки в тексте и про репозиторий с тяжёлыми файлами, где копия поднимается долго. Позиция сильная, цена у неё тоже есть, и назвать её стоит вслух.</a:t>
            </a:r>
          </a:p>
          <a:p/>
          <a:p>
            <a:r>
              <a:rPr i="1"/>
              <a:t>Если прозвучит «по очереди надёжнее».</a:t>
            </a:r>
            <a:r>
              <a:t> Спросить, что происходит, когда очередь длиннее рабочего дня. Прошлый кейс показал, что параллельность лежит в самой задаче; этот добавил, чем за неё платят.</a:t>
            </a:r>
          </a:p>
          <a:p/>
          <a:p>
            <a:r>
              <a:rPr i="1"/>
              <a:t>Если прозвучит число исполнителей больше десяти.</a:t>
            </a:r>
            <a:r>
              <a:t> Спросить, кто сводит их результаты и сколько времени занимает это сведение. Числа здесь редко упираются в устройство, они упираются в чтение результатов человеком.</a:t>
            </a:r>
          </a:p>
          <a:p/>
          <a:p>
            <a:r>
              <a:rPr i="1"/>
              <a:t>Если спор уходит в сторону инструмента.</a:t>
            </a:r>
            <a:r>
              <a:t> Вернуть к признаку: нас интересует то, по чему именно вы решаете, вне зависимости от названия команды. Условие, названное вслух, переносится на другой инструмент; привычка — нет.</a:t>
            </a:r>
          </a:p>
          <a:p/>
          <a:p>
            <a:r>
              <a:rPr i="1"/>
              <a:t>Третий вопрос про запас, если первые два закрылись быстро.</a:t>
            </a:r>
            <a:r>
              <a:t> Кому принадлежит файл, который нужен двоим, — владельцу, очереди или отдельному проходу сведения?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10896"/>
            <a:ext cx="11183112" cy="4312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963"/>
              </a:lnSpc>
              <a:spcAft>
                <a:spcPts val="0"/>
              </a:spcAft>
            </a:pPr>
            <a:r>
              <a:rPr sz="2600" b="1" i="0">
                <a:solidFill>
                  <a:srgbClr val="141B2E"/>
                </a:solidFill>
                <a:latin typeface="Arial"/>
              </a:rPr>
              <a:t>Где у вас проходит граница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92708"/>
            <a:ext cx="11183112" cy="678942"/>
          </a:xfrm>
          <a:prstGeom prst="roundRect">
            <a:avLst>
              <a:gd name="adj" fmla="val 25000"/>
            </a:avLst>
          </a:prstGeom>
          <a:solidFill>
            <a:srgbClr val="E0F1F2"/>
          </a:solidFill>
          <a:ln w="1397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21208" y="1147572"/>
            <a:ext cx="64008" cy="56921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229868"/>
            <a:ext cx="10643616" cy="40462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30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Копия разводит сессии, зоны разводят исполнителей внутри сессии. Где кончается одно и начинается другое — у каждой команды по-своему.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346198"/>
            <a:ext cx="32004" cy="317754"/>
          </a:xfrm>
          <a:prstGeom prst="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8" y="2401062"/>
            <a:ext cx="10730484" cy="2080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38"/>
              </a:lnSpc>
              <a:spcAft>
                <a:spcPts val="300"/>
              </a:spcAft>
            </a:pPr>
            <a:r>
              <a:rPr sz="1300" b="1" i="1">
                <a:solidFill>
                  <a:srgbClr val="6B7685"/>
                </a:solidFill>
                <a:latin typeface="Arial"/>
              </a:rPr>
              <a:t>Два вопроса, и готового ответа у них нет.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238500"/>
            <a:ext cx="11183112" cy="822960"/>
          </a:xfrm>
          <a:prstGeom prst="roundRect">
            <a:avLst>
              <a:gd name="adj" fmla="val 10000"/>
            </a:avLst>
          </a:prstGeom>
          <a:solidFill>
            <a:srgbClr val="FEF5E0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6516"/>
            <a:ext cx="10634472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13"/>
              </a:lnSpc>
              <a:spcAft>
                <a:spcPts val="300"/>
              </a:spcAft>
            </a:pPr>
            <a:r>
              <a:rPr sz="1650" b="1" i="0">
                <a:solidFill>
                  <a:srgbClr val="141B2E"/>
                </a:solidFill>
                <a:latin typeface="Arial"/>
              </a:rPr>
              <a:t>Назовите свой — и назовите условие, при котором он меняется.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599432"/>
            <a:ext cx="11183112" cy="1504188"/>
          </a:xfrm>
          <a:prstGeom prst="roundRect">
            <a:avLst>
              <a:gd name="adj" fmla="val 20263"/>
            </a:avLst>
          </a:prstGeom>
          <a:solidFill>
            <a:srgbClr val="F4F7FA"/>
          </a:solidFill>
          <a:ln w="1524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4818888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" y="4818888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Что должно быть верно про две работы, чтобы вы согласились вести их в одной папке? И по какому признаку вы заводите отдельную копию вместо работы по очереди?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5351526"/>
            <a:ext cx="329184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829"/>
              </a:lnSpc>
              <a:spcAft>
                <a:spcPts val="0"/>
              </a:spcAft>
            </a:pPr>
            <a:r>
              <a:rPr sz="1550" b="1" i="0">
                <a:solidFill>
                  <a:srgbClr val="028090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6424" y="5351526"/>
            <a:ext cx="10360152" cy="5326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593"/>
              </a:lnSpc>
              <a:spcAft>
                <a:spcPts val="0"/>
              </a:spcAft>
            </a:pPr>
            <a:r>
              <a:rPr sz="1350" b="0" i="0">
                <a:solidFill>
                  <a:srgbClr val="141B2E"/>
                </a:solidFill>
                <a:latin typeface="Arial"/>
              </a:rPr>
              <a:t>Сколько исполнителей с правом записи вы готовы держать в одной папке разом? Назовите число и признак, по которому остановитесь.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57255" y="643737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38"/>
              </a:lnSpc>
              <a:spcAft>
                <a:spcPts val="0"/>
              </a:spcAft>
            </a:pPr>
            <a:r>
              <a:rPr sz="1050" b="0" i="0">
                <a:solidFill>
                  <a:srgbClr val="6B7685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