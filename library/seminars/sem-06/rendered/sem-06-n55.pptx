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ветке с правкой адреса работа начата и не закоммичена: выражение в разметке поправлено, сообщение об ошибке — ещё нет.</a:t>
            </a:r>
          </a:p>
          <a:p/>
          <a:p>
            <a:r>
              <a:t>Приходит вторая задача, с первой не пересекающаяся ни одним файлом: поднять зависимость, из-за которой ругается сборка. Ждать незачем, и разработчик открывает вторую сессию — в том же каталоге, на том же репозитории.</a:t>
            </a:r>
          </a:p>
          <a:p/>
          <a:p>
            <a:r>
              <a:t>Вторая начинает с собственной ветки. И вот здесь всё решается: каталог один, ветка в нём одна на всех, кто в этом каталоге работает. Незакоммиченная правка адреса переезжает на новую ветку вместе с файлами.</a:t>
            </a:r>
          </a:p>
          <a:p/>
          <a:p>
            <a:r>
              <a:t>Вторая сессия доделывает своё и забирает в коммит всё, что лежит в каталоге. Недоделанная проверка адреса для неё — просто часть состояния файлов.</a:t>
            </a:r>
          </a:p>
          <a:p/>
          <a:p>
            <a:r>
              <a:t>Первая продолжает по тому, что прочитала раньше: дописывает сообщение, гоняет тесты, докладывает, что готово. Своей ветки под ней уже нет.</a:t>
            </a:r>
          </a:p>
          <a:p/>
          <a:p>
            <a:r>
              <a:t>Обе доложили об успехе, и каждая была права по отдельности. Утром: в ветке зависимостей — чужая незаконченная правка, в ветке адреса — ничего, и полчаса на вопрос, почему тесты формы падают там, где формы никто не касался.</a:t>
            </a:r>
          </a:p>
          <a:p/>
          <a:p>
            <a:r>
              <a:t>---</a:t>
            </a:r>
          </a:p>
          <a:p/>
          <a:p>
            <a:r>
              <a:rPr b="1"/>
              <a:t>Справка.</a:t>
            </a:r>
          </a:p>
          <a:p/>
          <a:p>
            <a:r>
              <a:rPr i="1"/>
              <a:t>Если спросят, зачем он вообще открыл вторую сессию.</a:t>
            </a:r>
            <a:r>
              <a:t> Задачи независимы, и ждать первую нечем. Это и есть обычный повод: работа делится, а сессия занята.</a:t>
            </a:r>
          </a:p>
          <a:p/>
          <a:p>
            <a:r>
              <a:rPr i="1"/>
              <a:t>Если спросят, почему вторая сессия забрала чужие правки в коммит.</a:t>
            </a:r>
            <a:r>
              <a:t> Потому что она видит каталог. В нём лежат изменённые файлы, их она и забирает. Отличить «моё» от «чужого» по состоянию файлов нельзя — в состоянии не записано, кто его сделал.</a:t>
            </a:r>
          </a:p>
          <a:p/>
          <a:p>
            <a:r>
              <a:rPr i="1"/>
              <a:t>Если спросят, не спас бы ли коммит перед запуском второй сессии.</a:t>
            </a:r>
            <a:r>
              <a:t> Эту историю — да, и этот ход зал сейчас назовёт сам. Он возвращает потерянное и не отменяет того, что ветка в каталоге одна: следующая же пара задач столкнётся там же.</a:t>
            </a:r>
          </a:p>
          <a:p/>
          <a:p>
            <a:r>
              <a:rPr i="1"/>
              <a:t>Если прозвучит «у меня агент сам никогда ветку не переключает».</a:t>
            </a:r>
            <a:r>
              <a:t> Проверьте: переключение ветки — обычный первый шаг при новой задаче, и инструкция проекта его чаще требует, чем запрещает.</a:t>
            </a:r>
          </a:p>
          <a:p/>
          <a:p>
            <a:r>
              <a:rPr i="1"/>
              <a:t>Если спросят, почему git не остановил переключение.</a:t>
            </a:r>
            <a:r>
              <a:t> Потому что останавливать было нечего: новая ветка заводится от текущего состояния и незакоммиченные правки переносит с собой. Отказ приходит в другом случае — когда переключение затронуло бы те же строки, которые вы правите. Здесь файлы были разные, и всё прошло тихо.</a:t>
            </a:r>
          </a:p>
          <a:p/>
          <a:p>
            <a:r>
              <a:rPr i="1"/>
              <a:t>Если спросят, видно ли это в интерфейсе.</a:t>
            </a:r>
            <a:r>
              <a:t> Видно, если смотреть: имя текущей ветки у обеих сессий одно и то же. Проблема в том, что смотреть в это место никто не ходит — у каждой сессии своя задача, и обе на вид идут нормально.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Вторая сессия завела ветку. Первая этого не заметила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17168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9536" y="1145184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На ветке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fix/email-pattern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лежит начатая правка: регулярное выражение адреса в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index.html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поправлено, сообщение в </a:t>
            </a:r>
            <a:r>
              <a:rPr sz="1500" b="1" i="0">
                <a:solidFill>
                  <a:srgbClr val="141B2E"/>
                </a:solidFill>
                <a:latin typeface="Consolas"/>
              </a:rPr>
              <a:t>src/validate.js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— ещё нет. Коммита пока нет.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13051"/>
            <a:ext cx="11183112" cy="2771775"/>
          </a:xfrm>
          <a:prstGeom prst="roundRect">
            <a:avLst>
              <a:gd name="adj" fmla="val 10996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2332507"/>
            <a:ext cx="329184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" y="2332507"/>
            <a:ext cx="10360152" cy="73494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Приходит вторая задача: поднять зависимость, из-за которой ругается сборка. С проверкой адреса она не пересекается ни одним файлом. Ждать первую сессию незачем, и разработчик открывает вторую — в том же каталоге, на том же репозитории.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" y="3067456"/>
            <a:ext cx="329184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3067456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Вторая сессия начинает с собственной ветки: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git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checkout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</a:t>
            </a:r>
            <a:r>
              <a:rPr sz="1350" b="0" i="0">
                <a:solidFill>
                  <a:srgbClr val="141B2E"/>
                </a:solidFill>
                <a:latin typeface="Arial"/>
              </a:rPr>
              <a:t>-b</a:t>
            </a:r>
            <a:r>
              <a:rPr sz="1350" b="0" i="0">
                <a:solidFill>
                  <a:srgbClr val="141B2E"/>
                </a:solidFill>
                <a:latin typeface="Arial"/>
              </a:rPr>
              <a:t> </a:t>
            </a:r>
            <a:r>
              <a:rPr sz="1350" b="0" i="0">
                <a:solidFill>
                  <a:srgbClr val="141B2E"/>
                </a:solidFill>
                <a:latin typeface="Consolas"/>
              </a:rPr>
              <a:t>chore/bump-deps</a:t>
            </a:r>
            <a:r>
              <a:rPr sz="1350" b="0" i="0">
                <a:solidFill>
                  <a:srgbClr val="141B2E"/>
                </a:solidFill>
                <a:latin typeface="Arial"/>
              </a:rPr>
              <a:t>. Каталог один, ветка в нём одна на всех — и незакоммиченная правка адреса переезжает на новую ветку вместе с каталогом.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600094"/>
            <a:ext cx="329184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" y="3600094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Вторая сессия заканчивает работу и забирает в коммит всё, что видит в каталоге. В коммит с зависимостью попадает недоделанная проверка адреса — для этой сессии она просто часть состояния файлов.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4132732"/>
            <a:ext cx="329184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29"/>
              </a:lnSpc>
              <a:spcAft>
                <a:spcPts val="0"/>
              </a:spcAft>
            </a:pPr>
            <a:r>
              <a:rPr sz="1550" b="1" i="0">
                <a:solidFill>
                  <a:srgbClr val="028090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" y="4132732"/>
            <a:ext cx="10360152" cy="532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93"/>
              </a:lnSpc>
              <a:spcAft>
                <a:spcPts val="0"/>
              </a:spcAft>
            </a:pPr>
            <a:r>
              <a:rPr sz="1350" b="0" i="0">
                <a:solidFill>
                  <a:srgbClr val="141B2E"/>
                </a:solidFill>
                <a:latin typeface="Arial"/>
              </a:rPr>
              <a:t>Первая сессия продолжает по тому, что прочитала раньше: дописывает сообщение, прогоняет тесты, докладывает, что правка готова. Её ветки под ней больше нет — каталог стоит на ветке зависимостей.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233949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361965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Обе сессии доложили об успехе, и обе были правы по отдельности. Утром выяснилось: в ветке зависимостей лежит чужая незаконченная правка, в ветке адреса — ничего, и полчаса ушло на вопрос, почему тесты формы падают там, где формы никто не касался.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