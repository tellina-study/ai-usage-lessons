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Чтобы той среды не повторилось, агент должен сам смотреть открытые задачи трекера в момент работы и готовить по ним черновики правок. Выберите способ, которым вы дадите ему доступ снаружи, — и объясните, чем остальные четыре подходят хуже именно для регулярного доступа.</a:t>
            </a:r>
          </a:p>
          <a:p/>
          <a:p>
            <a:r>
              <a:t>Пять карточек: вызвать API напрямую; подключить чужой сервер — удалённо; подключить чужой сервер — локально; написать свой сервер; вызывать готовую команду </a:t>
            </a:r>
            <a:r>
              <a:rPr>
                <a:latin typeface="Consolas"/>
              </a:rPr>
              <a:t>gh</a:t>
            </a:r>
            <a:r>
              <a:t> каждый раз.</a:t>
            </a:r>
          </a:p>
          <a:p/>
          <a:p>
            <a:r>
              <a:t>Называйте вслух и способ, и причину: причина здесь весит больше выбора.</a:t>
            </a:r>
          </a:p>
          <a:p/>
          <a:p>
            <a:r>
              <a:t>Если спросят, что такое </a:t>
            </a:r>
            <a:r>
              <a:rPr>
                <a:latin typeface="Consolas"/>
              </a:rPr>
              <a:t>gh</a:t>
            </a:r>
            <a:r>
              <a:t>: официальный CLI-инструмент GitHub — он уже установлен у многих разработчиков и умеет читать и писать задачи трекера без какого-либо MCP-сервера, обычным вызовом команды.</a:t>
            </a:r>
          </a:p>
          <a:p/>
          <a:p>
            <a:r>
              <a:t>Если спросят, чем «удалённо» отличается от «локально»: в одном случае сервер — чужой процесс, который кто-то другой держит в сети и сам поддерживает; в другом — программа запускается у вас, её старт и обновление — ваша забота. Какую разницу это даёт на практике — следующий слайд.</a:t>
            </a:r>
          </a:p>
          <a:p/>
          <a:p>
            <a:r>
              <a:t>Если прозвучит версия, не совпадающая ни с одной из пяти карточек: уточните, какой конкретно способ доступа имеете в виду — почти всегда он укладывается в один из пяти, просто другими словами.</a:t>
            </a:r>
          </a:p>
          <a:p/>
          <a:p>
            <a:r>
              <a:t>Если спросят, можно ли выбрать два: можно, и дальше мы увидим, что два из пяти остаются законными до самого конца разбора. Назовите тогда оба и условие, при котором берёте первый.</a:t>
            </a:r>
          </a:p>
          <a:p/>
          <a:p>
            <a:r>
              <a:t>Если зал выберет «написать свой сервер» большинством: спросите, что в этом сервере будет такого, чего нет в официальном. Вопрос честный — иногда ответ есть, и тогда выбор верный.</a:t>
            </a:r>
          </a:p>
          <a:p/>
          <a:p>
            <a:r>
              <a:t>Если прозвучит «а в чём вообще разница, если результат одинаковый»: это самый полезный вопрос на этом экране. Результат действительно одинаковый; разница в том, что каждый способ требует от вас заранее, и в том, что он занимает постоянно. Обе стороны разберём на следующем экране.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то, что разбор опровергает. Кода интеграции не придётся писать ни в одном из пяти способов: агент сам соберёт запрос и сам разберёт ответ, это он умеет. Значит, выбор идёт по другому основанию.</a:t>
            </a:r>
          </a:p>
          <a:p/>
          <a:p>
            <a:r>
              <a:t>Разделяет пятёрку одно: знает ли агент заранее, что у системы можно спросить. Прямой вызов API — спецификацию сервиса агент не угадает, её нужно дать документацией или swagger-описанием. </a:t>
            </a:r>
            <a:r>
              <a:rPr>
                <a:latin typeface="Consolas"/>
              </a:rPr>
              <a:t>gh</a:t>
            </a:r>
            <a:r>
              <a:t> — официальный CLI GitHub, авторизация и разбор ответа уже решены за вас, но общего списка возможностей он не даёт: нужную команду помните вы.</a:t>
            </a:r>
          </a:p>
          <a:p/>
          <a:p>
            <a:r>
              <a:t>Три средних карточки этот список дают. Чужой сервер удалённо — его держит и обновляет кто-то другой, у вас не крутится процесс; зато не видно, что внутри и когда оно поменялось. Чужой сервер локально — пакет исполняется у вас, конфигурация лежит строкой в репозитории и видна в ревью; это по-прежнему живой чужой код на вашей машине. Свой сервер даёт ровно нужные операции и права; минимальный пишется быстро, для этого есть плагин, дорого обходится поддержка.</a:t>
            </a:r>
          </a:p>
          <a:p/>
          <a:p>
            <a:r>
              <a:t>Вывод складывается из сочетания. Свой сервер избыточен, раз официальный есть. Между «удалённо» и «локально» законны оба; берём локальный — ради конфигурации, видимой в ревью.</a:t>
            </a:r>
          </a:p>
          <a:p/>
          <a:p>
            <a:r>
              <a:t>Если спросят, почему тогда вообще платят за сервер, раз доступ даёт и команда: платят за список возможностей, который агент читает сам. Сколько именно это стоит, посчитаем через два экрана — цифра там неожиданная.</a:t>
            </a:r>
          </a:p>
          <a:p/>
          <a:p>
            <a:r>
              <a:t>Если спросят про «удалённо» подробнее: свежий официальный пример подключения именно к этому сервису — удалённый http-сервис, в отличие от примера, на который опирается кейс. Решение занятия от этого неверным не становится: локальный способ остаётся официально поддерживаемым. Знать стоит другое — официальный путь одного и того же поставщика со временем меняется.</a:t>
            </a:r>
          </a:p>
          <a:p/>
          <a:p>
            <a:r>
              <a:t>Если спросят про безопасность удалённого сервиса подробнее: у одного MCP-сервера для баз данных флаг «только чтение» не делал соединение реально ограниченным — разберём это в провале кейса.</a:t>
            </a:r>
          </a:p>
          <a:p/>
          <a:p>
            <a:r>
              <a:t>Если спросят, почему </a:t>
            </a:r>
            <a:r>
              <a:rPr>
                <a:latin typeface="Consolas"/>
              </a:rPr>
              <a:t>gh</a:t>
            </a:r>
            <a:r>
              <a:t> не выигрывает: он отлично закрывает единичный, заранее известный вызов. С ростом числа операций помнить и называть каждую команду точно приходится разработчику — и ровно на этом месте среда из сцены повторяется, только уже с командами.</a:t>
            </a:r>
          </a:p>
          <a:p/>
          <a:p>
            <a:r>
              <a:t>Если спросят про поддержку своего сервера подробнее: обновления протокола, чужие пользователи, безопасность транспорта. Это отдельный проект рядом с основным, и заводить его стоит тогда, когда нужного набора операций нет ни у кого из готовых поставщиков.</a:t>
            </a:r>
          </a:p>
          <a:p/>
          <a:p>
            <a:r>
              <a:t>Если прозвучит «мы возьмём API, потому что так гибче»: это законный выбор, и он не отменяется этим разбором. Спросите только, где будет жить описание эндпойнтов, которым вы кормите агента, и кто обновит его, когда сервис поменяет версию.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Файл пишется в конце разговора, не в начале: начни с синтаксиса — минуешь два решения, которые важнее синтаксиса.</a:t>
            </a:r>
          </a:p>
          <a:p/>
          <a:p>
            <a:r>
              <a:t>Первый шаг быстрый: что конкретно агент должен уметь? Зал перечисляет, фиксирую: читать открытые задачи, писать комментарий, готовить черновик правки. Три операции, ничего больше.</a:t>
            </a:r>
          </a:p>
          <a:p/>
          <a:p>
            <a:r>
              <a:t>Второй шаг несёт основной вес. На экране — список того, что даёт широкий персональный токен по умолчанию: все репозитории пользователя, включая приватные; чтение и запись; управление настройками; удаление. Идём по строкам и спрашиваем про каждую: наш список из трёх операций этого требует? Вычёркивание происходит на экране, строка за строкой. Остаётся один репозиторий и две операции.</a:t>
            </a:r>
          </a:p>
          <a:p/>
          <a:p>
            <a:r>
              <a:t>Важен и порядок: сначала операции, потом права. Обратный порядок — взять токен, какой есть, и посмотреть, что получится — оставляет в ключе ровно ту строку, которая через несколько минут окажется решающей.</a:t>
            </a:r>
          </a:p>
          <a:p/>
          <a:p>
            <a:r>
              <a:t>Запомните, как выглядит этот экран сейчас. Через несколько минут покажу инцидент, который воспроизводится ровно тогда, когда верхняя строка не вычеркнута.</a:t>
            </a:r>
          </a:p>
          <a:p/>
          <a:p>
            <a:r>
              <a:t>Если спросят, почему нельзя создать токен с правами «по умолчанию» и просто не пользоваться лишним: токен может быть использован тем, кто завладеет им, — вопрос здесь не в вашем намерении: решает то, что физически позволяет сделанный ключ.</a:t>
            </a:r>
          </a:p>
          <a:p/>
          <a:p>
            <a:r>
              <a:t>Если спросят, насколько это типично — выдавать больше, чем нужно: та же системная выборка показывает, что подобная избыточность — норма, не исключение, и это касается не только отдельных серверов, но и самого транспортного слоя официального SDK протокола.</a:t>
            </a:r>
          </a:p>
          <a:p/>
          <a:p>
            <a:r>
              <a:t>Если спросят, сколько времени занимает эта проверка: прямых замеров нет ни в одном источнике — честный пробел; но разговор, который мы сейчас ведём, и так происходит в момент создания токена, отдельного времени он не требует.</a:t>
            </a:r>
          </a:p>
          <a:p/>
          <a:p>
            <a:r>
              <a:t>Если спросят, почему операции перечисляет зал: официальный сервер трекера умеет заметно больше трёх вещей, и из его полного набора вам нужно знать свои. Список операций задаёт, какие права запрашивать; обратный порядок даёт ключ заведомо шире задачи, под которую он выпускался.</a:t>
            </a:r>
          </a:p>
          <a:p/>
          <a:p>
            <a:r>
              <a:t>Если спросят, что делать, когда операция понадобится четвёртая: вернуться к этому же разговору и выпустить ключ заново. Дописать право в существующий токен дешевле, и ровно поэтому список прав со временем расползается далеко за пределы задачи, под которую он заводился.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шаг — про ключ, и зал отвечает почти сразу: переменная окружения, не значение в файле. Честная оговорка: даже вынесение секрета в переменную окружения не гарантирует, что он нигде не всплывёт текстом — диагностическая команда, которой проверяют статус подключения, сама может оказаться ещё одним каналом утечки того же секрета. Это не отменяет практику, но снимает с неё ложное ощущение полной защищённости.</a:t>
            </a:r>
          </a:p>
          <a:p/>
          <a:p>
            <a:r>
              <a:t>Четвёртый шаг — область видимости конфигурации. Три варианта: только у меня на этой машине; в репозиторий, для всех; глобально во всех моих проектах. Проверенный сервер — в репозиторий: конфигурация становится кодом, изменение видно в ревью. Непроверенный эксперимент — только у себя. И факт про дефолт: по умолчанию команда подключения кладёт сервер в личную конфигурацию, не в проект. Если про это не знать — получится разговор «я подключил, всё работает» — «а у меня нет», и оба правы.</a:t>
            </a:r>
          </a:p>
          <a:p/>
          <a:p>
            <a:r>
              <a:t>Если спросят, чем переменная окружения лучше отдельного секретного файла вне репозитория: механика конфигурации здесь исполняемая, не декларативная — команда подключения сервера реально запускается на машине при старте сессии. Простым описанием это не остаётся. Значение, вписанное буквально в команду, стало бы частью того, что физически выполняется. Переменная окружения — прямое следствие этого факта, не стилистическое предпочтение.</a:t>
            </a:r>
          </a:p>
          <a:p/>
          <a:p>
            <a:r>
              <a:t>Если спросят про конфликт имён между областями: при совпадении имени сервера в двух областях побеждает вся запись более приоритетной области целиком — поля не собираются из разных источников. Если в личной записи нет ключа, а в проектной есть, и они совпали по имени — при конфликте вы получите личную запись целиком, включая отсутствие ключа. Порядок приоритета: личная область выше проектной, проектная выше общей личной, дальше — сервер из плагина, затем коннектор, выше всех — политика организации, если она есть.</a:t>
            </a:r>
          </a:p>
          <a:p/>
          <a:p>
            <a:r>
              <a:t>Если спросят, зачем вообще класть конфигурацию в репозиторий, раз у каждого своя машина: затем, что подключение становится видимым в ревью наравне с кодом. Новый сервер в проекте тогда появляется с обсуждением — его видно до того, как он заработает.</a:t>
            </a:r>
          </a:p>
          <a:p/>
          <a:p>
            <a:r>
              <a:t>Если спросят, что делать с уже подключённым экспериментом, который прижился: перенести запись из личной области в проектную тем же разговором, каким вносят любую правку в репозиторий. Права ключа при переносе не меняются — их меняют на стороне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 разговора — файл из четырёх строк существа. Разберём каждую.</a:t>
            </a:r>
          </a:p>
          <a:p/>
          <a:p>
            <a:r>
              <a:rPr>
                <a:latin typeface="Consolas"/>
              </a:rPr>
              <a:t>mcpServers</a:t>
            </a:r>
            <a:r>
              <a:t> — корень: список всех серверов, которые объявлены в этой области видимости. </a:t>
            </a:r>
            <a:r>
              <a:rPr>
                <a:latin typeface="Consolas"/>
              </a:rPr>
              <a:t>"github"</a:t>
            </a:r>
            <a:r>
              <a:t> — имя сервера: именно под этим именем агент дальше будет вызывать его инструменты, вида </a:t>
            </a:r>
            <a:r>
              <a:rPr>
                <a:latin typeface="Consolas"/>
              </a:rPr>
              <a:t>mcp__github__…</a:t>
            </a:r>
            <a:r>
              <a:t>. </a:t>
            </a:r>
            <a:r>
              <a:rPr>
                <a:latin typeface="Consolas"/>
              </a:rPr>
              <a:t>"command": "npx"</a:t>
            </a:r>
            <a:r>
              <a:t> — чем запускается: конкретная программа-лаунчер. </a:t>
            </a:r>
            <a:r>
              <a:rPr>
                <a:latin typeface="Consolas"/>
              </a:rPr>
              <a:t>"args"</a:t>
            </a:r>
            <a:r>
              <a:t> — что запускается: пакет самого сервера. И </a:t>
            </a:r>
            <a:r>
              <a:rPr>
                <a:latin typeface="Consolas"/>
              </a:rPr>
              <a:t>"env"</a:t>
            </a:r>
            <a:r>
              <a:t> — переменные окружения для процесса: значение здесь — подстановка </a:t>
            </a:r>
            <a:r>
              <a:rPr>
                <a:latin typeface="Consolas"/>
              </a:rPr>
              <a:t>${GITHUB_PAT}</a:t>
            </a:r>
            <a:r>
              <a:t>, сам секрет в файле не лежит текстом.</a:t>
            </a:r>
          </a:p>
          <a:p/>
          <a:p>
            <a:r>
              <a:t>Это полная версия того же шаблона, который уже мелькал фрагментом на одностраничнике в начале кейса — там он был первым знакомством, здесь — разбор построчно. Права этого ключа — один репозиторий, не вся учётная запись — в файл не входят вообще: их задаёт сервис, где токен создавался, не эта конфигурация.</a:t>
            </a:r>
          </a:p>
          <a:p/>
          <a:p>
            <a:r>
              <a:t>Эта практика остаётся целевым решением раздела, не подтверждённым коммитом ни в этом проекте, ни в репозитории курса — слайд показывает разбираемый пример, не обещает «склонируй и повтори».</a:t>
            </a:r>
          </a:p>
          <a:p/>
          <a:p>
            <a:r>
              <a:t>Честное предложение в сторону: эта команда запускает на вашей машине живой процесс. Если он упадёт посреди сессии — сам он не перезапустится, нужна новая сессия. Полный разбор, что при этом видно и как это заметить, — в следующем кейсе этого занятия.</a:t>
            </a:r>
          </a:p>
          <a:p/>
          <a:p>
            <a:r>
              <a:t>Если спросят про сам файл подробнее: он лежит в корне репозитория, видят его все, кто клонирует проект; личная и общая личная области живут в отдельном файле вне репозитория, туда секреты из кода не попадают просто потому, что файл физически не в дереве git.</a:t>
            </a:r>
          </a:p>
          <a:p/>
          <a:p>
            <a:r>
              <a:t>Если спросят про схему приоритета ниже: ступени </a:t>
            </a:r>
            <a:r>
              <a:rPr>
                <a:latin typeface="Consolas"/>
              </a:rPr>
              <a:t>local</a:t>
            </a:r>
            <a:r>
              <a:t> и </a:t>
            </a:r>
            <a:r>
              <a:rPr>
                <a:latin typeface="Consolas"/>
              </a:rPr>
              <a:t>user</a:t>
            </a:r>
            <a:r>
              <a:t> обе подписаны файлом </a:t>
            </a:r>
            <a:r>
              <a:rPr>
                <a:latin typeface="Consolas"/>
              </a:rPr>
              <a:t>~/.claude.json</a:t>
            </a:r>
            <a:r>
              <a:t> — это не два одинаковых адреса и не ошибка на экране. Это один физический файл, но две разные записи внутри него: </a:t>
            </a:r>
            <a:r>
              <a:rPr>
                <a:latin typeface="Consolas"/>
              </a:rPr>
              <a:t>local</a:t>
            </a:r>
            <a:r>
              <a:t> — под записью именно этого проекта, </a:t>
            </a:r>
            <a:r>
              <a:rPr>
                <a:latin typeface="Consolas"/>
              </a:rPr>
              <a:t>user</a:t>
            </a:r>
            <a:r>
              <a:t> — под общим ключом </a:t>
            </a:r>
            <a:r>
              <a:rPr>
                <a:latin typeface="Consolas"/>
              </a:rPr>
              <a:t>mcpServers</a:t>
            </a:r>
            <a:r>
              <a:t>. При конфликте имён это разные по весу записи, несмотря на общий файл.</a:t>
            </a:r>
          </a:p>
          <a:p/>
          <a:p>
            <a:r>
              <a:t>Если спросят, что будет, если изменить область уже подключённого сервера: это та же запись, просто переписанная в другое место — сами права токена при этом не меняются, их меняют на стороне сервиса, где токен создавался.</a:t>
            </a:r>
          </a:p>
          <a:p/>
          <a:p>
            <a:r>
              <a:t>Если спросят, почему областей ровно три и почему именно эти: это ровно то, что физически умеет продукт — три жёстко заданных места, не произвольная настройка.</a:t>
            </a:r>
          </a:p>
          <a:p/>
          <a:p>
            <a:r>
              <a:t>Если спросят про честный пробел ещё раз: этот конкретный файл — целевое решение, собранное из более раннего захвата демо-репозитория; в текущей ветке его нет, и тот же файл отсутствует в репозитории курса. Проверка этого кейса — на доказательной базе исследования, не на живом коммите; это касается и двух следующих кейсов этого блока — у них общий этот пробел.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цифра, о которой часто говорят неточно. «Подключение стоит столько-то токенов» — это утверждение о режиме без отложенной загрузки. По умолчанию в контекст при старте попадают имена инструментов и короткая инструкция, без полных схем.</a:t>
            </a:r>
          </a:p>
          <a:p/>
          <a:p>
            <a:r>
              <a:t>Худший случай — пять серверов без отсрочки, порядка пятидесяти пяти тысяч токенов, около двадцати одного процента окна в двести тысяч. Это верхняя граница. Для сравнения: то же действие обычной командой в терминале — тысяча триста шестьдесят пять токенов, инструментом сервера — сорок четыре тысячи. Тридцатидвухкратная разница за один ответ.</a:t>
            </a:r>
          </a:p>
          <a:p/>
          <a:p>
            <a:r>
              <a:t>И обещанное сопоставление. Постоянную плату задаёт число подключённых серверов и число их инструментов. Свой сервер, чужой локально, чужой удалённо платят её одинаково: транспорт и авторство значения не имеют. Прямой вызов API и </a:t>
            </a:r>
            <a:r>
              <a:rPr>
                <a:latin typeface="Consolas"/>
              </a:rPr>
              <a:t>gh</a:t>
            </a:r>
            <a:r>
              <a:t> не платят вовсе — у них нет списка возможностей, висящего в контексте между вызовами.</a:t>
            </a:r>
          </a:p>
          <a:p/>
          <a:p>
            <a:r>
              <a:t>Теперь к себе. Сколько серверов подключено у вас прямо сейчас и сколько инструментов они описывают? Эту плату вы вносите в каждой сессии — даже там, где агент не сходил ни к одному.</a:t>
            </a:r>
          </a:p>
          <a:p/>
          <a:p>
            <a:r>
              <a:t>Если спросят, как проверить режим у себя: посмотреть, не выставлена ли переменная, отключающая отложенную загрузку, и что реально показывает карточка конкретного сервера в сессии. Эта проверка не устаревает, в отличие от самой цифры.</a:t>
            </a:r>
          </a:p>
          <a:p/>
          <a:p>
            <a:r>
              <a:t>Если спросят, почему тогда цифра вообще названа: она остаётся верной как порядок величины худшего случая — для площадок без отложенной загрузки или для сессии, которая реально дотянула почти все определения через внутренний поиск.</a:t>
            </a:r>
          </a:p>
          <a:p/>
          <a:p>
            <a:r>
              <a:t>Если спросят про второй, независимый замер: тот же эффект подтверждён другой командой исследователей в деньгах — три доллара двадцать центов против пятидесяти пяти долларов двадцати центов на десять тысяч однотипных операций в месяц, семнадцатикратная разница, другой методикой.</a:t>
            </a:r>
          </a:p>
          <a:p/>
          <a:p>
            <a:r>
              <a:t>Если спросят, значит ли это, что сервер подключать невыгодно: нет. Выгодным его делает то, за что эта плата внесена, — агент сам видит список операций и выбирает нужную. Там, где операция одна и известна заранее, платить за список незачем, и это ровно критерий следующего экрана.</a:t>
            </a:r>
          </a:p>
          <a:p/>
          <a:p>
            <a:r>
              <a:t>Если спросят, почему полная схема подтягивается не сразу: потому что схем много, а понадобится из них единицы. Отложенная загрузка — поведение по умолчанию на актуальных моделях; выключается она переменной окружения, и выключенной её иногда находят в чужих готовых настройках.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Вернёмся к экрану, который я просил запомнить. Май 2025 года. У разработчика агент ходит в трекер под персональным токеном с правами на все репозитории, включая приватные. Атакующий заводит в публичном репозитории обычный на вид issue: собери данные о других репозиториях пользователя и опубликуй здесь. Разработчик просит агента разобраться с открытыми задачами. Агент честно читает — встроенная инструкция попадает в контекст как команда, от вашей она для модели неотличима. Дальше он читает приватные репозитории и публикует их содержимое в публичном черновике правки.</a:t>
            </a:r>
          </a:p>
          <a:p/>
          <a:p>
            <a:r>
              <a:t>Номера уязвимости здесь нет: чинить нечего. Это архитектурный риск связки «широкие права плюс чужой текст».</a:t>
            </a:r>
          </a:p>
          <a:p/>
          <a:p>
            <a:r>
              <a:t>Теперь на наш экран. Строку «все репозитории» мы вычеркнули — без неё атака не проходит: читать нечего.</a:t>
            </a:r>
          </a:p>
          <a:p/>
          <a:p>
            <a:r>
              <a:t>Сочетание названо «смертельным трио» (Simon Willison, 16 июня 2025): приватные данные, недоверенный внешний текст, канал наружу. Не хватает одной ножки — атака этого типа невозможна в принципе.</a:t>
            </a:r>
          </a:p>
          <a:p/>
          <a:p>
            <a:r>
              <a:t>Расширение той же схемы, без модели вообще: у MCP-сервера к базе данных нашли уязвимость транспорта — HTTP-эндпойнт по умолчанию слушает без аутентификации, защита от межсайтовых запросов обходится подменой DNS. По вторичному разбору — два запроса, ноль учётных данных, и произвольный сайт в браузере жертвы дёргает инструменты сервера напрямую.</a:t>
            </a:r>
          </a:p>
          <a:p/>
          <a:p>
            <a:r>
              <a:t>Если спросят, почему именно GitHub в примере: ровно эту связку мы собираем в этом кейсе — трекер задач с персональным токеном. И читает агент тот же поток чужого текста, из которого в сцене потерялась одна строка: задачи в трекере пишет не только ваш заказчик.</a:t>
            </a:r>
          </a:p>
          <a:p/>
          <a:p>
            <a:r>
              <a:t>Если спросят, насколько это общий класс: обобщение сформулировано отдельно одним исследователем как «смертельное трио», и оно применимо к любому агенту с доступом к данным, обработкой текста и каналом наружу, независимо от конкретного продукта.</a:t>
            </a:r>
          </a:p>
          <a:p/>
          <a:p>
            <a:r>
              <a:t>Если спросят про DNS rebinding подробнее: DNS-имя атакующего домена сначала указывает на его собственный IP — чтобы пройти проверку происхождения запроса, — затем переключается на адрес жертвы; после этого браузер жертвы считает запрос «своим», и локальный сервер его исполняет.</a:t>
            </a:r>
          </a:p>
          <a:p/>
          <a:p>
            <a:r>
              <a:t>Если спросят, защищает ли открытость протокола от такого провала: нет. Открытость протокола и аутентификация конкретного сервера — разные вещи, мы это отметили в базе.</a:t>
            </a:r>
          </a:p>
          <a:p/>
          <a:p>
            <a:r>
              <a:t>Если спросят, что из этого следует для нашего собранного файла: ключ с правами на один репозиторий закрывает первый слой. Второй слой он не закрывает вовсе — там речь о том, как сервер слушает сеть, и решается это выбором транспорта, который мы сделали на сборке.</a:t>
            </a:r>
          </a:p>
          <a:p/>
          <a:p>
            <a:r>
              <a:t>Если спросят, зачем показывать провал после того, как решение собрано: затем, что собранное решение проверяется только попыткой его сломать. Строка, вычеркнутая без такой попытки, вычёркивается по привычке.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 кейса прямо: когда MCP нужен и когда нет.</a:t>
            </a:r>
          </a:p>
          <a:p/>
          <a:p>
            <a:r>
              <a:t>Нужен — когда доступ требуется регулярно, из нескольких сессий, и снимка на сегодняшнее утро уже недостаточно. Нужен — когда вы готовы поддерживать ещё один постоянно работающий процесс с доступом к секретам. Нужен — когда операций больше одной, список их растёт, и агент сам решает, к какой обратиться в моменте: именно за этот список вносится постоянная плата. И нужен — только если подключение не достраивает третий элемент смертельного трио.</a:t>
            </a:r>
          </a:p>
          <a:p/>
          <a:p>
            <a:r>
              <a:t>Не нужен — в зеркальных случаях. Доступ разовый или редкий: снимка достаточно. Готовности поддерживать процесс нет: разовый вызов надёжнее. Задача сводится к одному известному вызову CLI: платить контекстом за список возможностей незачем. А если подключение достраивает трио — это стоп-критерий сразу, без размышлений.</a:t>
            </a:r>
          </a:p>
          <a:p/>
          <a:p>
            <a:r>
              <a:t>Есть доступ наружу. Следующий вопрос — что происходит, когда он подключён, а агент через него не ходит.</a:t>
            </a:r>
          </a:p>
          <a:p/>
          <a:p>
            <a:r>
              <a:t>Если спросят, почему колонки названы именно так, а прежние «рано» и «никогда» сняты: оба прежних слова приглашали гадать, о какой стадии решения речь. Колонки отвечают на один прямой вопрос — нужен сервер для этой задачи или нет.</a:t>
            </a:r>
          </a:p>
          <a:p/>
          <a:p>
            <a:r>
              <a:t>Если спросят про дисциплину после подключения: периодически перечитывать конфигурацию и убирать неиспользуемые серверы. Каждый забытый сервер — налог на контекст, поверхность атаки и держатель ключей одновременно.</a:t>
            </a:r>
          </a:p>
          <a:p/>
          <a:p>
            <a:r>
              <a:t>Если спросят, как применить это к своему проекту прямо сегодня: взять одно действие, которое вы повторяете руками каждую неделю, и ответить по четырём строкам левой колонки. Если хоть одна не выполняется, подключение подождёт.</a:t>
            </a:r>
          </a:p>
          <a:p/>
          <a:p>
            <a:r>
              <a:t>Если спросят, меняется ли ответ со временем: меняется, и чаще в сторону «нужен». Разовое действие становится регулярным незаметно — ровно так, как в нашей сцене перенос задачи из трекера стал привычкой за месяц.</a:t>
            </a:r>
          </a:p>
          <a:p/>
          <a:p>
            <a:r>
              <a:t>Если спросят, что делать, когда трио достроено, а доступ всё равно нужен: разрывать трио. Сузить права до одного репозитория, убрать канал наружу, вынести чтение чужого текста в отдельную сессию без доступа к приватным данным — хватает любой одной из трёх ножек.</a:t>
            </a:r>
          </a:p>
          <a:p/>
          <a:p>
            <a:r>
              <a:t>Если спросят, относится ли правая колонка к MCP вообще или к конкретной задаче: к задаче. Тот же сервер для одной работы избыточен, для соседней необходим, и решается это каждый раз заново, по четырём строкам левой колонки.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случай этого блока начинаем с конца — с того, чем он кончился.</a:t>
            </a:r>
          </a:p>
          <a:p/>
          <a:p>
            <a:r>
              <a:t>Пять рабочих дней разработчик верил зелёной отметке подключения. Каждое утро он просил агента разобрать входящие задачи и каждое утро получал ответ, который звучал как итог работы. К пятнице выяснилось: в трекер агент не заходил ни разу.</a:t>
            </a:r>
          </a:p>
          <a:p/>
          <a:p>
            <a:r>
              <a:t>При этом никто не ошибся. Сервер собран честно, права вычеркнуты, ключ лежит в переменной окружения. Проверка тоже была настоящей: статус горел зелёным и говорил правду. Отвечал он на другой вопрос — поднялся ли процесс.</a:t>
            </a:r>
          </a:p>
          <a:p/>
          <a:p>
            <a:r>
              <a:t>Дальше смотрим, как неделя дошла до пятницы и чем её стоило проверять.</a:t>
            </a:r>
          </a:p>
          <a:p/>
          <a:p>
            <a:r>
              <a:t>Если спросят, не повтор ли это первого случая: там мы решали, подключать ли вообще и с какими правами. Здесь сервер уже подключён и собран честно — ломается другое: разница между «процесс поднялся» и «агент обратился к серверу».</a:t>
            </a:r>
          </a:p>
          <a:p/>
          <a:p>
            <a:r>
              <a:t>Если спросят, зачем отдельный кейс на это: интуиция здесь ошибается систематически — зелёный индикатор читается как «агент пользуется сервером», а индикатор по конструкции отвечает только за процесс.</a:t>
            </a:r>
          </a:p>
          <a:p/>
          <a:p>
            <a:r>
              <a:t>Если спросят, понадобится ли это тому, у кого один-единственный сервер: да, ровно в той же мере — число серверов не меняет механику статуса.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та же неделя изнутри, с понедельника.</a:t>
            </a:r>
          </a:p>
          <a:p/>
          <a:p>
            <a:r>
              <a:t>Сервер доступа к трекеру — тот самый, что мы собрали в прошлом кейсе, — стоит две недели. В понедельник разработчик просит агента разобрать входящие задачи за выходные и подготовить черновики. Ответ звучит как итог работы.</a:t>
            </a:r>
          </a:p>
          <a:p/>
          <a:p>
            <a:r>
              <a:t>Вторник, среда, четверг — то же самое каждое утро. Ответы разные: «всё сделал», «новых задач не нашёл», «во входящих пусто». Все три звучат честно, и он пересылает их заказчику.</a:t>
            </a:r>
          </a:p>
          <a:p/>
          <a:p>
            <a:r>
              <a:t>Он не сидел сложа руки. В среду посмотрел статус подробнее, в четверг спросил агента напрямую, почему тот считает, что задач нет. Всё сошлось.</a:t>
            </a:r>
          </a:p>
          <a:p/>
          <a:p>
            <a:r>
              <a:t>В пятницу заказчик спрашивает про задачу, которую завёл во вторник. В репозитории за неделю — ни черновика, ни комментария. Пять дней ответов, собранных из общих соображений о том, что обычно лежит в трекере.</a:t>
            </a:r>
          </a:p>
          <a:p/>
          <a:p>
            <a:r>
              <a:t>Если спросят, почему три реплики: чтобы снять ложное чувство, что проблема во лжи агента. «Не нашёл» и «пусто» звучат честно, но ни одна из трёх реплик не наблюдение за сервером — агент мог ни разу к нему не обратиться и ответить по смыслу задачи.</a:t>
            </a:r>
          </a:p>
          <a:p/>
          <a:p>
            <a:r>
              <a:t>Если спросят, почему неделя прошла незамеченной: такой сбой не даёт сигнала, по которому стоило бы пойти проверить раньше. Первым сигналом оказался заказчик.</a:t>
            </a:r>
          </a:p>
          <a:p/>
          <a:p>
            <a:r>
              <a:t>Если спросят, бывает ли наоборот — статус красный, а всё работает: формально да, временная сетевая ошибка на старте даёт ложный отказ. Это другой, более заметный класс сбоя: красный статус хотя бы привлекает внимание.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дать агенту доступ к трекеру задач?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8026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2208276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 способ — и объясните, чем остальные четыре подходят хуже для регулярного доступа.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570732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3570732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вызвать API напрямую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3570732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8531" y="3570732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подключить чужой сервер — удалённо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4686" y="3570732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4414" y="3570732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подключить чужой сервер — локально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0569" y="3570732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0297" y="3570732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написать свой сервер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6452" y="3570732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6180" y="3570732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вызывать готовую команду gh каждый раз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Кода интеграции не пишет ни один из пяти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3522027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970685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СПОСОБ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789" y="1126236"/>
            <a:ext cx="3496197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5291" y="1126236"/>
            <a:ext cx="5911556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8331"/>
            <a:ext cx="970685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вызвать API напрямую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2789" y="1378331"/>
            <a:ext cx="3496197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агент сам пишет и шлёт запросы к эндпойнтам, сам разбирает ответ — отдельный код интеграции писать не нужно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5291" y="1378331"/>
            <a:ext cx="5911556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заранее не знает спецификацию сервиса: какие есть точки, какие у них параметры и ограничения — без документации или swagger-описания агент их не угадает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195916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1959165"/>
            <a:ext cx="970685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подключить чужой сервер — удалённо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2789" y="1959165"/>
            <a:ext cx="3496197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сервис, который кто-то хостит и обновляет сам; у вас не крутится отдельный процесс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5291" y="1959165"/>
            <a:ext cx="5911556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управляете не вы: не видно, что сервис делает внутри и когда в нём что-то меняется; плюс обычные вопросы безопасности удалённого сервиса — кому доверяете ключ, у кого ещё есть доступ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54000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540000"/>
            <a:ext cx="970685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подключить чужой сервер — локально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2789" y="2540000"/>
            <a:ext cx="3496197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пакет исполняется у вас, конфигурация — строка в репозитории, видна всей команде в ревью; контроля больше, чем у удалённого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5291" y="2540000"/>
            <a:ext cx="5911556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это всё равно живой процесс на вашей машине и чужой код — со всеми его зависимостями и правом на обновление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12083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120834"/>
            <a:ext cx="970685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написать свой сервер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2789" y="3120834"/>
            <a:ext cx="3496197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даёт ровно нужный набор операций и прав, без чужого кода в процессе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5291" y="3120834"/>
            <a:ext cx="5911556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написать минимальный сервер сейчас быстро — для этого есть готовый плагин; дорого обходится поддержка: протокол, чужие пользователи, безопасность транспорта — отдельный проект рядом с основным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70166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701669"/>
            <a:ext cx="970685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вызывать команду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gh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каждый раз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2789" y="3701669"/>
            <a:ext cx="3496197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готовый официальный CLI GitHub — авторизацию и разбор ответа он уже решил за вас, кода писать не нужно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5291" y="3701669"/>
            <a:ext cx="5911556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92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каждый вызов — отдельная команда без общего списка возможностей: агент не видит заранее, что вообще можно сделать, нужный вызов приходится знать заранее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29975"/>
            <a:ext cx="82296" cy="148437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757991"/>
            <a:ext cx="10643616" cy="1228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Поворот.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Интеграцию не пишут ни в одном из пяти способов: агент сам шлёт запрос и сам разбирает ответ. Разделяет пятёрку другое — знает ли агент заранее, что у системы можно спросить.</a:t>
            </a:r>
          </a:p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Что это оставляет.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Свой сервер избыточен: официальный для трекера уже есть. </a:t>
            </a:r>
            <a:r>
              <a:rPr sz="1200" b="1" i="0">
                <a:solidFill>
                  <a:srgbClr val="141B2E"/>
                </a:solidFill>
                <a:latin typeface="Consolas"/>
              </a:rPr>
              <a:t>gh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и прямой вызов API закрывают вызов, известный заранее; растущий список операций они перекладывают на память разработчика.</a:t>
            </a:r>
          </a:p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Два законных варианта.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Между «удалённо» и «локально» готового ответа нет: свежий официальный пример подключается удалённо, решение занятия — локальный процесс, потому что конфигурация становится кодом в репозитории, видимым в ревью.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Решаем: какие операции разрешить, потом — какие права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9784"/>
            <a:ext cx="11183112" cy="778949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47800"/>
            <a:ext cx="10634472" cy="5229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Ход 1 — что конкретно агент должен делать?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54841" y="2263325"/>
            <a:ext cx="2581874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54841" y="2263325"/>
            <a:ext cx="258187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34"/>
              </a:lnSpc>
              <a:spcAft>
                <a:spcPts val="0"/>
              </a:spcAft>
            </a:pPr>
            <a:r>
              <a:rPr sz="1300" b="1" i="0">
                <a:solidFill>
                  <a:srgbClr val="065A82"/>
                </a:solidFill>
                <a:latin typeface="Arial"/>
              </a:rPr>
              <a:t>читать открытые issue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4731" y="2263325"/>
            <a:ext cx="2376987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4731" y="2263325"/>
            <a:ext cx="23769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34"/>
              </a:lnSpc>
              <a:spcAft>
                <a:spcPts val="0"/>
              </a:spcAft>
            </a:pPr>
            <a:r>
              <a:rPr sz="1300" b="1" i="0">
                <a:solidFill>
                  <a:srgbClr val="065A82"/>
                </a:solidFill>
                <a:latin typeface="Arial"/>
              </a:rPr>
              <a:t>писать комментарий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9735" y="2263325"/>
            <a:ext cx="3064375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9735" y="2263325"/>
            <a:ext cx="30643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34"/>
              </a:lnSpc>
              <a:spcAft>
                <a:spcPts val="0"/>
              </a:spcAft>
            </a:pPr>
            <a:r>
              <a:rPr sz="1300" b="1" i="0">
                <a:solidFill>
                  <a:srgbClr val="065A82"/>
                </a:solidFill>
                <a:latin typeface="Arial"/>
              </a:rPr>
              <a:t>создавать черновик правки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0253"/>
            <a:ext cx="11183112" cy="778949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958269"/>
            <a:ext cx="10634472" cy="5229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Ход 2 — что даёт широкий персональный токен по умолчанию, и что из этого нужно?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73795"/>
            <a:ext cx="11183112" cy="1904619"/>
          </a:xfrm>
          <a:prstGeom prst="roundRect">
            <a:avLst>
              <a:gd name="adj" fmla="val 1600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56675"/>
            <a:ext cx="4731154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ПРАВО ПО УМОЛЧАНИЮ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3258" y="3956675"/>
            <a:ext cx="5793589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НУЖНО ДЛЯ НАШЕГО СПИСКА ОПЕРАЦИЙ?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23756"/>
            <a:ext cx="4731154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все репозитории пользователя, включая приватные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3258" y="4223756"/>
            <a:ext cx="5793589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нет — вычеркнуть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54170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541700"/>
            <a:ext cx="4731154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чтение и запись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3258" y="4541700"/>
            <a:ext cx="5793589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частично — чтение нужно, запись (комментарий, черновик) нужна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85964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4859645"/>
            <a:ext cx="4731154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управление настройками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3258" y="4859645"/>
            <a:ext cx="5793589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нет — вычеркнуть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17758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5177589"/>
            <a:ext cx="4731154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удаление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3258" y="5177589"/>
            <a:ext cx="5793589" cy="317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07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нет — вычеркнуть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43006"/>
            <a:ext cx="82296" cy="479043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971022"/>
            <a:ext cx="10643616" cy="2230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12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Остаётся: один репозиторий, чтение issue, создание черновика правки.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Решаем: где хранить ключ и в какую область положить файл</a:t>
            </a:r>
          </a:p>
        </p:txBody>
      </p:sp>
      <p:pic>
        <p:nvPicPr>
          <p:cNvPr id="3" name="Picture 2" descr="mcp-n13-oblas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55349"/>
            <a:ext cx="11183112" cy="46689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Собранный файл — и порядок при конфликте имён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1701927"/>
          </a:xfrm>
          <a:prstGeom prst="roundRect">
            <a:avLst>
              <a:gd name="adj" fmla="val 11939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79932"/>
            <a:ext cx="50292" cy="1628775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26236"/>
            <a:ext cx="10744200" cy="13361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{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  "mcpServers": {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    "github": {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      "command": "npx",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      "args": ["-y", "@modelcontextprotocol/server-github"],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      "env": { "GITHUB_PERSONAL_ACCESS_TOKEN": "${GITHUB_PAT}" }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    }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  }</a:t>
            </a:r>
          </a:p>
          <a:p>
            <a:pPr algn="l">
              <a:lnSpc>
                <a:spcPts val="1105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09875"/>
            <a:ext cx="11183112" cy="1317498"/>
          </a:xfrm>
          <a:prstGeom prst="roundRect">
            <a:avLst>
              <a:gd name="adj" fmla="val 2313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312547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029331"/>
            <a:ext cx="10360152" cy="292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mcpServers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корень: все серверы этой области.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"github"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имя сервера: под ним агент зовёт инструменты,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mcp__github__…</a:t>
            </a:r>
            <a:r>
              <a:rPr sz="110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4183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322193"/>
            <a:ext cx="10360152" cy="292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"command"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и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"args"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чем запускается и что именно: пакет самого сервера.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71119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615055"/>
            <a:ext cx="10360152" cy="292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"env"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окружение процесса;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${GITHUB_PAT}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подстановка, не сам секрет.</a:t>
            </a:r>
          </a:p>
        </p:txBody>
      </p:sp>
      <p:pic>
        <p:nvPicPr>
          <p:cNvPr id="13" name="Picture 12" descr="mcp-n14-priorit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46" y="4291965"/>
            <a:ext cx="9079659" cy="1986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Постоянная плата одинакова: своё, чужое, локально, удалённо</a:t>
            </a:r>
          </a:p>
        </p:txBody>
      </p:sp>
      <p:pic>
        <p:nvPicPr>
          <p:cNvPr id="3" name="Picture 2" descr="mcp-n15-dolya-ok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36" y="1319784"/>
            <a:ext cx="9282079" cy="2262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746882"/>
            <a:ext cx="82296" cy="81762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3874898"/>
            <a:ext cx="10643616" cy="5615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Постоянную плату задаёт число инструментов.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Имя и короткая инструкция каждого подключённого сервера висят в контексте всегда. Свой сервер, чужой локально, чужой удалённо платят её одинаково: транспорт и авторство значения не имеют. Свободны от неё прямой вызов API и команда вроде </a:t>
            </a:r>
            <a:r>
              <a:rPr sz="1150" b="1" i="0">
                <a:solidFill>
                  <a:srgbClr val="141B2E"/>
                </a:solidFill>
                <a:latin typeface="Consolas"/>
              </a:rPr>
              <a:t>gh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— у них нет списка возможностей, висящего в контексте между вызовами.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29100"/>
            <a:ext cx="82296" cy="619817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857116"/>
            <a:ext cx="10643616" cy="3637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К себе.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Сколько серверов подключено у вас прямо сейчас и сколько инструментов они описывают? Эту плату вы вносите в каждой сессии — даже в ту, где агент за день не сходил ни к одному.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513510"/>
            <a:ext cx="82296" cy="619817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641526"/>
            <a:ext cx="10643616" cy="3637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Проверить у себя: не выставлен ли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ENABLE_TOOL_SEARCH=false</a:t>
            </a:r>
            <a:r>
              <a:rPr sz="1100" b="1" i="0">
                <a:solidFill>
                  <a:srgbClr val="141B2E"/>
                </a:solidFill>
                <a:latin typeface="Arial"/>
              </a:rPr>
              <a:t>, и что реально показывает карточка конкретного сервера в сессии — команда не устаревает, в отличие от самой цифры.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Чужая инструкция в issue заставила агента опубликовать приватный код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9784"/>
            <a:ext cx="82296" cy="65227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447800"/>
            <a:ext cx="10643616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Вернёмся к экрану со-сборки. Мы вычеркнули строку «все репозитории, включая приватные» — вот ровно тот случай, где это решило дело.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36648"/>
            <a:ext cx="82296" cy="86487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264664"/>
            <a:ext cx="10643616" cy="608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Смертельное трио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(Simon Willison, 16.06.2025): доступ к приватным данным + обработка недоверенного внешнего контента + канал наружу. При всех трёх атакующему достаточно написать текст, который агент прочитает в рамках обычной работы.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66110"/>
            <a:ext cx="11183112" cy="2992500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48990"/>
            <a:ext cx="137583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СЛОЙ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7934" y="3348990"/>
            <a:ext cx="522779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ПРОИЗОШЛО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2029" y="3348990"/>
            <a:ext cx="377481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31057"/>
            <a:ext cx="1375830" cy="1340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1 · эксфильтрация в связке (Invariant Labs, май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7934" y="3631057"/>
            <a:ext cx="5227790" cy="1340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Агент с токеном на все репозитории пользователя, включая приватные. Атакующий создаёт в публичном репозитории issue с инструкцией собрать данные о других репозиториях и опубликовать здесь. Разработчик просит агента разобраться с открытыми issue — агент честно читает их, инструкция попадает в контекст как задача, читает приватные репозитории, публикует их содержимое в автоматически созданном публичном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2029" y="3631057"/>
            <a:ext cx="3774818" cy="1340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уязвимости не присвоен номер — архитектурный класс связки прав, не брешь кода. Убрать строку «все репозитории, включая приватные» — читать нечего, сценарий не проходит вообще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97135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971351"/>
            <a:ext cx="1375830" cy="10043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2 · без модели вообще (CVE-2026-61742, DBHub, CVSS 9.3 из 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7934" y="4971351"/>
            <a:ext cx="5227790" cy="10043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HTTP-транспорт по умолчанию слушает без аутентификации, защита от межсайтовых запросов обходится DNS rebinding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2029" y="4971351"/>
            <a:ext cx="3774818" cy="10043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22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 вторичному техническому разбору (Strix.ai) — два HTTP-запроса и ноль учётных данных до захвата; то же трио здесь не единственный путь к утечке — сервер сам может быть незащищённым сетевым сервисом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MCP нужен, а когда не нужен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115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50916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Есть доступ наружу. Следующий вопрос — что происходит, когда сервер подключён, а агент через него не ходит.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95422"/>
            <a:ext cx="5454396" cy="2875534"/>
          </a:xfrm>
          <a:prstGeom prst="roundRect">
            <a:avLst>
              <a:gd name="adj" fmla="val 10599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0515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MCP НУЖЕН, КОГДА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79470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доступ нужен регулярно, из нескольких сессий — разового снимка данных недостаточно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67045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67045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вы готовы поддерживать ещё один постоянно работающий процесс с доступом к секретам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16143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161434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операций больше одной, список операций растёт, и агент сам решает, к какой обратиться — за этот список и вносится постоянная плата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82475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82475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подключение не достраивает третий элемент смертельного трио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795422"/>
            <a:ext cx="5454396" cy="2875534"/>
          </a:xfrm>
          <a:prstGeom prst="roundRect">
            <a:avLst>
              <a:gd name="adj" fmla="val 10599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290515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MCP НЕ НУЖЕН, КОГДА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3179470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доступ разовый или редкий, и снимка данных на сегодняшний день достаточно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367045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367045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такой готовности нет — тогда разовый вызов надёжнее процесса, который никто не обслуживает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416143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4161434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задача сводится к одному известному вызову CLI: список возможностей здесь лишний, и тридцатидвухкратная разница по токенам никуда не денется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14516" y="482475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14516" y="4824755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подключение достраивает третий элемент смертельного трио — доступ к приватным данным и обработка чужого текста уже есть, остаётся канал наружу; это стоп-критерий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447544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44754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341625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Пять дней он верил зелёной галочке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59302"/>
            <a:ext cx="9509760" cy="1139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Пять рабочих дней разработчик верил зелёной отметке подключения. Проверка была настоящей и говорила правду — о том, что процесс поднят. За эти пять дней агент ни разу не заглянул в трекер.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Неделя, в которой ничего не сломалось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44143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72159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Тот самый сервер доступа к трекеру, что собрали в прошлом кейсе. Стоит две недели.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71243"/>
            <a:ext cx="11183112" cy="2569464"/>
          </a:xfrm>
          <a:prstGeom prst="roundRect">
            <a:avLst>
              <a:gd name="adj" fmla="val 1186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40672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190699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Понедельник.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Разработчик просит агента разобрать входящие задачи за выходные и подготовить черновики. Ответ звучит как итог работы.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9393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723337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Вторник — четверг.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То же самое каждое утро: «всё сделал» · «новых задач не нашёл» · «во входящих пусто». Он пересылает это заказчику.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47200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55975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Среда и четверг.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Смотрит статус подробнее, потом спрашивает агента напрямую, почему тот считает, что задач нет. Всё сходится.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00464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788613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Пятница.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Заказчик спрашивает про задачу, которую завёл во вторник. В репозитории за неделю — ни черновика, ни комментария.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57267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085283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Всю неделю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claude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mcp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list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показывал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✔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Connected</a:t>
            </a:r>
            <a:r>
              <a:rPr sz="1500" b="1" i="0">
                <a:solidFill>
                  <a:srgbClr val="141B2E"/>
                </a:solidFill>
                <a:latin typeface="Arial"/>
              </a:rPr>
              <a:t>: процесс сервера поднят и ответил на рукопожатие. Ответы агент собирал из общих соображений о том, что обычно лежит в трекере. Цена недели: пять дней отчётов о работе, которой не было, и разговор с заказчиком, в котором нечего показать.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