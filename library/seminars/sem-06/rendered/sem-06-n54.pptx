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причины заводить роль уже разобраны: чтение, которое не помещается, и задачи, которые стоят в очереди зря. Третий кейс — про то, что происходит, когда исполнителей становится больше одного и каталог у них общий.</a:t>
            </a:r>
          </a:p>
          <a:p/>
          <a:p>
            <a:r>
              <a:t>Сессий у вас уже несколько. Ролей в одной папке — почти всегда больше одной, и это нормально. К концу кейса решим, где разводить копиями и где только зонами.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чем это отличается от двух прошлых кейсов.</a:t>
            </a:r>
            <a:r>
              <a:t> Там решение принималось про работу: куда её отдать и сколько таких отдач вести разом. Здесь решение принимается про место: один каталог файлов на нескольких исполнителей, и что в нём ломается.</a:t>
            </a:r>
          </a:p>
          <a:p/>
          <a:p>
            <a:r>
              <a:rPr i="1"/>
              <a:t>Если прозвучит «так это же про git, при чём тут агенты».</a:t>
            </a:r>
            <a:r>
              <a:t> Про оба сразу. Механизм общий и старше агентов, а вот частота столкновений выросла: раньше в каталоге работал один человек своими руками, теперь — две сессии и десяток ролей, каждая со своим представлением о том, что в файлах лежит.</a:t>
            </a:r>
          </a:p>
          <a:p/>
          <a:p>
            <a:r>
              <a:rPr i="1"/>
              <a:t>Если прозвучит «у нас такого не было».</a:t>
            </a:r>
            <a:r>
              <a:t> Хороший повод к концу кейса сверить две вещи: сколько сессий вы держите открытыми на одном репозитории и сколько раз за месяц переключали ветку, пока рядом шла чужая работа.</a:t>
            </a:r>
          </a:p>
          <a:p/>
          <a:p>
            <a:r>
              <a:rPr i="1"/>
              <a:t>Если прозвучит нетерпение «так заводить копии или нет».</a:t>
            </a:r>
            <a:r>
              <a:t> Ответ будет разным для сессии и для роли, и кейс кончится критерием, который зал проверит сам.</a:t>
            </a:r>
          </a:p>
          <a:p/>
          <a:p>
            <a:r>
              <a:rPr i="1"/>
              <a:t>Если спросят, при чём здесь роли, когда речь про сессии.</a:t>
            </a:r>
            <a:r>
              <a:t> Роли сюда входят тем же каталогом: они работают в той папке, где стоит позвавшая их сессия. Разница в том, что сессии копию дают почти всегда, а роли — почти никогда, и у этого есть названная причина. К ней кейс и идёт.</a:t>
            </a:r>
          </a:p>
          <a:p/>
          <a:p>
            <a:r>
              <a:rPr i="1"/>
              <a:t>Если прозвучит «мы работаем в одном каталоге годами и живы».</a:t>
            </a:r>
            <a:r>
              <a:t> Верно, и до появления ролей это было дешевле: один исполнитель в папке не спорит сам с собой. Числа столкновений кейс возьмёт из журнала этого курса, собранного тем самым способом, о котором идёт речь.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305049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305049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199132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Две сессии в одной папке. Обе отчитались успехом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16807"/>
            <a:ext cx="9509760" cy="1424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Сессий у вас уже несколько, а исполнителей в одной папке почти всегда больше одного — и это нормально. Отдельную копию репозитория вы дадите сессии сразу и захотите дать роли. Поле изоляции у роли есть, включают его редко, и это решение. Решаем, где разводить копиями и где только зонами.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