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 обещанный ответ. Копию роли дать можно: одна строка в её описании — и роль работает во временной копии, которая убирается сама, если роль ничего не изменила. Поле существует. Включают его редко, и цена складывается из трёх вещей.</a:t>
            </a:r>
          </a:p>
          <a:p/>
          <a:p>
            <a:r>
              <a:t>Первое: ветка такой копии отрастает от ветки по умолчанию репозитория. От того, что вы начали в своём каталоге, она не отрастает, пока отдельную настройку не поменяли. То есть работы в процессе изолированная роль просто не видит.</a:t>
            </a:r>
          </a:p>
          <a:p/>
          <a:p>
            <a:r>
              <a:t>Второе, и оно главное: канал назад у роли один — итоговый текст. Правки остаются в её каталоге, на её ветке. Принести их в вашу работу приходится вам, руками.</a:t>
            </a:r>
          </a:p>
          <a:p/>
          <a:p>
            <a:r>
              <a:t>Отсюда критерий. Копию дают, когда работа роли — цельное изменение, которое нормально принять веткой: механический перебор по многим файлам. Копию не дают, когда роль правит начатое вами: изоляция отрежет её от этой работы.</a:t>
            </a:r>
          </a:p>
          <a:p/>
          <a:p>
            <a:r>
              <a:t>И последняя строка: напарникам в команде агентов копий не дают вовсе. Предписание для них то же — развести работу по файлам.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зачем тогда поле вообще сделали.</a:t>
            </a:r>
            <a:r>
              <a:t> Под работу, которая целиком принадлежит роли: перебрать соглашение по всему дереву, переписать десятки файлов под один шаблон. Там копия окупается, и для таких случаев есть готовый приём, который делит одно крупное изменение на десятки изолированных ролей разом.</a:t>
            </a:r>
          </a:p>
          <a:p/>
          <a:p>
            <a:r>
              <a:rPr i="1"/>
              <a:t>Если спросят, можно ли сделать так, чтобы изолированная роль видела начатую работу.</a:t>
            </a:r>
            <a:r>
              <a:t> Можно, и это отдельная настройка: базу ветки переключают с ветки по умолчанию на ваше текущее состояние. Документация прямо называет этот случай — изоляция роли, которой нужно работать по незавершённому.</a:t>
            </a:r>
          </a:p>
          <a:p/>
          <a:p>
            <a:r>
              <a:rPr i="1"/>
              <a:t>Если спросят, почему возврат такая большая цена.</a:t>
            </a:r>
            <a:r>
              <a:t> Потому что в обычном режиме его просто нет: роль правит там, где лежит работа, и правка уже на месте. Изоляция меняет это на «правка готова и лежит в стороне», и дальше её кто-то должен внести.</a:t>
            </a:r>
          </a:p>
          <a:p/>
          <a:p>
            <a:r>
              <a:rPr i="1"/>
              <a:t>Если прозвучит «значит, ролям изоляция вообще не нужна».</a:t>
            </a:r>
            <a:r>
              <a:t> Нужна ровно под один класс работы. Вопрос, где этот класс кончается, честно открыт, и с него начинается обсуждение — следующий экран.</a:t>
            </a:r>
          </a:p>
          <a:p/>
          <a:p>
            <a:r>
              <a:rPr i="1"/>
              <a:t>Если спросят, что станет с копией роли, когда роль закончила.</a:t>
            </a:r>
            <a:r>
              <a:t> Если роль ничего не изменила, копию убирают сразу. Если изменила — копия остаётся лежать до уборки, вместе с веткой. Забытые копии ролей накапливаются так же, как забытые ветки.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Почему копию роли дают редко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82296" cy="60437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1372"/>
            <a:ext cx="10643616" cy="348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Копию роли дать можно: одна строка в её описании — и роль работает во временной копии репозитория; она убирается сама, если роль ничего не изменила. Поле есть, включают его редко.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12324"/>
            <a:ext cx="82296" cy="95935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40340"/>
            <a:ext cx="10643616" cy="703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98"/>
              </a:lnSpc>
              <a:spcAft>
                <a:spcPts val="300"/>
              </a:spcAft>
            </a:pPr>
            <a:r>
              <a:rPr sz="1450" b="1" i="0">
                <a:solidFill>
                  <a:srgbClr val="141B2E"/>
                </a:solidFill>
                <a:latin typeface="Arial"/>
              </a:rPr>
              <a:t>Изоляция роли — выбор под работу. Там, где её правку нормально принять веткой, копия окупается; там, где роль правит начатое вами, копия отрезает роль от работы. Напарникам в команде агентов копий не дают вовсе, и предписание для них то же: развести работу по файлам.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36274"/>
            <a:ext cx="5454396" cy="1642744"/>
          </a:xfrm>
          <a:prstGeom prst="roundRect">
            <a:avLst>
              <a:gd name="adj" fmla="val 1855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46002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КОПИЮ РОЛИ ДАЮТ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20322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работа роли — цельное изменение, которое нормально принять веткой: механический перебор по многим файлам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621388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621388"/>
            <a:ext cx="5088636" cy="273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изменений много, и проверять их удобнее отдельно от вашей собственной правки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89507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895073"/>
            <a:ext cx="5088636" cy="273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готовый приём делит одно крупное изменение на десятки изолированных ролей разом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2836274"/>
            <a:ext cx="5454396" cy="1642744"/>
          </a:xfrm>
          <a:prstGeom prst="roundRect">
            <a:avLst>
              <a:gd name="adj" fmla="val 1855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4516" y="2946002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КОПИЮ РОЛИ НЕ ДАЮТ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3220322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роль работает над тем, что вы начали в своём каталоге: отдельная копия отрежет её от этой работы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14516" y="3621388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14516" y="3621388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правка короткая и нужна здесь же — поднять рабочее место копии дороже самой правки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14516" y="4022454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14516" y="4022454"/>
            <a:ext cx="5088636" cy="2736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роль читает и возвращает итог: столкнуться ей нечем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643611"/>
            <a:ext cx="11183112" cy="1572260"/>
          </a:xfrm>
          <a:prstGeom prst="roundRect">
            <a:avLst>
              <a:gd name="adj" fmla="val 1938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502664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6424" y="4863067"/>
            <a:ext cx="10360152" cy="4277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Цена первая — ветка.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Копия роли отрастает от ветки по умолчанию репозитория, пока отдельную настройку не поменяли. Работы, начатой в вашем каталоге, изолированная роль просто не видит.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5454379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" y="5290803"/>
            <a:ext cx="10360152" cy="4277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Цена вторая — возврат.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Канал назад у роли один: итоговый текст. Файловые правки остаются в её каталоге, на её ветке, и принести их в вашу работу приходится вам.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" y="580718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5718539"/>
            <a:ext cx="10360152" cy="277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8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Цена третья — рабочее место.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В копии оно тоже собственное: зависимости и локальные файлы роль получает в том виде, в каком их туда положили.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