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устройство. MCP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И отдельно: это открытый протокол с нейтральным владельцем, не разработка одной компании.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 подробнее: 9 декабря 2025 года компания, создавшая протокол, передала его отдельному направленному фонду под Linux Foundation — тому же типу управления, что у Kubernetes и Node.js.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 Выберите, что вы проверите до того, как это сделать, — и в каком порядке.</a:t>
            </a:r>
          </a:p>
          <a:p/>
          <a:p>
            <a:r>
              <a:t>Пять карточек: ничего — сервер официальный; сколько токенов он добавит; какие права даю токену; не хватит ли обычной команды; сколько у сервера звёзд.</a:t>
            </a:r>
          </a:p>
          <a:p/>
          <a:p>
            <a:r>
              <a:t>Если спросят, можно ли выбрать несколько карточек сразу: можно, и нужно сказать, в каком порядке — вопрос именно про порядок, не только про список.</a:t>
            </a:r>
          </a:p>
          <a:p/>
          <a:p>
            <a:r>
              <a:t>Если никто не называет «не хватит ли обычной команды»: это нормально на первом проходе, следующий слайд объясняет, почему именно эта карточка стоит первой в правильной последовательности.</a:t>
            </a:r>
          </a:p>
          <a:p/>
          <a:p>
            <a:r>
              <a:t>Если прозвучит версия, не совпадающая ни с одной из пяти карточек: уточните, какую конкретно проверку имеете в виду — почти всегда она укладывается в один из пяти вариантов,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вывод складывается из сочетания.</a:t>
            </a:r>
          </a:p>
          <a:p/>
          <a:p>
            <a:r>
              <a:t>Ничего, сервер официальный — работает как общая эвристика снижения риска, но официальность не гарантирует заявленное поведение. Звёзды сервера — сигнал использования, не проверки: популярность и безопасность в этой области не коррелируют. Токены в каждом запросе — всегда стоит знать, но считать это раньше вопроса о необходимости — популярная ошибка. Права токена — обязательный шаг без исключений, но он не отвечает, нужно ли подключение вообще. Обычная команда в терминале — с этого начинают: она закрывает разовое действие без сервера.</a:t>
            </a:r>
          </a:p>
          <a:p/>
          <a:p>
            <a:r>
              <a:t>Вывод: последовательность из трёх вопросов — нужно ли вообще, какие права, по какой цене. Не список для галочек, а порядок.</a:t>
            </a:r>
          </a:p>
          <a:p/>
          <a:p>
            <a:r>
              <a:t>Если спросят про официальность подробнее: у MCP-сервера для баз данных одного известного производителя флаг «только чтение» у инструмента выполнения SQL не делал соединение реально ограниченным — код, который должен был это гарантировать, проверял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Разберём это подробнее в провале этого кейса.</a:t>
            </a:r>
          </a:p>
          <a:p/>
          <a:p>
            <a:r>
              <a:t>Если спросят про звёзды: системное сканирование почти восьми тысяч живых удалённых MCP-серверов показало — больше сорока процентов отдают инструменты вообще без какой-либо проверки личности обратившегося. Это весь отсканированный набор, не подвыборка.</a:t>
            </a:r>
          </a:p>
          <a:p/>
          <a:p>
            <a:r>
              <a:t>Если спросят, почему токены — третий вопрос, а не первый: можно отлично оптимизировать стоимость того, что вообще не следовало подключать — оптимизация не заменяет решение о необходимости.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 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 Переподключение устроено по-разному: удалённый сервер переподключается сам; локальный процесс — нет, его нужно перезапускать вручную.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длительность,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  <a:p/>
          <a:p>
            <a:r>
              <a:t>Если спросят про кеш обнаружения инструментов: начиная с определённой версии продукта, ранее подключавшийся сервер может показывать статус «из кеша» — список инструментов остался от прошлой сессии, живое соединение ещё не проверялось; оно случится при первом фактическом вызове. Это отдельный, третий источник путаницы между «подключён» и «работает».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само, но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пакет получил скрытую копию каждого отправляемого письма на адрес атакующего при обновлении уже одобренного инструмента — без единого взлома. Backdoor появился в обновлении пакета недели спустя после первого одобрения, и около полутора недель это уходило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Если действие настолько чувствительно, что повторное одобрение обязано происходить каждый раз, «быть внимательнее» этого не решает: нужна особая отметка у автора сервера либо отказ от автоматизации этого конкретного шага вовсе.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не подсказываю дальше: разбор на следующем слайде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на чём стоит разговор про цену делегирования вообще.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 — разные базы сравнения, обе явно названы.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источнике. Механизм описан качественно везде, числом — нигде. Это не спрятанный пробел — это то, чего литература просто не измерила.</a:t>
            </a:r>
          </a:p>
          <a:p/>
          <a:p>
            <a:r>
              <a:t>Если спросят, зачем вообще цифра про токены, если цена и так видна из сцены: три недели расходящихся формулировок показывают цену нестабильности. Число добавляет сравнение с ценой самого механизма — альтернатива «просто делегировать чаще» тоже не бесплатна.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текстах; это не независимый аудит, и это стоит сказать прямо, если переспросят про силу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Смотрите, в чём разница.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видели файл роли и строку с тремя инструментами. Прежде чем идти дальше — что стоит за этим механически.</a:t>
            </a:r>
          </a:p>
          <a:p/>
          <a:p>
            <a:r>
              <a:t>На старте роль получает: свой системный промпт — тело собственного файла, — плюс рабочий каталог. Не системный промпт харнесса целиком. Дальше — задачу, сформулированную вызывающей сессией, не исходную реплику разработчика буквально. Иерархию файлов инструкций всеми уровнями. И снимок состояния репозитория на момент старта. Чего физически нет: истории переписки, автопамяти основной сессии, уже прочитанных файлов — канала для этого попросту нет.</a:t>
            </a:r>
          </a:p>
          <a:p/>
          <a:p>
            <a:r>
              <a:t>Обратно уходит только итог. Ни один промежуточный вызов инструмента родителю не виден.</a:t>
            </a:r>
          </a:p>
          <a:p/>
          <a:p>
            <a:r>
              <a:t>Теперь семантика самой строки. Если список инструментов не указан вовсе — это может прочитаться как «без инструментов», а на деле ровно противоположное: роль получает все инструменты, доступные субагентам, целиком. Отнять можно явным списком разрешённых или явным списком запрещённых. А вот опечатка в имени инструмента внутри непустого списка — другое дело: харнесс назовёт нераспознанную запись, и роль не запустится вовсе.</a:t>
            </a:r>
          </a:p>
          <a:p/>
          <a:p>
            <a:r>
              <a:t>Проверить состав инструментов легко, одной командой. Что из этого получается на материале самого курса — на следующем слайде.</a:t>
            </a:r>
          </a:p>
          <a:p/>
          <a:p>
            <a:r>
              <a:t>Если спросят про «форк» отдельно: режим, который наследует всё целиком — тот же промпт, права, всю историю, — изолируется в нём только результат, не вход; мы его сегодня не используем,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него, это задокументированный разрыв, не оговорка нашего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 ролей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отказа: «Agent 'literary-editor' would be spawned with zero tools — refusing. Its tools list resolved to nothing: unrecognized [All, tools].»</a:t>
            </a:r>
          </a:p>
          <a:p/>
          <a:p>
            <a:r>
              <a:t>Разберём механически. Значение поля разбирается как список имён инструментов. «All tools» — два слова, оба читаются как отдельные имена. Ни одно из них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вовсе, с таким списком, как с ним.</a:t>
            </a:r>
          </a:p>
          <a:p/>
          <a:p>
            <a:r>
              <a:t>Строка, которая должна была урезать права, их не ослабила — она не позволила роли запуститься вовсе. Отнятие прав — механизм с реальным синтаксисом, и ошибка в нём не прощается частично.</a:t>
            </a:r>
          </a:p>
          <a:p/>
          <a:p>
            <a:r>
              <a:t>Проверяется прямо сейчас: </a:t>
            </a:r>
            <a:r>
              <a:rPr>
                <a:latin typeface="Consolas"/>
              </a:rPr>
              <a:t>grep "^tools:" .claude/agents/*.md</a:t>
            </a:r>
            <a:r>
              <a:t> печатает ровно одну строку — у файла литературного редактора, со значением «All tools». Число и сам факт волатильны — правка файла до занятия изменит результат команды.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Это тоже стоит назвать прямо: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ролей этого репозитория лежит четырнадцать файлов.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из предыдущего слайда — не ослабила права: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на следующем слайде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</a:t>
            </a:r>
          </a:p>
          <a:p/>
          <a:p>
            <a:r>
              <a:t>Диф-ревьюер проверяет код, находит, что валидация написана верно, и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форма ведёт себя ожидаемо на тех сценариях, которые он прогнал.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Неструктурированная схема без координатора усиливает число ошибок в семнадцать целых две десятых раза относительно одноагентной системы на входе; централизованная схема с проверкой — в четыре целых четыре десятых раза.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первых двух категорий, которые я только что назвал, — сорок два и тридцать семь, —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эту сцену на репозитории курса или на машине студента нечем — ни один из двух инструментов проверяемости этого занятия не демонстрирует рассогласование между двумя параллельными ролями. Утверждение подтверждено исследованием; одной командой его здесь не увидеть.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действительно закрывает промежуток между ролями, — явная граница в описании каждой роли, в обе стороны, не координатор и не объединение в одну. Диф-ревьюер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  <a:p/>
          <a:p>
            <a: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на роли физически рвёт связь, которую следующий шаг должен видеть, и число ошибок усиливается — в семнадцать целых две десятых раза при неструктурированной схеме, в четыре целых четыре десятых раза даже при схеме с централизованной проверкой. Если задача и так дешёвая, а цена пропущенной ошибки низкая — одна роль почти всегда дешевле двух, независимо от того, сколько раз она повторяется.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 обратный порядок: сначала нужно ли вообще, потом права, потом цена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прямо в репозитории курса: </a:t>
            </a:r>
            <a:r>
              <a:rPr>
                <a:latin typeface="Consolas"/>
              </a:rPr>
              <a:t>grep "^tools:" .claude/agents/*.md</a:t>
            </a:r>
            <a:r>
              <a:t>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"подключён"»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прямо в репозитории курса: единственный файл, где поле со списком инструментов стоит, резолвится в ноль инструментов —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печатает единственную строку курса, где список инструментов задан явно, — и её значение,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а не выполняется команда.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267712"/>
            <a:ext cx="100766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"подключён", роль сообщает "сделано". Чем такое сообщение отличается от факта?»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141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1429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58320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3806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"подключён", роль сообщает "сделано".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61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3393" y="2027631"/>
            <a:ext cx="31288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500" y="2027631"/>
            <a:ext cx="27293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4113" y="2027631"/>
            <a:ext cx="3312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3393" y="2309698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00" y="2309698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4113" y="2309698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393" y="3021977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500" y="3021977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оказывается утверждением, а проверить его нечем.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4113" y="3021977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вторая, и их задачи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5098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8402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7054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9926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9926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99260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9926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3977639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59936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6923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532409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40639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Протокол — открытый, с нейтральным владельцем: 9 декабря 2025 года передан отдельному направленному фонду под Linux Foundation, тому же типу управления, что у Kubernetes и Node.js.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 — и в каком порядке?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4069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39085" y="1194028"/>
            <a:ext cx="35229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8355" y="1194028"/>
            <a:ext cx="54484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085" y="1476095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риск как общая эвристика в большинстве областей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8355" y="1476095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085" y="2188375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сигнал, что сервер кто-то использует и успел заметить явные неполадки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8355" y="2188375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измеряет, проверяет ли сервер, кто к нему обращается — список с проверкой и без неё выглядит одинаково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9085" y="2718092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 стоит знать: величина измеримая и неочевидная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8355" y="2718092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её раньше вопроса «нужно ли вообще» — оптимизировать то, что не следовало подключать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9085" y="3247809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8355" y="3247809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9085" y="3960088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обязательный шаг для любого сервера, без исключений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8355" y="3960088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отвечает, нужно ли подключение вообще — это отдельный, более ранний вопрос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вычёркивание прав и подсчёт цены — обе законные и обязательные проверки, но они отвечают не на первый вопрос. Последовательность: сначала — нужно ли вообще (не хватит ли обычной команды), потом — с какими правами, потом — по какой цене. Начинать с цены — популярная ошибка: можно отлично оптимизировать то, что вообще не следовало подключать.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49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64513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читать открытые issue · писать комментарий · создавать черновик правки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504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384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2080" y="3026384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451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2080" y="3308451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6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606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2080" y="3655606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7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760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4002760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9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915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2080" y="4349915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9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41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415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6216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3 — где хранить ключ?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переменная окружения, не значение в файле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Ход 4 — куда положить сам файл?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98695"/>
            <a:ext cx="11183112" cy="2054415"/>
          </a:xfrm>
          <a:prstGeom prst="roundRect">
            <a:avLst>
              <a:gd name="adj" fmla="val 1483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81575"/>
            <a:ext cx="48510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3202" y="2781575"/>
            <a:ext cx="56736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642"/>
            <a:ext cx="48510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у меня на этой машине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дефолт команды подключения)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3202" y="3063642"/>
            <a:ext cx="56736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непроверенный эксперимент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5933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593359"/>
            <a:ext cx="48510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репозиторий, для всех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project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3202" y="3593359"/>
            <a:ext cx="56736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проверенный сервер — конфигурация становится кодом, изменение видно в ревью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1230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123076"/>
            <a:ext cx="485109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глобально во всех моих проектах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user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3202" y="4123076"/>
            <a:ext cx="567364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личные инструменты, не специфичные для одного проекта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946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4227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Дефолт команды подключения кладёт сервер 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local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не 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project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Если про это не знать — получится разговор «я подключил, всё работает» — «а у меня нет», и оба правы.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55573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38453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7813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61015"/>
            <a:ext cx="350407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36182" y="3861015"/>
            <a:ext cx="34084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ФИЗИЧЕСКИ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68" y="3861015"/>
            <a:ext cx="34658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ПРИОРИТЕТ ПРИ КОНФЛИКТЕ ИМЁН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43082"/>
            <a:ext cx="350407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(личная)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6182" y="4143082"/>
            <a:ext cx="340848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~/.claude.json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0968" y="4143082"/>
            <a:ext cx="346587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— выше всех пользовательских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90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490237"/>
            <a:ext cx="350407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project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(общая, в репозитории)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6182" y="4490237"/>
            <a:ext cx="340848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корне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0968" y="4490237"/>
            <a:ext cx="346587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8373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837391"/>
            <a:ext cx="350407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user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(общая личная)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6182" y="4837391"/>
            <a:ext cx="340848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~/.claude.json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968" y="4837391"/>
            <a:ext cx="346587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6256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69057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При конфликте имени сервера побеждает вся запись приоритетной области целиком — поля не смешиваются. Дальше — сервер из плагина, коннектор, выше всех — политика организации.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7431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57196"/>
            <a:ext cx="60925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24666" y="2257196"/>
            <a:ext cx="44321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39263"/>
            <a:ext cx="60925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≈55 000 токенов ≈ 21% окна 200К — связка из 5 серверов без отложенной загрузки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666" y="2539263"/>
            <a:ext cx="44321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контекст без подключённых серверов — 0; это худший случай, не дефолт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06898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068980"/>
            <a:ext cx="60925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1 365 против 44 026 токенов — одно и то же действие через обычную команду и через сервер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4666" y="3068980"/>
            <a:ext cx="44321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32-кратная разница при одинаковом результате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4908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57710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 mcp 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692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69272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269272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269272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989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98989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3798989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3798989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вызов, два тайм-аута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266569"/>
          </a:xfrm>
          <a:prstGeom prst="roundRect">
            <a:avLst>
              <a:gd name="adj" fmla="val 134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421005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2161" y="1126236"/>
            <a:ext cx="631468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00810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✔ 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2161" y="1400810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260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726057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 Connected · tools fetch 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2161" y="1726057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51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51304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 Needs 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2161" y="2051304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6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6551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✘ Failed to 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2161" y="2376551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7017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701798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⏸ Pending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2161" y="2701798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74517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02533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Минимальный доказательный вызов: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74845"/>
            <a:ext cx="11183112" cy="1816798"/>
          </a:xfrm>
          <a:prstGeom prst="roundRect">
            <a:avLst>
              <a:gd name="adj" fmla="val 167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57725"/>
            <a:ext cx="36688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ТАЙМ-АУТ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0916" y="4657725"/>
            <a:ext cx="34231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ЖДЁТ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0383" y="4657725"/>
            <a:ext cx="32864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ПЕРЕПОДКЛЮЧЕНИЕ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39792"/>
            <a:ext cx="36688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старт сервера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30 с по умолчанию)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0916" y="4939792"/>
            <a:ext cx="342316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запуск процесса — частая ложная тревога, пока пакет качается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0383" y="4939792"/>
            <a:ext cx="328646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удалённый сервер — сам; локальный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stdio</a:t>
            </a:r>
            <a:r>
              <a:rPr sz="1150" b="0" i="0">
                <a:solidFill>
                  <a:srgbClr val="141B2E"/>
                </a:solidFill>
                <a:latin typeface="Arial"/>
              </a:rPr>
              <a:t>) — нет, нужна новая сессия или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Reconnect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6082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5608256"/>
            <a:ext cx="36688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выполнение вызова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MCP_TOOL_TIMEOUT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≈28 ч по умолчанию)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0916" y="5608256"/>
            <a:ext cx="342316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завершение уже вызванного инструмента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0383" y="5608256"/>
            <a:ext cx="328646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02993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85873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085873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085873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7940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367940"/>
            <a:ext cx="4654750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 = 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367940"/>
            <a:ext cx="423137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279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27907"/>
            <a:ext cx="149231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627907"/>
            <a:ext cx="4654750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 mcp 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 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627907"/>
            <a:ext cx="423137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 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73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01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ПЕРИОДИЧЕСКОЙ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0632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06323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 — разумнее завести отдельную роль с урезанными правами на уровне самой базы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 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75643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8537" y="1502664"/>
            <a:ext cx="353370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8548" y="1502664"/>
            <a:ext cx="50882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77238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8537" y="1777238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работает, если сервер никогда не обновляется и его описание никогда не менялось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8548" y="1777238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большинство клиентов, включая наш, привязывают доверие к имени сервера, не к тексту описания —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3795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8537" y="2423795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официальность 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8548" y="2423795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пакета меняет текст описания тем же путём, каким его сменил бы злоумышленник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703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70352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8537" y="3070352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 целиком, если команда подключения фиксирует источник, не диапазон версий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548" y="3070352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сама по себе не задаёт, какую версию фиксировать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716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716909"/>
            <a:ext cx="175643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8537" y="3716909"/>
            <a:ext cx="353370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даёт контролируемую точку: обновление происходит по вашему решению, а не само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548" y="3716909"/>
            <a:ext cx="5088299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шаг, что именно изменилось при переходе на новую версию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028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02811"/>
            <a:ext cx="175643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8537" y="4202811"/>
            <a:ext cx="353370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канал, которым меняется доверенное поведение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48" y="4202811"/>
            <a:ext cx="5088299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требует, чтобы обновление вообще было замечено — без фиксации версии узнать об обновлении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5749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85510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522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2323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привязано к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имени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не к текущему тексту описания. Это не недосмотр одного продукта — так устроена архитектура доверия по имени у протокола в целом.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09493"/>
            <a:ext cx="11183112" cy="2090356"/>
          </a:xfrm>
          <a:prstGeom prst="roundRect">
            <a:avLst>
              <a:gd name="adj" fmla="val 1458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2373"/>
            <a:ext cx="41472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79362" y="3292373"/>
            <a:ext cx="2372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416" y="3292373"/>
            <a:ext cx="3858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ОГОВОРКА ПО ОБЛАСТИ ДЕЙСТВИЯ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74440"/>
            <a:ext cx="4147258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_meta["anthropic/requiresUserInteraction"]: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9362" y="3574440"/>
            <a:ext cx="2372750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обязательное подтверждение на каждом вызове, без опции «больше не спрашивать» — даже в режимах, где обычно подтверждения пропускаются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416" y="3574440"/>
            <a:ext cx="3858431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расширение конкретного клиента через пространство имён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_meta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пункт официальной спецификации протокола. Соблюдает Claude Code; другой клиент может её не читать и пропустить повторное подтверждение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9590"/>
            <a:ext cx="11183112" cy="3697477"/>
          </a:xfrm>
          <a:prstGeom prst="roundRect">
            <a:avLst>
              <a:gd name="adj" fmla="val 82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82470"/>
            <a:ext cx="15006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2801" y="1582470"/>
            <a:ext cx="57589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38082" y="1582470"/>
            <a:ext cx="31187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64537"/>
            <a:ext cx="150069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2801" y="1864537"/>
            <a:ext cx="575897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Юникод-сокрытие инструкции в описании инструмента доставило её модели в 8 из 8 попыток на трёх независимых серверных библиотеках; 0 из 8 вызвали механизм повторного одобрения; санитайзер по строковому совпадению дал 0 ложных срабатываний на 25 безобидных описаниях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082" y="1864537"/>
            <a:ext cx="311876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0 ложных срабатываний означает, что проблему нельзя списать на недокалиброванный фильтр — она в самой архитектуре доверия по имени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24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24504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ручной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2801" y="3124504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Сервер, распространённый через 23 GitHub PR за 74 минуты, ведёт себя безобидно ровно 3 вызова инструментов — после чего переключается на поиск SSH-ключей и облачных 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082" y="3124504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порог в три вызова специально выше, чем глубина обычной ручной проверки перед доверием «попробовал — вроде работает»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019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019346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реальный,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2801" y="4019346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Backdoor появился в обновлении пакета недели спустя после первого одобрения — около полутора недель (17–29.09.2025) скрытая BCC-копия каждого отправляемого письма уходила незамеченной, пока рассылку не заметили и пакет не сняли с npm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082" y="4019346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обновление пакета — обычное, ожидаемое действие; подмена вошла в его состав, отдельным заметным шагом она не стала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611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891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4294"/>
            <a:ext cx="11183112" cy="157086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572310"/>
            <a:ext cx="10744200" cy="1314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82669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9239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6671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82669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9239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06671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55769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557699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действие настолько чувствительно, что повторное одобрение обязано происходить каждый раз, «быть внимательнее» — не решение: нужна особая отметка у автора сервера либо отказ от автоматизации этого шага вовсе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5592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8394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07640"/>
            <a:ext cx="82296" cy="2164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835656"/>
            <a:ext cx="10643616" cy="1908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 2. 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 3. 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 4. 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7667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0468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**И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стоит.**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 PASS | 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целиком: вход, выход и три состояния списка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365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804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Три месяца назад в каталог ролей курса добавили новую роль — литературного редактора. Автор решил сделать то же, что мы только что собрали руками: отнять у роли ненужные права. В файле появилась строка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tools: All tools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209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2489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Роль не запустилась ни разу. Три попытки параллельного запуска — три одинаковых отказа: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7749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3235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6412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424428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 (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 []</a:t>
            </a:r>
            <a:r>
              <a:rPr sz="1400" b="1" i="0">
                <a:solidFill>
                  <a:srgbClr val="141B2E"/>
                </a:solidFill>
                <a:latin typeface="Arial"/>
              </a:rPr>
              <a:t>),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212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745227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60848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38886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Проверяется прямо сейчас: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grep "^tools:" .claude/agents/*.md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печатает ровно одну строку — у файла литературного редактора, со значением «All tools». Число и сам факт волатильны: правка файла до занятия изменит результат команды.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8176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561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 В каталоге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.claude/agents/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 All tools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из этого же кейса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557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358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50892"/>
            <a:ext cx="5088636" cy="288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395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39563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5706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570601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48508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3418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34187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9451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2252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08783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36799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 2. Все три ответа приходят быстро и выглядят одинаково надёжно: вердикт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 3. 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4. 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041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321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21184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50528" y="1194028"/>
            <a:ext cx="36941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1023" y="1194028"/>
            <a:ext cx="45658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0528" y="1476095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структурированный ответ от неструктурированного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91023" y="1476095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отличает правдивый структурированный ответ от неправдивого — оба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05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05812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528" y="2005812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между двумя ответами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1023" y="2005812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двух ответов не доказывает правду: оба могут одинаково не открыть нужный файл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552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требовать названия файлов и команд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0528" y="253552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делает раздел проверяемым — названное действие повторяется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1023" y="253552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 наличие названий не проверяет, были ли вызовы на самом деле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0528" y="324780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единственное место, где записано, что произошло физически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1023" y="324780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умолчанию; требует отдельного шага и знания, где искать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0528" y="3960088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конкретно этот сценарий — сбой проявился при фан-ауте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1023" y="3960088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последовательные вызовы той же роли подвержены тому же риску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545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611985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0342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703425"/>
            <a:ext cx="53952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6962" y="1703425"/>
            <a:ext cx="22698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85492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1985492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Шесть из примерно пятнадцати параллельных субагентов вернули полные, уверенные отчёты без единого реального вызова инструмента, включая два выдуманных отчёта о найденной инъекции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6962" y="1985492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803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80334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80334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сработавший внутри субагента, не долетает до родительской сессии: фан-аут выглядит полностью успешным, хотя запись внутри одного из субагентов фактически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6962" y="2880334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 об ошибке, статус открыт на момент проверки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25568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762728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27428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2164588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Случай 1.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Случай 2.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Блокировка сработала для основной сессии и для одного тестового субагента в той же сессии, но не для другого, с тем же файлом настроек; воспроизвести это детерминированно не удалось.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1856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84657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6756"/>
            <a:ext cx="82296" cy="2400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4772"/>
            <a:ext cx="10643616" cy="2144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Диф-ревьюер работает уже месяц, правки стали крупнее. Разработчик заводит вторую роль — тестировщика, который прогоняет сценарии через форму и проверяет поведение, не только код. 2. Обе роли получают одну и ту же крупную правку: новое поле в форме плюс изменение валидации. 3. Диф-ревьюер проверяет код, находит, что валидация написана верно,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значит,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значит, что форма ведёт себя ожидаемо на тех сценариях, которые он прогнал. 4. 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54456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7258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**У вас теперь два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ниже.**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5277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6717"/>
            <a:ext cx="68580" cy="280231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8157"/>
            <a:ext cx="23697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1866" y="1128157"/>
            <a:ext cx="58053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53502" y="1128157"/>
            <a:ext cx="2203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0224"/>
            <a:ext cx="236976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Cemri, Pan и др., «Why Do Multi-Agent LLM Systems Fail?» (MAST),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1866" y="1410224"/>
            <a:ext cx="58053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3502" y="1410224"/>
            <a:ext cx="22033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7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7629"/>
            <a:ext cx="236976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Liu и др. (Google Research), «Towards a Science of Scaling Agent Systems», arXiv:2512.08296 (09.12.2025)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1866" y="2487629"/>
            <a:ext cx="580533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мультиагентная схема проигрывает одноагентной той же задачи на 39–70%; неструктурированная схема без координатора усиливает число ошибок в 17,2 раза относительно одноагентной системы на входе, централизованная схема с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502" y="2487629"/>
            <a:ext cx="220334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9987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2788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это сумма первых двух категорий MAST, 42 и 37,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8470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625630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эту сцену на репозитории курса или на машине студента нечем — ни один из двух инструментов проверяемости занятия не демонстрирует рассогласование между двумя параллельными ролями. Утверждение подтверждено исследованием; одной командой на занятии его не увидеть.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15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495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285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2851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там, где шаги зависимы, разбиение на роли физически рвёт связь, которую следующий шаг должен видеть, и число ошибок усиливается — в 17,2 раза при неструктурированной схеме, в 4,4 раза даже при схеме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764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76417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и так дешёвая, а цена пропущенной ошибки низкая — одна роль почти всегда дешевле двух, независимо от того, сколько раз она повторяется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676394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0810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47367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47367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93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93924"/>
            <a:ext cx="125995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693924"/>
            <a:ext cx="3423422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Порядок обратный: сначала нужно ли вообще, потом права, затем цена — 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224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22446"/>
            <a:ext cx="125995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822446"/>
            <a:ext cx="3423422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Делегировать можно без единой строки конфигурации — это уже бесплатно. Заводить стоило роль с урезанным списком инструментов: это урезание держится на синтаксисе настолько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111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11622"/>
            <a:ext cx="125995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184775"/>
            <a:ext cx="3386846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2091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87578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9524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62404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     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           .claude/settings.json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           .claude/hooks/selftest-branch-guard.sh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           .claude/skills/deploy/SKILL.md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           CLAUDE.md — 40 строк / 5 разделов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              ← субагент · кейс 1, `tools: Read, Grep, Glob`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811039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865903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"подключён", роль сообщает "сделано".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650869"/>
          </a:xfrm>
          <a:prstGeom prst="roundRect">
            <a:avLst>
              <a:gd name="adj" fmla="val 834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26406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2740" y="1126236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9954" y="1126236"/>
            <a:ext cx="59770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264063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2740" y="1408303"/>
            <a:ext cx="6109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9954" y="1408303"/>
            <a:ext cx="597702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71574" y="1481455"/>
            <a:ext cx="966985" cy="35420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5800" y="19088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908810"/>
            <a:ext cx="264063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740" y="1908810"/>
            <a:ext cx="610910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9954" y="1908810"/>
            <a:ext cx="5977027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claude mcp list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71574" y="1981962"/>
            <a:ext cx="966985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22413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241359"/>
            <a:ext cx="264063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2740" y="2241359"/>
            <a:ext cx="6109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9954" y="2241359"/>
            <a:ext cx="597702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1574" y="2314511"/>
            <a:ext cx="966985" cy="35420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85800" y="2741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2741866"/>
            <a:ext cx="264063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2740" y="2741866"/>
            <a:ext cx="6109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9954" y="2741866"/>
            <a:ext cx="597702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grep "^tools:" .claude/agents/*.md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`ls .claude/agents/*.md \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53286" y="2741866"/>
            <a:ext cx="100356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wc -l` — репозиторий курса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410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410330"/>
            <a:ext cx="264063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2740" y="3410330"/>
            <a:ext cx="6109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954" y="3410330"/>
            <a:ext cx="597702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1574" y="3483482"/>
            <a:ext cx="966985" cy="35420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85800" y="39108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910838"/>
            <a:ext cx="264063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2740" y="3910838"/>
            <a:ext cx="6109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9954" y="3910838"/>
            <a:ext cx="597702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71574" y="3983990"/>
            <a:ext cx="966985" cy="35420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795393"/>
            <a:ext cx="32004" cy="709803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8" y="4850256"/>
            <a:ext cx="1073048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75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74293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668" y="579780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