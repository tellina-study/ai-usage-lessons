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в этом проекте видит только то, что лежит в репозитории и в разговоре с вами. Больше ничего.</a:t>
            </a:r>
          </a:p>
          <a:p/>
          <a:p>
            <a:r>
              <a:t>Рано или поздно этого не хватает. Либо нужны данные снаружи — то, чего в репозитории нет. Либо часть работы безопаснее отдать отдельному исполнителю: своя роль, свой урезанный контекст, свои права.</a:t>
            </a:r>
          </a:p>
          <a:p/>
          <a:p>
            <a:r>
              <a:t>Вопрос сегодняшнего часа: где заканчивается контекст агента, и что вы заводите первым?</a:t>
            </a:r>
          </a:p>
          <a:p/>
          <a:p>
            <a:r>
              <a:t>Внизу — четыре ступени. Две уже закрыты в прошлый раз. Две закрываем сегодня.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у контекста агента есть край, и расширить его можно по-разному.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четыре сегмента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четыре вещи, которые уже есть в репозитории.</a:t>
            </a:r>
          </a:p>
          <a:p/>
          <a:p>
            <a:r>
              <a:t>Хук — файл настроек и самотест — подтверждён коммитом, можно склонировать и проверить прямо сейчас. Скилл там же по плану, коммита у него нет. Файл инструкций вырос: было двадцать четыре строки и четыре раздела, стало сорок и пять. И документационный слой — файл решений — стоит на месте, его прошлое занятие не трогало.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log -1</a:t>
            </a:r>
            <a:r>
              <a:t> на коммите хука показывает его номер — он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считает строки файла инструкций: сорок.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спросят про документационный слой.</a:t>
            </a:r>
            <a:r>
              <a:t> </a:t>
            </a:r>
            <a:r>
              <a:rPr>
                <a:latin typeface="Consolas"/>
              </a:rPr>
              <a:t>DECISIONS.md</a:t>
            </a:r>
            <a:r>
              <a:t> — файл с решениями, которые принимались по ходу проекта; он в репозитории с самого начала, прошлое занятие его не меняло и этот слайд не выдаёт его за новую работу — просто напоминает, что он там есть.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Эта таблица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механизм делает и чего не делает. Формулировки те же, я их не переписываю заново.</a:t>
            </a:r>
          </a:p>
          <a:p/>
          <a:p>
            <a:r>
              <a:t>Хук отклоняет один способ записи в главную ветку из шести воспроизведённых — и не видит человека с открытым терминалом вовсе.</a:t>
            </a:r>
          </a:p>
          <a:p/>
          <a:p>
            <a:r>
              <a:t>Скилл загружается по точному совпадению описания — и не загрузится, если триггер не совпал: содержимого файла в контексте до срабатывания просто нет.</a:t>
            </a:r>
          </a:p>
          <a:p/>
          <a:p>
            <a:r>
              <a:t>Две строки внизу пустые. Сегодня закрываются обе.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несут тот же факт, что таблица, которой кончилось прошлое занятие.</a:t>
            </a:r>
          </a:p>
          <a:p/>
          <a:p>
            <a:r>
              <a:rPr i="1"/>
              <a:t>Если спросят про колонку «что не делает / ограничение».</a:t>
            </a:r>
            <a:r>
              <a:t> Это не чья-то наивность и не брак механизма — это то, что проверка показала за рамкой того, для чего механизм заводили.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видит только то, что лежит в репозитории и в разговоре с вами. Рано или поздно этого не хватает.</a:t>
            </a:r>
          </a:p>
          <a:p/>
          <a:p>
            <a:r>
              <a:t>Вопрос, который я задам сегодня дважды: где заканчивается этот контекст, и что вы заводите первым — доступ наружу или отдельного исполнителя с урезанными правами?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«Смотря чего не хватает» — честный первый ответ, его и подтверждаю: вопрос именно про то, как отличить один случай от другого, а материал сегодняшних двух блоков даёт критерий. «Сначала данные — без них агент вообще не может решить задачу» — ответ в верном направлении, обоснование в разборе первого блока. «Сначала отдельная роль — она экономит контекст» — тоже в направлении, обоснование во втором блоке.</a:t>
            </a:r>
          </a:p>
          <a:p/>
          <a:p>
            <a:r>
              <a:rPr i="1"/>
              <a:t>Если прозвучит «а зачем вообще выбирать, можно и то, и то».</a:t>
            </a:r>
            <a:r>
              <a:t> Отвечаю: да, можно — и у каждого расширения своя цена, об этом и будет материал: чужой код и место в контексте у одного, лишние права у другого.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уже умеет работать с двумя источниками данных. Первый — файлы репозитория, это материал прошлых занятий: агент читает их напрямую, они физически лежат в проекте. Второй — файлы, которые ему дали явно: вставили текст в чат, приложили документ. Оба — файлы, оба можно просто прочитать.</a:t>
            </a:r>
          </a:p>
          <a:p/>
          <a:p>
            <a:r>
              <a:t>Список открытых задач в трекере не ложится ни туда, ни туда. Это не файл репозитория — заказчик ведёт его в отдельной системе, не в проекте. И это не файл, который можно один раз дать агенту и забыть, — он меняется каждый день, без нашего участия. Снимок на сегодняшнее утро устареет уже к обеду.</a:t>
            </a:r>
          </a:p>
          <a:p/>
          <a:p>
            <a:r>
              <a:t>Снимок здесь не выручит: агенту нужен способ самому обратиться к системе и получить свежий ответ прямо в момент работы.</a:t>
            </a:r>
          </a:p>
          <a:p/>
          <a:p>
            <a:r>
              <a:t>Если прозвучит «а запросы — это куда отнести»: отличный вопрос, это и есть третий источник. Обращение к системе за ответом называется вызовом API. Дальше разбираем, что в таком вызове стандартно, а что приходится писать заново каждый раз — и как это выглядит на практике для трекера задач.</a:t>
            </a:r>
          </a:p>
          <a:p/>
          <a:p>
            <a:r>
              <a:t>Если спросят, почему не считать трекер просто «ещё одним внешним файлом»: потому что у файла есть момент, когда его прочитали, и дальше он не меняется сам по себе. У трекера такого момента нет — он живой, и ответ зависит от того, когда именно спросить.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конкретный кейс — вся конструкция сразу, шесть частей. Я буду возвращаться к этому экрану весь блок.</a:t>
            </a:r>
          </a:p>
          <a:p/>
          <a:p>
            <a:r>
              <a:t>Что такое сервер — отдельная программа, не часть Claude Code. Два места, где она может работать: локальный процесс, который Claude Code запускает сама на вашей машине, или удалённый сервис, который хостит и обновляет кто-то другой. Команда в конфиге исполняется буквально при старте сессии: что записано, то и запустится.</a:t>
            </a:r>
          </a:p>
          <a:p/>
          <a:p>
            <a:r>
              <a:t>Где объявляется — файл конфигурации. Вот как он в реальности выглядит: </a:t>
            </a:r>
            <a:r>
              <a:rPr>
                <a:latin typeface="Consolas"/>
              </a:rPr>
              <a:t>mcpServers</a:t>
            </a:r>
            <a:r>
              <a:t>, внутри — имя сервера, команда запуска. </a:t>
            </a:r>
            <a:r>
              <a:rPr>
                <a:latin typeface="Consolas"/>
              </a:rPr>
              <a:t>.mcp.json</a:t>
            </a:r>
            <a:r>
              <a:t> в корне репозитория — это область </a:t>
            </a:r>
            <a:r>
              <a:rPr>
                <a:latin typeface="Consolas"/>
              </a:rPr>
              <a:t>project</a:t>
            </a:r>
            <a:r>
              <a:t>, видят все, кто клонирует. </a:t>
            </a:r>
            <a:r>
              <a:rPr>
                <a:latin typeface="Consolas"/>
              </a:rPr>
              <a:t>~/.claude.json</a:t>
            </a:r>
            <a:r>
              <a:t> — области </a:t>
            </a:r>
            <a:r>
              <a:rPr>
                <a:latin typeface="Consolas"/>
              </a:rPr>
              <a:t>local</a:t>
            </a:r>
            <a:r>
              <a:t> (дефолт) и </a:t>
            </a:r>
            <a:r>
              <a:rPr>
                <a:latin typeface="Consolas"/>
              </a:rPr>
              <a:t>user</a:t>
            </a:r>
            <a:r>
              <a:t>. Какая область для чего и почему дефолт не туда, куда ожидаешь, — разберём отдельно, когда будем собирать подключение; здесь только место на карте.</a:t>
            </a:r>
          </a:p>
          <a:p/>
          <a:p>
            <a:r>
              <a:t>Что происходит при подключении — после того как транспорт поднялся, Claude Code сама, без участия модели, спрашивает у сервера список его возможностей. Сервер отвечает именами и короткой инструкцией о себе, не полными схемами.</a:t>
            </a:r>
          </a:p>
          <a:p/>
          <a:p>
            <a:r>
              <a:t>Вызов — когда модель решает, что инструмент нужен, агент сам поднимает нужный сервер и вызывает его, точно как вызвал бы функцию: полное имя с префиксом сервера и аргументы, которые модель собрала.</a:t>
            </a:r>
          </a:p>
          <a:p/>
          <a:p>
            <a:r>
              <a:t>Контекст и цена — три отдельные статьи, не одна цифра. Первая: имя сервера и его короткая инструкция — в контексте всегда, с первой секунды сессии. Вторая: полную схему конкретного инструмента модель подгружает сама, когда решает, что он может понадобиться. Третья, отдельная от первых двух: результат самого вызова — у него свой бюджет, предупреждение при выходе за 10 000 токенов, обрезка за 25 000 по умолчанию. Постоянная плата идёт за то, что сервер подключён. Цена вызова — отдельно, за каждый ответ. Сравнение по способам доступа — дальше в этом кейсе.</a:t>
            </a:r>
          </a:p>
          <a:p/>
          <a:p>
            <a:r>
              <a:t>Чем отвечает сервер — отдельный канал результата, не тот же самый, что при подключении. В выводе вызов подписан именем сервера — так видно, что ответ пришёл именно оттуда, не из общих знаний модели.</a:t>
            </a:r>
          </a:p>
          <a:p/>
          <a:p>
            <a:r>
              <a:t>Если спросят про формат имени инструмента подробнее: </a:t>
            </a:r>
            <a:r>
              <a:rPr>
                <a:latin typeface="Consolas"/>
              </a:rPr>
              <a:t>mcp__&lt;сервер&gt;__&lt;инструмент&gt;</a:t>
            </a:r>
            <a:r>
              <a:t> — любой символ вне букв, цифр, подчёркивания и дефиса заменяется на подчёркивание. Это не косметика: именно это полное имя нужно писать в правилах разрешений, списке инструментов субагента или матчере хука — короткое имя там не сработает.</a:t>
            </a:r>
          </a:p>
          <a:p/>
          <a:p>
            <a:r>
              <a:t>Если спросят, почему обнаружение возможностей не спрашивает модель: это разговор клиента с сервером на уровне протокола, до того как модель вообще увидела список, — та же механика, что и рукопожатие транспорта.</a:t>
            </a:r>
          </a:p>
          <a:p/>
          <a:p>
            <a:r>
              <a:t>Если спросят, почему </a:t>
            </a:r>
            <a:r>
              <a:rPr>
                <a:latin typeface="Consolas"/>
              </a:rPr>
              <a:t>local</a:t>
            </a:r>
            <a:r>
              <a:t> и </a:t>
            </a:r>
            <a:r>
              <a:rPr>
                <a:latin typeface="Consolas"/>
              </a:rPr>
              <a:t>user</a:t>
            </a:r>
            <a:r>
              <a:t> показаны с одним и тем же файлом </a:t>
            </a:r>
            <a:r>
              <a:rPr>
                <a:latin typeface="Consolas"/>
              </a:rPr>
              <a:t>~/.claude.json</a:t>
            </a:r>
            <a:r>
              <a:t>: это не опечатка на экране — это один физический файл, но две разные записи внутри него: </a:t>
            </a:r>
            <a:r>
              <a:rPr>
                <a:latin typeface="Consolas"/>
              </a:rPr>
              <a:t>local</a:t>
            </a:r>
            <a:r>
              <a:t> живёт под записью конкретного проекта, </a:t>
            </a:r>
            <a:r>
              <a:rPr>
                <a:latin typeface="Consolas"/>
              </a:rPr>
              <a:t>user</a:t>
            </a:r>
            <a:r>
              <a:t> — под общим ключом </a:t>
            </a:r>
            <a:r>
              <a:rPr>
                <a:latin typeface="Consolas"/>
              </a:rPr>
              <a:t>mcpServers</a:t>
            </a:r>
            <a:r>
              <a:t>. Подробнее — на слайде со сборкой подключения.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Первые недели заказчик писал в мессенджер прямо по ходу: «обновите текст на кнопке», «форма не отправляется с телефона». Разработчик предложил заводить такие вещи в трекере репозитория: там обсуждение сохраняется, и статус виден обоим. Заказчик согласился, и уже месяц ведёт задачи там сам: «форма не отправляется с телефона», «добавьте поле — откуда вы о нас узнали».</a:t>
            </a:r>
          </a:p>
          <a:p/>
          <a:p>
            <a:r>
              <a:t>Почти каждая сессия теперь начинается одинаково: открыть трекер, скопировать текст задачи, вставить в чат агенту. Агент готовит ответ или черновик правки. А в конце — скопировать результат и вставить обратно комментарием в ту же задачу. Несколько раз в неделю, и так будет всю жизнь проекта: заказчик уже привык вести задачи именно так, возврата к мессенджеру не будет.</a:t>
            </a:r>
          </a:p>
          <a:p/>
          <a:p>
            <a:r>
              <a:t>Трекер живёт в отдельной системе, снаружи git-дерева проекта, и меняется каждый день без участия разработчика. Снимок, снятый сегодня утром, завтра уже неточен.</a:t>
            </a:r>
          </a:p>
          <a:p/>
          <a:p>
            <a:r>
              <a:t>Если спросят, почему не решить руками и дальше, раз это «всего лишь» копипаст: цена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задачи трекера и готовить по ним черновики правок. Выберите способ, которым вы дадите ему доступ снаружи, — и объясните, чем остальные четыре подходят хуже именно для регулярного доступа.</a:t>
            </a:r>
          </a:p>
          <a:p/>
          <a:p>
            <a:r>
              <a:t>Пять карточек: вызвать API напрямую; подключить чужой сервер — удалённо; подключить чужой сервер — локально; написать свой сервер; вызывать готовую команду </a:t>
            </a:r>
            <a:r>
              <a:rPr>
                <a:latin typeface="Consolas"/>
              </a:rPr>
              <a:t>gh</a:t>
            </a:r>
            <a:r>
              <a:t> каждый раз.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gh</a:t>
            </a:r>
            <a:r>
              <a:t>: официальный CLI-инструмент GitHub — он уже установлен у многих разработчиков и умеет читать и писать задачи трекера без какого-либо MCP-сервера, обычным вызовом команды.</a:t>
            </a:r>
          </a:p>
          <a:p/>
          <a:p>
            <a:r>
              <a:t>Если спросят, чем «удалённо» отличается от «локально»: в одном случае сервер — чужой процесс, который кто-то другой держит в сети и сам поддерживает; в другом — программа запускается у вас, её старт и обновление — ваша забота. Какую разницу это даёт на практике — следующий слайд.</a:t>
            </a:r>
          </a:p>
          <a:p/>
          <a:p>
            <a:r>
              <a:t>Если прозвучит версия, не совпадающая ни с одной из пяти карточек: уточните, какой конкретно способ доступа имеете в виду — почти всегда он укладывается в один из пяти,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— что он делает и чего не делает, вывод складывается из сочетания.</a:t>
            </a:r>
          </a:p>
          <a:p/>
          <a:p>
            <a:r>
              <a:t>Прямой вызов API — агент прекрасно справляется сам: шлёт запрос, разбирает ответ, писать отдельный код интеграции не нужно. Но заранее он не знает спецификацию сервиса — какие у него есть точки и какие у них ограничения. Без документации или swagger-описания агент эти детали не угадает, их нужно откуда-то дать.</a:t>
            </a:r>
          </a:p>
          <a:p/>
          <a:p>
            <a:r>
              <a:t>Чужой сервер удалённо — сервис, который кто-то хостит и обновляет сам, у вас не крутится отдельный процесс. Но управляете не вы: не видно, что внутри, и когда там что-то меняется, — плюс обычные вопросы безопасности такого сервиса.</a:t>
            </a:r>
          </a:p>
          <a:p/>
          <a:p>
            <a:r>
              <a:t>Чужой сервер локально — контроля больше: пакет исполняется у вас, конфигурация — строка в репозитории, видимая в ревью. Но это всё равно живой процесс на вашей машине и чужой код.</a:t>
            </a:r>
          </a:p>
          <a:p/>
          <a:p>
            <a:r>
              <a:t>Свой сервер — даёт ровно нужные операции и права. Писать минимальный сервер сегодня не долгая работа, для этого даже есть готовый плагин. Дорого обходится поддержка: обновления протокола, чужие пользователи, безопасность транспорта. Это отдельный проект рядом с основным, не разовая настройка.</a:t>
            </a:r>
          </a:p>
          <a:p/>
          <a:p>
            <a:r>
              <a:t>И </a:t>
            </a:r>
            <a:r>
              <a:rPr>
                <a:latin typeface="Consolas"/>
              </a:rPr>
              <a:t>gh</a:t>
            </a:r>
            <a:r>
              <a:t> — официальный CLI GitHub, он уже решил авторизацию и разбор ответа за вас. Но каждый вызов — отдельная команда без общего списка возможностей: агент не видит заранее, что вообще можно сделать, нужный вызов приходится знать заранее.</a:t>
            </a:r>
          </a:p>
          <a:p/>
          <a:p>
            <a:r>
              <a:t>Вывод: для нашего случая — регулярного доступа нескольких сессий к растущему списку операций — </a:t>
            </a:r>
            <a:r>
              <a:rPr>
                <a:latin typeface="Consolas"/>
              </a:rPr>
              <a:t>gh</a:t>
            </a:r>
            <a:r>
              <a:t> и прямой API остаются рабочими, но оба требуют заранее знать точный вызов на каждое действие. Свой сервер избыточен, раз официальный уже есть. Между «удалённо» и «локально» — оба законны, выбор этого занятия — локальный, и дальше мы его собираем.</a:t>
            </a:r>
          </a:p>
          <a:p/>
          <a:p>
            <a:r>
              <a:t>Если спросят про «удалённо» подробнее: свежий официальный пример подключения именно к этому сервису — удалённый http-сервис, не локальный процесс, как в примере, на который опирается этот кейс. Это не делает решение занятия неверным — локальный способ остаётся официально поддерживаемым, — но стоит знать: официальный путь для одного и того же поставщика может со временем смениться с одного способа на другой.</a:t>
            </a:r>
          </a:p>
          <a:p/>
          <a:p>
            <a:r>
              <a:t>Если спросят про безопасность удалённого сервиса подробнее: у одного MCP-сервера для баз данных флаг «только чтение» не делал соединение реально ограниченным — разберём это в провале этого кейса.</a:t>
            </a:r>
          </a:p>
          <a:p/>
          <a:p>
            <a:r>
              <a:t>Если спросят, почему </a:t>
            </a:r>
            <a:r>
              <a:rPr>
                <a:latin typeface="Consolas"/>
              </a:rPr>
              <a:t>gh</a:t>
            </a:r>
            <a:r>
              <a:t> не выигрывает у MCP для этого кейса: он отлично закрывает единичный, заранее известный вызов, но не даёт агенту обнаружить список возможностей самому — с ростом числа операций это ложится на разработчика, который должен помнить и называть каждую команду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чем переменная окружения лучше отдельного секретного файла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файл из четырёх строк существа. Разберём каждую.</a:t>
            </a:r>
          </a:p>
          <a:p/>
          <a:p>
            <a:r>
              <a:rPr>
                <a:latin typeface="Consolas"/>
              </a:rPr>
              <a:t>mcpServers</a:t>
            </a:r>
            <a:r>
              <a:t> — корень: список всех серверов, которые объявлены в этой области видимости. </a:t>
            </a:r>
            <a:r>
              <a:rPr>
                <a:latin typeface="Consolas"/>
              </a:rPr>
              <a:t>"github"</a:t>
            </a:r>
            <a:r>
              <a:t> — имя сервера: именно под этим именем агент дальше будет вызывать его инструменты, вида </a:t>
            </a:r>
            <a:r>
              <a:rPr>
                <a:latin typeface="Consolas"/>
              </a:rPr>
              <a:t>mcp__github__…</a:t>
            </a:r>
            <a:r>
              <a:t>. </a:t>
            </a:r>
            <a:r>
              <a:rPr>
                <a:latin typeface="Consolas"/>
              </a:rPr>
              <a:t>"command": "npx"</a:t>
            </a:r>
            <a:r>
              <a:t> — чем запускается: конкретная программа-лаунчер. </a:t>
            </a:r>
            <a:r>
              <a:rPr>
                <a:latin typeface="Consolas"/>
              </a:rPr>
              <a:t>"args"</a:t>
            </a:r>
            <a:r>
              <a:t> — что запускается: пакет самого сервера. И </a:t>
            </a:r>
            <a:r>
              <a:rPr>
                <a:latin typeface="Consolas"/>
              </a:rPr>
              <a:t>"env"</a:t>
            </a:r>
            <a:r>
              <a:t> — переменные окружения для процесса: значение здесь — подстановка </a:t>
            </a:r>
            <a:r>
              <a:rPr>
                <a:latin typeface="Consolas"/>
              </a:rPr>
              <a:t>${GITHUB_PAT}</a:t>
            </a:r>
            <a:r>
              <a:t>, сам секрет в файле не лежит текстом.</a:t>
            </a:r>
          </a:p>
          <a:p/>
          <a:p>
            <a:r>
              <a:t>Это полная версия того же шаблона, который уже мелькал фрагментом на одностраничнике в начале кейса — там он был первым знакомством, здесь — разбор построчно. Права этого ключа — один репозиторий, не вся учётная запись — в файл не входят вообще: их задаёт сервис, где токен создавался, не эта конфигурация.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Честное предложение в сторону: эта команда запускает на вашей машине живой процесс. Если он упадёт посреди сессии — сам он не перезапустится, нужна новая сессия. Полный разбор, что при этом видно и как это заметить, — в следующем кейсе этого занятия.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 про схему приоритета ниже: ступени </a:t>
            </a:r>
            <a:r>
              <a:rPr>
                <a:latin typeface="Consolas"/>
              </a:rPr>
              <a:t>local</a:t>
            </a:r>
            <a:r>
              <a:t> и </a:t>
            </a:r>
            <a:r>
              <a:rPr>
                <a:latin typeface="Consolas"/>
              </a:rPr>
              <a:t>user</a:t>
            </a:r>
            <a:r>
              <a:t> обе подписаны файлом </a:t>
            </a:r>
            <a:r>
              <a:rPr>
                <a:latin typeface="Consolas"/>
              </a:rPr>
              <a:t>~/.claude.json</a:t>
            </a:r>
            <a:r>
              <a:t> — это не два одинаковых адреса и не ошибка на экране. Это один физический файл, но две разные записи внутри него: </a:t>
            </a:r>
            <a:r>
              <a:rPr>
                <a:latin typeface="Consolas"/>
              </a:rPr>
              <a:t>local</a:t>
            </a:r>
            <a:r>
              <a:t> — под записью именно этого проекта, </a:t>
            </a:r>
            <a:r>
              <a:rPr>
                <a:latin typeface="Consolas"/>
              </a:rPr>
              <a:t>user</a:t>
            </a:r>
            <a:r>
              <a:t> — под общим ключом </a:t>
            </a:r>
            <a:r>
              <a:rPr>
                <a:latin typeface="Consolas"/>
              </a:rPr>
              <a:t>mcpServers</a:t>
            </a:r>
            <a:r>
              <a:t>. При конфликте имён это разные по весу записи, несмотря на общий файл.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областей ровно три и почему именно эти: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Я обещал на одностраничнике сопоставление по способам доступа — вот оно. Из четырёх вариантов разбора (свой сервер, чужой локально, чужой удалённо, прямой API) первые три — это всегда MCP-сервер, и постоянную плату платит любой из них одинаково: транспорт и то, кто автор, на неё не влияют, влияет только число подключённых серверов и число их инструментов. А прямой вызов API или команда </a:t>
            </a:r>
            <a:r>
              <a:rPr>
                <a:latin typeface="Consolas"/>
              </a:rPr>
              <a:t>gh</a:t>
            </a:r>
            <a:r>
              <a:t> эту постоянную плату не платят вообще — у них нет отдельного «списка возможностей», который висел бы в контексте между вызовами, зато каждый вызов обходится дороже по мысли разработчика: нужно заранее знать точный эндпойнт или команду.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Названо это сочетание «смертельным трио» (Simon Willison, 16 июня 2025): доступ к приватным данным, обработка недоверенного внешнего контента, канал наружу. Не хватает хотя бы одной из трёх — атака этого типа невозможна в принципе.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 Смертельное трио — не единственный путь к утечке: сервер сам может быть незащищённым сетевым сервисом, и этот случай именно такой.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DNS-имя атакующего домена сначала указывает на его собственный IP — чтобы пройти проверку происхождения запроса, — затем переключается на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Подведём итог кейса прямо: когда MCP нужен и когда нет.</a:t>
            </a:r>
          </a:p>
          <a:p/>
          <a:p>
            <a:r>
              <a:t>Нужен — когда доступ требуется регулярно, из нескольких сессий, и снимка данных на сегодняшнее утро уже недостаточно. Нужен — когда вы готовы поддерживать ещё один постоянно работающий процесс с доступом к секретам, потому что без этой готовности сервер превращается в забытый процесс, который никто не обслуживает. Нужен — когда операций больше одной и агент сам решает, к какой из них обратиться в моменте. И нужен — только если подключение не достраивает третий элемент смертельного трио: доступ к приватным данным и обработка чужого текста у вас, скорее всего, уже есть, остаётся канал наружу.</a:t>
            </a:r>
          </a:p>
          <a:p/>
          <a:p>
            <a:r>
              <a:t>Не нужен — в зеркальных случаях. Доступ разовый или редкий — снимка достаточно. Нет готовности поддерживать процесс — тогда разовый вызов надёжнее. Задача сводится к одному известному вызову CLI — тридцатидвухкратная разница по токенам никуда не денется, сколько бы вы ни доверяли серверу. И если подключение достраивает третий элемент трио — это стоп-критерий сразу, без размышлений.</a:t>
            </a:r>
          </a:p>
          <a:p/>
          <a:p>
            <a:r>
              <a:t>Есть доступ наружу. Следующий вопрос — что происходит, когда он подключён, а агент через него не ходит.</a:t>
            </a:r>
          </a:p>
          <a:p/>
          <a:p>
            <a:r>
              <a:t>Если спросят, почему колонки названы именно так, а прежние «рано» и «никогда» сняты: потому что оба предыдущих слова приглашали гадать, о какой стадии решения речь, а колонки должны отвечать на один прямой вопрос — нужен сервер для этой задачи или нет, без деления на «сейчас ещё нет» и «никогда вообще».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непонятно, ходит ли агент через него вообще —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агент реально обратился к серверу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реально обратился к серверу».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«агент пользуется сервером», а индикатор по конструкции отвечает только за процесс, не за то, кто к нему обращался.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</a:t>
            </a:r>
          </a:p>
          <a:p/>
          <a:p>
            <a:r>
              <a:t>В ответ — любая из трёх реплик: «всё сделал», «новых задач не нашёл», «во входящих пусто». Все три звучат как нормальный итог работы. В репозитории — ни одного нового черновика, ни одного комментария, ни в одном из трёх случаев.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и всю неделю: </a:t>
            </a:r>
            <a:r>
              <a:rPr>
                <a:latin typeface="Consolas"/>
              </a:rPr>
              <a:t>✔ Connected</a:t>
            </a:r>
            <a:r>
              <a:t>. Зелёная отметка значит одно — процесс сервера поднят и ответил на рукопожатие; пользовался ли им агент в этой конкретной задаче, она не говорит.</a:t>
            </a:r>
          </a:p>
          <a:p/>
          <a:p>
            <a:r>
              <a:t>Если спросят, почему три реплики, не одна: ровно затем, чтобы снять ложное чувство, что проблема — во лжи агента. «Не нашёл» и «пусто» звучат честно, но ни одна из трёх реплик не наблюдение за сервером — агент мог ни разу к нему не обратиться и ответить по смыслу задачи.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напоминаю сцену: сервер стоит две недели, агент в разных формах отчитался, что посмотрел задачи, в репозитории — ни одного черновика, а статус подключения не менялся всю неделю. Статус сервера зелёный, а результата — ни одного. Выберите, что вы проверите дальше.</a:t>
            </a:r>
          </a:p>
          <a:p/>
          <a:p>
            <a:r>
              <a:t>Четыре карточки: ничего — статус зелёный; посмотреть, что именно показывает статус подробнее; спросить агента, почему он решил, что всё сделал; явно попросить агента обратиться к серверу по имени и показать вызов.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зал называет последний вариант сразу верным: справедливо, и разбор это подтвердит — но стоит спросить, почему остальные три тогда вообще стоит делать, если ответ уже есть. Это и есть материал разбора.</a:t>
            </a:r>
          </a:p>
          <a:p/>
          <a:p>
            <a:r>
              <a:t>Если прозвучит «а что если проблема в формулировке задачи для агента, не в сервере»: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четыре. Ничего — статус зелёный — подтверждает ровно одно: процесс сервера поднят и ответил на рукопожатие. Обращался ли к нему агент в этой конкретной задаче — отдельный факт, статус его не несёт.</a:t>
            </a:r>
          </a:p>
          <a:p/>
          <a:p>
            <a:r>
              <a:t>Посмотреть, что именно показывает статус подробнее, — сужает круг причин: различает «процесс не поднялся», «список инструментов не получен», «нужна авторизация». Но и это не показывает, вызывал ли агент сервер именно сейчас.</a:t>
            </a:r>
          </a:p>
          <a:p/>
          <a:p>
            <a:r>
              <a:t>Спросить агента, почему он решил, что сделал, — иногда вскрывает проблему прямо: агент может признаться, что не нашёл способа проверить и ответил по смыслу задачи. Но агент пересказывает своё понимание, не наблюдение, — это тоже не факт о транспорте.</a:t>
            </a:r>
          </a:p>
          <a:p/>
          <a:p>
            <a:r>
              <a:t>Явно попросить обратиться к серверу по имени и показать вызов — единственный вариант, который доказывает: в выводе вызов инструмента подписан именем сервера. Это материал следующего слайда.</a:t>
            </a:r>
          </a:p>
          <a:p/>
          <a:p>
            <a:r>
              <a:t>Если спросят, почему «спросить агента» вообще в списке, если ему нельзя верить: потому что это дешёвый шаг, который иногда сразу вскрывает причину — цена ошибки здесь в готовности остановиться на этом ответе, не в самом вопросе.</a:t>
            </a:r>
          </a:p>
          <a:p/>
          <a:p>
            <a:r>
              <a:t>Если спросят про «удалить и переподключить» или «написать автору» — их нет среди карточек: это реальные ходы, но не первые — к ним кейс возвращается в границе применимости (следующие слайды), когда более дешёвые варианты уже не сработали.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 агента с сервером, — не читаем статус подробнее ради самого статуса.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действительно различает больше, чем одно слово «подключено»: отдельно видно, поднялся ли сам процесс и удалось ли получить список инструментов. Но это по-прежнему факт про процесс. Обращался ли к серверу именно агент в этой конкретной задаче — статус об этом ничего не знает, это два разных факта.</a:t>
            </a:r>
          </a:p>
          <a:p/>
          <a:p>
            <a:r>
              <a:t>Минимальное доказательство, что агент реально обратился к серверу,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 Это тот же механизм, что мы уже видели на одностраничнике MCP в начале блока: ответ сервера идёт отдельным каналом и подписывается его именем.</a:t>
            </a:r>
          </a:p>
          <a:p/>
          <a:p>
            <a:r>
              <a:t>И отдельно — не спешите считать долгий ответ сбоем. Запуск сервера и выполнение уже начатого вызова — разные по длительности события: второе объективно может идти заметно дольше первого.</a:t>
            </a:r>
          </a:p>
          <a:p/>
          <a:p>
            <a:r>
              <a:t>Если спросят про статусы подробнее — коды, которые реально возвращает </a:t>
            </a:r>
            <a:r>
              <a:rPr>
                <a:latin typeface="Consolas"/>
              </a:rPr>
              <a:t>claude mcp list</a:t>
            </a:r>
            <a:r>
              <a:t>: кроме «Connected» продукт различает отдельно «Connected, но список инструментов получить не удалось», «нужна авторизация», «не удалось подключиться» и «ждёт одобрения проекта» — это задокументированные, не гипотетические состояния, но для кейса важно не перечисление кодов — то, что ни один из них не отвечает на вопрос «обращался ли агент к серверу».</a:t>
            </a:r>
          </a:p>
          <a:p/>
          <a:p>
            <a:r>
              <a:t>Если спросят про цифры тайм-аутов точнее: старт сервера ждёт тридцать секунд по умолчанию — частая ложная тревога, пока пакет ещё качается; выполнение уже вызванного инструмента — около суток. Переподключение после сбоя тоже устроено по-разному: удалённый сервер переподключается сам, локальный процесс — нет, нужна новая сессия или команда </a:t>
            </a:r>
            <a:r>
              <a:rPr>
                <a:latin typeface="Consolas"/>
              </a:rPr>
              <a:t>Reconnect</a:t>
            </a:r>
            <a:r>
              <a:t> из </a:t>
            </a:r>
            <a:r>
              <a:rPr>
                <a:latin typeface="Consolas"/>
              </a:rPr>
              <a:t>/mcp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Формулировка — часть проверки, не мелочь. Расплывчатая просьба — «посмотри, что скопилось, и подготовь черновики» — оставляет агенту выбор: он может честно попытаться вызвать сервер, а может ответить по смыслу задачи, ни разу к нему не обратившись. Оба случая выглядят как одинаковый ответ.</a:t>
            </a:r>
          </a:p>
          <a:p/>
          <a:p>
            <a:r>
              <a:t>Явное имя сервера в тексте запроса — «используя сервер трекера, выведи список открытых задач» — и есть доказательный вызов с прошлого слайда, примененный к формулировке. После такой просьбы есть что проверить: вызов инструмента в выводе либо подписан именем сервера, либо нет.</a:t>
            </a:r>
          </a:p>
          <a:p/>
          <a:p>
            <a:r>
              <a:t>Если спросят, не слишком ли это узкая привычка для одной диагностики: нет, это общая формулировка задачи при работе с любым подключённым сервером, не только в момент подозрения — явное имя дешевле стоит, чем расследование постфактум.</a:t>
            </a:r>
          </a:p>
          <a:p/>
          <a:p>
            <a:r>
              <a:t>Если спросят, не раздражает ли агента такая прямая формулировка или не мешает ли она ему самому выбрать подходящий инструмент: нет — явное имя сервера не запрещает агенту делать что-то ещё, оно лишь однозначно называет, через какой канал должен пройти именно этот шаг.</a:t>
            </a:r>
          </a:p>
          <a:p/>
          <a:p>
            <a:r>
              <a:t>Если спросят, работает ли это и для менее срочных задач, не только при подозрении на сбой: да, это обычная формулировка — подозрение делает её необходимой, не только желательной.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Почему именно в CLAUDE.md, не хуком, — вопрос честный, и ответ опирается на то, что мы уже видели в прошлом занятии. Там в одном и том же файле стояли рядом два разных вида правил: «Repository etiquette» — текст, который читает человек или агент и решает, следовать ли ему, и «Хук защиты ветки» — настоящий код, который срабатывает сам на git-команду, без участия решения в моменте. Хук умеет реагировать только на чётко описанное событие: команда, имя файла, код выхода. «После подозрения в тишине» — не такое событие: его нельзя заранее формально описать, оно требует, чтобы кто-то заметил и решил, что пора проверить. Вот почему это строка в CLAUDE.md, не механизм.</a:t>
            </a:r>
          </a:p>
          <a:p/>
          <a:p>
            <a:r>
              <a:t>Если спросят, не слабое ли это решение по сравнению с автоматическим барьером из первого кейса блока: да, оно слабее барьера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не в отдельный: проект уже выбрал этот файл местом для процедурных правил — повторное изобретение формата не нужно.</a:t>
            </a:r>
          </a:p>
          <a:p/>
          <a:p>
            <a:r>
              <a:t>Если спросят, что вообще такое CLAUDE.md, если кто-то пропустил прошлое занятие: это файл инструкций проекта, который читает агент в начале каждой сессии — то, что в нём написано, не исполняется автоматически, но агент это видит и обычно следует этому, в отличие от хука, который исполняется кодом независимо от того, прочитал его кто-то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случая, прежде чем идти дальше — рассказываю по тому, к чему это привело, не по техническим внутренностям.</a:t>
            </a:r>
          </a:p>
          <a:p/>
          <a:p>
            <a:r>
              <a:t>Первый: команда работала с MCP-сервером для баз данных одного известного производителя в режиме, который считали ограниченным только чтением, — именно для того, чтобы агент не мог ничего испортить в чужой базе. На деле флаг этого режима не делал соединение реально ограниченным: разработчики сервера сами были уверены, что ограничение работает, пока кто-то не выполнил запрос с реальным побочным эффектом и не увидел, что он прошёл. Это и был единственный способ узнать — не чтение настройки.</a:t>
            </a:r>
          </a:p>
          <a:p/>
          <a:p>
            <a:r>
              <a:t>Второй — из нашего же проекта. Один из подключённых серверов однажды тихо потерял доступ: инструменты, которые вчера работали, перестали работать без предупреждения. Статус подключения продолжал показывать «подключён» — ничего не выглядело сломанным, пока кто-то реально не попробовал вызвать инструмент и не наткнулся на отказ входа. Причина — в настройке авторизации на стороне сервиса, не в самом подключении.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 (CVE-2026-61788, DBHub, CVSS 7,4 из 10 — флаг </a:t>
            </a:r>
            <a:r>
              <a:rPr>
                <a:latin typeface="Consolas"/>
              </a:rPr>
              <a:t>readonly</a:t>
            </a:r>
            <a:r>
              <a:t> у инструмента </a:t>
            </a:r>
            <a:r>
              <a:rPr>
                <a:latin typeface="Consolas"/>
              </a:rPr>
              <a:t>execute_sql</a:t>
            </a:r>
            <a:r>
              <a:t> ссылался на поле конфигурации, которое никогда не заполнялось), другой — как реальный инцидент этого же проекта (</a:t>
            </a:r>
            <a:r>
              <a:rPr>
                <a:latin typeface="Consolas"/>
              </a:rPr>
              <a:t>workspace-mcp</a:t>
            </a:r>
            <a:r>
              <a:t>, </a:t>
            </a:r>
            <a:r>
              <a:rPr>
                <a:latin typeface="Consolas"/>
              </a:rPr>
              <a:t>[#49]</a:t>
            </a:r>
            <a:r>
              <a:t>: OAuth-приложение в статусе </a:t>
            </a:r>
            <a:r>
              <a:rPr>
                <a:latin typeface="Consolas"/>
              </a:rPr>
              <a:t>Testing</a:t>
            </a:r>
            <a:r>
              <a:t> автоматически отзывает </a:t>
            </a:r>
            <a:r>
              <a:rPr>
                <a:latin typeface="Consolas"/>
              </a:rPr>
              <a:t>refresh_token</a:t>
            </a:r>
            <a:r>
              <a:t> через 7 дней без активности; в статусе </a:t>
            </a:r>
            <a:r>
              <a:rPr>
                <a:latin typeface="Consolas"/>
              </a:rPr>
              <a:t>In production</a:t>
            </a:r>
            <a:r>
              <a:t> тот же токен не отзывается вовсе).</a:t>
            </a:r>
          </a:p>
          <a:p/>
          <a:p>
            <a:r>
              <a:t>Если спросят, можно ли было поймать оба случая раньше: только реальным действием с наблюдаемым результатом, не чтением настройки сервера, — ровно то, чему учит этот кейс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посмотреть на статус,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никогда: его нужно проверять явным вызовом самому.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Третья граница — там, где перестаёт работать уже сам приём этого кейса. Если явный вызов систематически не проходит и автор сервера не отвечает — это ровно тот случай, когда дешёвые шаги разбора исчерпаны, и остаётся дорогой: написать автору. В этот момент вопрос перестаёт быть про диагностику и возвращается туда же, где решался первый кейс этого блока: не «как проверить этот сервер» — «подключать ли его вообще».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заявленное, и где эта проверка сама упирается в предел.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вы ставите первым шагом в работе с уже одобренными серверами — и что добавляете к этому следующим?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предыдущего: что случилось и как об этом узнали.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порог специально выше, чем глубина обычной ручной проверки,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код попал в обновление уже одобренного пакета. Обновление пакета само по себе обычное, ожидаемое действие — подмена вошла в его состав, отдельным заметным шагом она не стала. Backdoor появился в обновлении пакета недели спустя после первого одобрения, скрытая копия каждого отправляемого письма уходила на адрес атакующего без единого взлома, и около полутора недель это оставалось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Дальше — три уточнения этой границы.</a:t>
            </a:r>
          </a:p>
          <a:p/>
          <a:p>
            <a:r>
              <a:t>Первое: когда дисциплины версии и перечитывания мало. Если действие настолько чувствительно, что повторное одобрение обязано происходить на каждом вызове, «быть внимательнее» не решение — нужна аннотация </a:t>
            </a:r>
            <a:r>
              <a:rPr>
                <a:latin typeface="Consolas"/>
              </a:rPr>
              <a:t>requiresUserInteraction</a:t>
            </a:r>
            <a:r>
              <a:t> у автора сервера, та самая, что разобрана в механике: она делает подтверждение обязательным без опции «больше не спрашивать».</a:t>
            </a:r>
          </a:p>
          <a:p/>
          <a:p>
            <a:r>
              <a:t>Второе — и это прямой ответ на вопрос «а что если автор сервера её не поставил»: тогда технического принуждения к повторному одобрению не существует вовсе. Держит только дисциплина версии и перечитывания из разбора — и для действия такого уровня чувствительности её объективно недостаточно, аннотацию ничем не заменить, если её нет.</a:t>
            </a:r>
          </a:p>
          <a:p/>
          <a:p>
            <a:r>
              <a:t>Третье — где проходит черта совсем: если и дисциплины, и аннотации недостаточно для чувствительности конкретного действия, автоматизацию этого шага убирают. Решение в этой точке принимает не подключающая сторона — это уже вопрос не настройки: доверяете ли вы этому шагу автоматизацию в принципе.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в репозитории не было. Вторая ступень занятия — про другое расширение: часть работы уходит отдельному исполнителю с собственным контекстным окном. Делегировать так вы уже умеете, и это ничего не стоит — ни одной строчки настройки.</a:t>
            </a:r>
          </a:p>
          <a:p/>
          <a:p>
            <a:r>
              <a:t>Первая развилка ступени: что происходит с самим чтением, когда для одного короткого ответа нужно пройти по нескольким десяткам файлов. Где это чтение должно происходить и почему это вообще имеет значение.</a:t>
            </a:r>
          </a:p>
          <a:p/>
          <a:p>
            <a:r>
              <a:t>Если спросят, при чём тут предыдущий блок: доступ наружу увеличивает то, что агент способен сделать сам за один присест, и вместе с объёмом работы растёт объём чтения, который эта работа втягивает в окно сессии.</a:t>
            </a:r>
          </a:p>
          <a:p/>
          <a:p>
            <a:r>
              <a:t>Если прозвучит «так ведь субагент просто прочитает быстрее»: не подтверждать здесь — на разборе будет видно, что меняется не скорость. Прежде чем дойти до сцены, два экрана устройства роли: что она такое и как устроена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первый кейс —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кейсы — вся роль сразу, шесть частей. Я буду возвращаться к этому экрану всю ступень.</a:t>
            </a:r>
          </a:p>
          <a:p/>
          <a:p>
            <a:r>
              <a:t>Где объявляется — файл </a:t>
            </a:r>
            <a:r>
              <a:rPr>
                <a:latin typeface="Consolas"/>
              </a:rPr>
              <a:t>.claude/agents/&lt;имя&gt;.md</a:t>
            </a:r>
            <a:r>
              <a:t> внутри репозитория. У каждой строки своя работа: </a:t>
            </a:r>
            <a:r>
              <a:rPr>
                <a:latin typeface="Consolas"/>
              </a:rPr>
              <a:t>name</a:t>
            </a:r>
            <a:r>
              <a:t> — то, по чему роль зовут явно; </a:t>
            </a:r>
            <a:r>
              <a:rPr>
                <a:latin typeface="Consolas"/>
              </a:rPr>
              <a:t>description</a:t>
            </a:r>
            <a:r>
              <a:t> — когда её звать и когда нет, это решает автовыбор; </a:t>
            </a:r>
            <a:r>
              <a:rPr>
                <a:latin typeface="Consolas"/>
              </a:rPr>
              <a:t>tools</a:t>
            </a:r>
            <a:r>
              <a:t> — список прав, и он необязателен; само тело файла — это и есть системный промпт роли целиком, тот самый, который мы уже читали.</a:t>
            </a:r>
          </a:p>
          <a:p/>
          <a:p>
            <a:r>
              <a:t>Как позвать — и как убедиться, что позвали именно её. Явно, через </a:t>
            </a:r>
            <a:r>
              <a:rPr>
                <a:latin typeface="Consolas"/>
              </a:rPr>
              <a:t>@agent-&lt;имя&gt;</a:t>
            </a:r>
            <a:r>
              <a:t> — тогда вопрос маршрутизации снят полностью. Или вообще ничего не писать — тогда решает сама модель, по полю </a:t>
            </a:r>
            <a:r>
              <a:rPr>
                <a:latin typeface="Consolas"/>
              </a:rPr>
              <a:t>description</a:t>
            </a:r>
            <a:r>
              <a:t>. Проверить, кого позвали на самом деле, можно по строке в чате: </a:t>
            </a:r>
            <a:r>
              <a:rPr>
                <a:latin typeface="Consolas"/>
              </a:rPr>
              <a:t>&lt;имя&gt;(&lt;задача&gt;)</a:t>
            </a:r>
            <a:r>
              <a:t>; если вместо ожидаемого имени там стоит </a:t>
            </a:r>
            <a:r>
              <a:rPr>
                <a:latin typeface="Consolas"/>
              </a:rPr>
              <a:t>general-purpose</a:t>
            </a:r>
            <a:r>
              <a:t> — маршрутизация не сработала: роль вообще не была вызвана. Это другое дело, чем «роль повела себя не так».</a:t>
            </a:r>
          </a:p>
          <a:p/>
          <a:p>
            <a:r>
              <a:t>Что приходит на вход — блок третий. Собственный системный промпт роли, не харнесса целиком. Задача, сформулированная вызывающей сессией — не дословная реплика разработчика. Иерархия файлов инструкций, всеми уровнями. Снимок репозитория на момент старта. И чего физически нет: переписки сессии, которая роль позвала, — канала для этого попросту нет.</a:t>
            </a:r>
          </a:p>
          <a:p/>
          <a:p>
            <a:r>
              <a:t>Что уходит обратно — блок четвёртый. Только итоговый текст. Ни один промежуточный вызов инструмента родителю не виден. Канал в одну сторону: задача идёт к роли, итог — обратно, и это не диалог.</a:t>
            </a:r>
          </a:p>
          <a:p/>
          <a:p>
            <a:r>
              <a:t>Пятый блок — что значит каждая запись в </a:t>
            </a:r>
            <a:r>
              <a:rPr>
                <a:latin typeface="Consolas"/>
              </a:rPr>
              <a:t>tools:</a:t>
            </a:r>
            <a:r>
              <a:t>; само это поле мы соберём руками в третьем кейсе ступени. Если поле не указано вовсе — это может прочитаться как «без инструментов», а на деле ровно противоположное: роль получает все инструменты, доступные субагентам, целиком. Если список указан и прямо пуст — роль остаётся без единого инструмента, но живая, она всё равно запускается. А если в непустом списке есть запись, которая не резолвится ни в один реальный инструмент, — харнесс не запускает роль вовсе. Три разных исхода, и интуиция их обычно путает.</a:t>
            </a:r>
          </a:p>
          <a:p/>
          <a:p>
            <a:r>
              <a:t>И последнее — чем это оплачивается. Мультиагентная работа стоит заметно больше токенов, чем обычный чат — число и честный пробел стоят в свидетельствах третьего кейса, здесь только предупреждение: делегирование не бесплатно в масштабе, даже если для одной проверки оно бесплатно буквально.</a:t>
            </a:r>
          </a:p>
          <a:p/>
          <a:p>
            <a:r>
              <a:t>Если спросят про исключение «форк»: режим, который наследует всё целиком — тот же промпт, права, всю историю; мы им сегодня не пользуемся,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него.</a:t>
            </a:r>
          </a:p>
          <a:p/>
          <a:p>
            <a:r>
              <a:t>Если прозвучит сомнение, что строка </a:t>
            </a:r>
            <a:r>
              <a:rPr>
                <a:latin typeface="Consolas"/>
              </a:rPr>
              <a:t>&lt;имя&gt;(&lt;задача&gt;)</a:t>
            </a:r>
            <a:r>
              <a:t> в чате вообще что-то доказывает: доказывает ровно одно — что харнесс решил позвать именно эту роль; правильность её работы это не подтверждает; это разные вопросы, и к первому мы ещё вернёмся на провале третьего кейса.</a:t>
            </a:r>
          </a:p>
          <a:p/>
          <a:p>
            <a:r>
              <a:t>Что из состояния три пятого блока получается на материале самого курса — увидим в третьем кейсе ступени.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Технический директор спрашивает в чате: «а у нас уже проверяется, что бесплатный тариф не может пригласить больше пяти участников? Клиент жалуется, что пригласил восьмого». Вопрос короткий, да или нет, и по формулировке кажется, что ответ лежит в одном месте.</a:t>
            </a:r>
          </a:p>
          <a:p/>
          <a:p>
            <a:r>
              <a:t>На деле лимит живёт не в одном месте: его проверяет middleware при добавлении участника, значение задано в конфиге тарифов, для аккаунтов до смены тарифной сетки лимит переопределён отдельной миграцией, а клиентский компонент дублирует ту же проверку на случай недоступности сервера. Миграций за два года набралось пятнадцать, лимит менялся в трёх — чтобы не упустить переопределение, листать приходится все пятнадцать, не только известные три.</a:t>
            </a:r>
          </a:p>
          <a:p/>
          <a:p>
            <a:r>
              <a:t>Набирается больше сорока открытых файлов. Правка, ради которой сессия была открыта с утра, остаётся лежать в той же вкладке — к моменту, когда можно честно ответить, контекст занят содержимым контроллера, конфигов, миграций и тестов, из которых для самого ответа нужен один вывод.</a:t>
            </a:r>
          </a:p>
          <a:p/>
          <a:p>
            <a:r>
              <a:t>Если спросят, почему нельзя было сразу знать, где искать: потому что это обычная ситуация с любым продуктом, где правило менялось годами, небольшими правками — документации, которая держала бы все четыре точки в одном месте, здесь никогда не было.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— да или нет, а ответ собирается из контроллера, пяти конфигов, пятнадцати миграций и десятка тестов. Выберите, что делать с этим сорокафайловым чтением, — из карточек ниже, — и скажите, что именно выбранный вариант меняет: время чтения или что-то другое.</a:t>
            </a:r>
          </a:p>
          <a:p/>
          <a:p>
            <a:r>
              <a:t>Если прозвучит «субагент прочитает быстрее»: не подсказывать здесь, что это не так — субагенту тоже придётся открыть все сорок файлов; разбор покажет, что меняется на самом деле не скорость.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Прочитать самому — полный контроль над тем, что и в каком порядке читается, но окно сессии занимает содержимое сорока файлов, из которых для ответа нужен один вывод. Позвать коллегу — может дать точный ответ за минуту, если коллега свеж в теме, но решение зависит от того, свободен ли он прямо сейчас и помнит ли именно этот участок. Субагент в своём окне — сорок файлов открываются и закрываются там, обратно приходит только итог; время чтения то же самое — субагент всё равно открывает и читает все сорок файлов, только в своём окне. Сохранить вопрос как скилл — пригодится при повторении, но при первом запуске читает те же файлы тем же способом в той же сессии, если делегирование не заведено отдельно. Ответить по памяти — мгновенно, но проверки нет, а вопрос был именно про проверку.</a:t>
            </a:r>
          </a:p>
          <a:p/>
          <a:p>
            <a:r>
              <a:t>Вывод: третья карточка держит то же время чтения — сорок файлов остаются сорока файлами. Освобождается контекст: окно роли с их содержимым закрывается вместе с ней, в сессию возвращается только итог.</a:t>
            </a:r>
          </a:p>
          <a:p/>
          <a:p>
            <a:r>
              <a:t>Если спросят, зачем тогда вообще заводить роль, если время то же самое: ради того, что останется доступно дальше в этой же сессии — контекст, свободный для самой правки. Механика этого разделения — на одностраничнике «Роль целиком» в начале ступени: что входит в окно роли и что уходит обратно; к нему и возвращаемся по ходу всего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харнесса об устройстве контекстных окон приводит свой собственный пример: роль прочитала 6100 токенов файлов, вы получили итог в 420 токенов — это и есть экономия контекста. Разница на порядок, и направление верно отражает то, что мы разбирали на прошлом слайде: сорок файлов остаются в окне роли, в окно родителя попадает только итог.</a:t>
            </a:r>
          </a:p>
          <a:p/>
          <a:p>
            <a:r>
              <a:t>Но это один показательный сценарий самого автора документации, не измерение по множеству реальных прогонов. И здесь же — честный пробел: сколько контекста реально экономит делегирование по сравнению с тем же объёмом работы в основной сессии — по измерению на выборке сессий, не на одном примере, — не нашлось ни у одного источника. Этот пример не закрывает тот пробел, он его иллюстрирует конкретным числом.</a:t>
            </a:r>
          </a:p>
          <a:p/>
          <a:p>
            <a:r>
              <a:t>Если спросят, почему тогда вообще его показывать, если это не измерение: потому что направление и порядок величины — реальны и подтверждены механикой предыдущего слайда. Нечестным было бы подать иллюстрацию за статистику молча — здесь её природа названа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Окно роли по умолчанию не настолько чистое, насколько выглядело на прошлых двух слайдах. Роль получает собственный системный промпт и свежий контекст, но вместе с ним — по умолчанию — она наследует описания всех MCP-серверов, подключённых в родительской сессии, целиком, даже тех, что её задаче не нужны ни одним инструментом. Дословно из документации по устранению ошибок: субагенты наследуют каждое описание MCP-инструмента из родительской сессии, и это может заполнить их контекстное окно ещё до первого шага — отключайте те серверы, которые не используете, перед тем как заводить субагентов.</a:t>
            </a:r>
          </a:p>
          <a:p/>
          <a:p>
            <a:r>
              <a:t>Для нашего вопроса про лимит участников это значит: если в родительской сессии подключены трекер задач и почтовый сервер из прошлого раздела занятия, роль, которой нужно просто прочитать сорок файлов кода, получает их описания в своё окно бесплатно, хотя ни трекер, ни почта к вопросу не относятся.</a:t>
            </a:r>
          </a:p>
          <a:p/>
          <a:p>
            <a:r>
              <a:t>Фокус, который даёт делегирование, работает для содержимого репозитория. Он не работает сам по себе для того, что подключено MCP-серверами — за этим нужно следить отдельно, тем же списком инструментов роли, который стоял пятым блоком на одностраничнике ступени — а собирать его руками будем в третьем кейсе.</a:t>
            </a:r>
          </a:p>
          <a:p/>
          <a:p>
            <a:r>
              <a:t>Если спросят, почему это не противоречит прошлому слайду: не противоречит — оба слайда об одном контракте, этот называет ровно то, что в контракт входит дополнительно и по умолчанию, не по желанию автора роли.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чтение имеет смысл, когда то, что нужно вынести из десятков файлов, — короткий вывод: факт, да или нет, список в несколько строк. Если работа продолжается на том же материале — рефакторинг, который трогает те же сорок файлов, — читать их придётся в любом случае, и делать это в собственном окне тогда входит в саму работу: дальше с этим содержимым нужно будет работать самому, а роль, которая прочитала файлы и исчезла, этой работы не передаст.</a:t>
            </a:r>
          </a:p>
          <a:p/>
          <a:p>
            <a:r>
              <a:t>Что мы заводим ради контекста — решаем по тому, что останется в окне после ответа, не по тому, сколько файлов пришлось открыть. Интуиция говорила: сорок файлов — это сорок файлов, где бы их ни читали. Проверка показала: их число не меняется, меняется только то, чьё окно их держит; и это стоит того именно тогда, когда из прочитанного нужен короткий вывод, не всё содержимое целиком для дальнейшей работы.</a:t>
            </a:r>
          </a:p>
          <a:p/>
          <a:p>
            <a:r>
              <a:t>Если спросят про границу из прошлого слайда: тот же принцип применяется и к ней — если роли подключили лишние MCP-серверы, из её окна в родительское всё равно вернётся только итог, но само это окно будет занято раньше и сильнее, чем нужно; экономия контекста считается с этой оговоркой.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уже есть роль, которую можно вызвать на одну задачу, и мы знаем, что она работает в своём окне и возвращает только итог. Сейчас — что происходит, когда таких задач несколько сразу и они не зависят друг от друга: что меняется, если перестать ждать по очереди, и где эта выгода кончается.</a:t>
            </a:r>
          </a:p>
          <a:p/>
          <a:p>
            <a:r>
              <a:t>Если прозвучит «а зачем вообще ждать по очереди, если можно сразу»: честный вопрос, и весь этот кейс — ответ на него, вместе с тем, где такой запуск подводит.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— та самая роль, которую мы видели целиком на одностраничнике ступени, — уже используется каждый день, и правки у разработчика теперь идут не по одной: три независимых изменения — поправки в трёх разных, не связанных друг с другом формах — готовы к проверке одновременно. Раньше это означало то же самое, что обычно: запустить проверку первой правки, подождать итог, запустить вторую, снова подождать, и только потом третью.</a:t>
            </a:r>
          </a:p>
          <a:p/>
          <a:p>
            <a:r>
              <a:t>Сегодня разработчик запускает все три проверки одним действием, без единой строки настройки: три отдельных вызова одной и той же роли, каждый на свою правку. Роли не знают друг о друге и не делят между собой ничего — у каждой свой контекст, свой набор файлов, нужных именно для её правки. Итоги приходят примерно тогда же, когда пришёл бы один — не три раза по одному.</a:t>
            </a:r>
          </a:p>
          <a:p/>
          <a:p>
            <a:r>
              <a:t>Если спросят, можно ли на той же фактуре показать и предел выгоды: да, и дальше в этом кейсе разберём именно это — на двух разных ролях, проверяющих разные стороны одной и той же правки, вместо трёх копий одной роли на разные правки.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проверки вместо одной по очереди — что из этого стоит взять в привычку? Выберите карточку и обоснуйте, чем параллельный запуск отличается от простого «быстрее».</a:t>
            </a:r>
          </a:p>
          <a:p/>
          <a:p>
            <a:r>
              <a:t>Если прозвучит «параллелить всегда»: сильный, но слишком широкий ответ — разбор покажет, когда именно он подводит.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простой, предсказуемый порядок, но время ожидания складывается: три проверки по очереди всегда займут втрое больше, чем одна. Объединить три правки в одно задание — один вызов, одна формулировка, но роль должна держать в голове три независимых диффа сразу, и находки одной правки легче спутать с другой. Сначала проверить зависимость, потом отдельный вызов роли на каждую задачу параллельно — это один приём в два шага, не два конкурирующих варианта: проверка отделяет безопасный случай от небезопасного, а сам параллельный запуск даёт каждой правке свой контекст и итоги почти одновременно — но работает только когда проверка подтвердила независимость, иначе роли увидят разные версии одного и того же кода. Параллелить всегда, по умолчанию — экономит время там, где правки и так независимы, но там, где шаг одной роли должен видеть вывод другой, параллельный запуск оставляет у каждой роли свою, частично устаревшую картину вместо общего результата.</a:t>
            </a:r>
          </a:p>
          <a:p/>
          <a:p>
            <a:r>
              <a:t>Вывод: третья карточка — целевая без оговорок, и в ней два шага сразу, не один.</a:t>
            </a:r>
          </a:p>
          <a:p/>
          <a:p>
            <a:r>
              <a:t>Если спросят, что будет, если проверка зависимости пройдена, а дальше всё равно что-то не сошлось: именно это разбираем дальше в этом же кейсе — задачи могут быть независимыми по названию и всё равно оставить промежуток, за который не отвечает ни одна из ролей.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вызова роли из прошлой сцены действительно идут одновременно под капотом, не по очереди — это механика харнесса, не ручная настройка. С определённой версии параллельный режим включён по умолчанию в интерактивной сессии: роль уходит в фон, и основная сессия продолжает работать, не дожидаясь её, пока итог не будет готов.</a:t>
            </a:r>
          </a:p>
          <a:p/>
          <a:p>
            <a:r>
              <a:t>Предел здесь — на то, сколько ролей работает одновременно, не на их общее число за сессию: по умолчанию двадцать. Попытка завести двадцать первую параллельно падает отдельной явной ошибкой, в очередь она не встаёт. Число меняется переменной окружения, если двадцати не хватает.</a:t>
            </a:r>
          </a:p>
          <a:p/>
          <a:p>
            <a:r>
              <a:t>Если спросят, что будет на двадцать первой задаче при лимите двадцать: она не потеряется — харнесс откажет явной ошибкой, и запустить её нужно будет после того, как освободится место, не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принцип, что в прошлой сцене — независимая параллельная работа, — но в другой форме: две разные роли на две разные стороны одной и той же задачи, вместо трёх копий одной роли на три разные задачи. Диф-ревьюер работает уже месяц, и правки стали крупнее. Разработчик заводит вторую роль — тестировщика, который прогоняет сценарии через форму и проверяет поведение, не только код. Обе роли получают одну и ту же крупную правку: новое поле в форме плюс изменение валидации.</a:t>
            </a:r>
          </a:p>
          <a:p/>
          <a:p>
            <a:r>
              <a:t>Диф-ревьюер проверяет код, находит, что валидация написана верно, и возвращает </a:t>
            </a:r>
            <a:r>
              <a:rPr>
                <a:latin typeface="Consolas"/>
              </a:rPr>
              <a:t>PASS</a:t>
            </a:r>
            <a:r>
              <a:t>. Тестировщик проверяет поведение формы на обычных сценариях, тоже не находит проблем и тоже возвращает </a:t>
            </a:r>
            <a:r>
              <a:rPr>
                <a:latin typeface="Consolas"/>
              </a:rPr>
              <a:t>PASS</a:t>
            </a:r>
            <a:r>
              <a:t>. 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 Если спросят, чем это отличается от прошлой сцены с тремя параллельными проверками: там три копии одной роли покрывали три независимые задачи без зазора между ними; здесь две разные роли делят одну задачу на аспекты — и именно граница между аспектами оказалась никому не поручена.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аспекта, но широкое описание означает широкий контекст и широкие права — то самое, что узкий список инструментов роли и ограничивает. Завести третью роль-координатора — нужна, когда действительно требуется сверять вывод двух готовых ролей, но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багом, но расписать нужно осознанно, само появление второй роли этой работы не делает. Вернуться к одной роли — подходит, если задача последовательна и шаг одной роли зависит от того, что увидела другая, но тогда теряется параллельность там, где она нужна была ради скорости.</a:t>
            </a:r>
          </a:p>
          <a:p/>
          <a:p>
            <a:r>
              <a:t>Вывод: четвёртая карточка нужна здесь, третья и вторая слабее. Третья добавляет роль ради проблемы, которую создали первые две. Вторая возвращает к широкому доступу, от которого уже отказались.</a:t>
            </a:r>
          </a:p>
          <a:p/>
          <a:p>
            <a:r>
              <a:t>Если спросят, почему здесь не повторяется голосование карточками: главное решение этого кейса — параллелить или нет — уже прошло голосованием раньше; это разбор того, что делать именно с промежутком между ролями, когда параллельность уже выбрана.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и тестировщик из прошлой сцены работают без третьей роли, которая сверяла бы их согласованность. Вот что об этом говорит измерение на масштабе, не единичный случай.</a:t>
            </a:r>
          </a:p>
          <a:p/>
          <a:p>
            <a:r>
              <a:t>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причин: сорок два процента — спецификация задачи и роли; тридцать семь — рассогласование между агентами, вторая по весу причина отказов, почти вровень со спецификацией;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Без координатора число ошибок усиливается в семнадцать целых две десятых раза относительно одноагентной системы на входе; с централизованной проверкой — в четыре целых четыре десятых раза.</a:t>
            </a:r>
          </a:p>
          <a:p/>
          <a:p>
            <a:r>
              <a:t>Отдельно предостерегу, устно, без отдельной рамки на экране: по сети разошлась цифра «семьдесят девять процентов отказов — проблема спецификации». Это сумма первых двух категорий MAST, сорок два и тридцать семь, пересказанная как будто отдельное измерение — стоит проверить, не считаете ли вы одно и то же дважды под разными подписями.</a:t>
            </a:r>
          </a:p>
          <a:p/>
          <a:p>
            <a:r>
              <a:t>Честно: проверить рассогласование двух параллельных ролей на репозитории курса или на машине студента нечем. Утверждение подтверждено исследованием, не командой на занятии.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 Если спросят, почему абсолютное число ошибок источник не называет: в исследовании приведено только относительное усиление, саму базовую величину источник не публикует.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действительно закрывает промежуток между ролями, — явная граница в описании каждой роли, в обе стороны, не координатор и не объединение в одну. Диф-ревьюер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  <a:p/>
          <a:p>
            <a:r>
              <a:t>Граница, записанная в двух описаниях, не гарантирует отсутствие промежутка между ними — она делает промежуток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 Если спросят, решает ли эта граница саму проблему пробела в покрытии: нет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именно проходит черта, за которой координация сама становится ценой. Отраслевой разворот мнения — хорошая метка этой черты: одна практикующая команда год назад полностью отвергала мультиагентность, называя неструктурированный «рой» отвлекающим фактором. Десять месяцев спустя она же вернулась к двум узким паттернам: ревью-цепочка, где отдельная роль находит в среднем два бага на правку, из них около пятидесяти восьми процентов серьёзных, и связка из двух разных топ-моделей — только на самых сложных сценариях. «Рой» без границ она по-прежнему называет отвлекающим фактором даже сейчас.</a:t>
            </a:r>
          </a:p>
          <a:p/>
          <a:p>
            <a:r>
              <a:t>Граница читается просто: узкая роль поверх одной конкретной правки окупается. Лишний слой поверх уже написанной работы — координатор, которому нечего делать, кроме как сверять то, что уже сделали другие, — цены не окупает. Диф-ревьюер и тестировщик из нашей сцены — ровно первый случай: каждая роль проверяет одну правку в своей узкой зоне, не управляет системой целиком.</a:t>
            </a:r>
          </a:p>
          <a:p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на роли физически рвёт связь, которую следующий шаг должен видеть, и число ошибок усиливается — в семнадцать целых две десятых раза при неструктурированной схеме, в четыре целых четыре десятых раза даже при схеме с централизованной проверкой. Если задача и так дешёвая, а цена пропущенной ошибки низкая — одна роль почти всегда дешевле двух.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несколько ролей в сумме быстрее и надёжнее одной. Проверка показала: выгода реальна только там, где задачи и правда независимы, а границы между ними названы явно в обе стороны.</a:t>
            </a:r>
          </a:p>
          <a:p/>
          <a:p>
            <a:r>
              <a:t>Две причины заводить отдельную роль разобраны: чужое окно под чтение и одновременная работа нескольких ролей на независимых задачах. Третья развилка ступени — про саму роль: что делать, когда одна и та же работа повторяется из сессии в сессию и каждый раз формулируется заново.</a:t>
            </a:r>
          </a:p>
          <a:p/>
          <a:p>
            <a:r>
              <a:t>Если спросят, это та же команда, что писала первый отчёт про мультиагентность: да, один и тот же источник — десять месяцев спустя та же команда пересмотрела собственную публичную позицию по итогам практики. 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причины заводить отдельную роль уже разобраны: чужое окно под тяжёлое чтение и одновременная работа нескольких ролей на независимых задачах. Третья развилка — про саму роль. Одна и та же проверка повторяется из сессии в сессию, и каждый раз её приходится объяснять заново. Разбираем, что из этой повторяющейся работы стоит закрепить.</a:t>
            </a:r>
          </a:p>
          <a:p/>
          <a:p>
            <a:r>
              <a:t>Если спросят, чем это отличается от двух прошлых кейсов: там решение принималось про работу — куда её отдать и сколько таких отдач вести разом. Здесь решение принимается про сам исполнитель: что у него закреплено насовсем, а что приходится пересказывать каждый раз заново.</a:t>
            </a:r>
          </a:p>
          <a:p/>
          <a:p>
            <a:r>
              <a:t>Если прозвучит «мы же уже видели файл роли на одностраничнике»: видели целиком, одним экраном. Здесь мы соберём его сами и увидим, какое решение стоит за каждой строкой — и чем кончается ошибка в одной из них.</a:t>
            </a:r>
          </a:p>
          <a:p/>
          <a:p>
            <a:r>
              <a:t>Если прозвучит нетерпение «так заводить роль или нет»: ответ будет критерием, не правилом; к концу кейса будет видно, где роли ещё нет и где она не нужна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дальше не подсказываю: разбор пройдёт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закрывает разовую проверку без единой строки настройки. Ограничение: без фиксации формулировка расходится при повторении. Запрос подробнее — держит формулировку верной, пока вы сами её помните; на деле расходится, и вопроса прав это вообще не касается. Скилл — переиспользует процедуру внутри той же сессии без пересказа условий заново; изоляции по контексту или по правам он не даёт, подгружается в тот же контекст той же сессией. Кастомный субагент — специализирует роль: фиксирует формулировку файлом и урезает права под конкретную работу; требует завести файл и описание, которое верно маршрутизирует. И последнее, коллега — даёт точный ответ за минуту, если он прямо сейчас свободен и помнит участок; ограничение понятно без комментария — решение зависит от другого человека, не от задачи.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закрепить файлом — значит специализировать роль: имя, инструкция и урезанные права под эту конкретную работу.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чём стоит разговор про цену делегирования.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Противоречия здесь нет: базы сравнения разные, и обе названы явно.</a:t>
            </a:r>
          </a:p>
          <a:p/>
          <a:p>
            <a:r>
              <a:t>Вывод простой и прямой: делегирование не бывает бесплатным ни разу, даже когда экономит место в вашем окне, — платите токенами всегда. Для разовой проверки цена мала и не стоит отдельного разговора; при частом повторении она складывается в заметную статью расхода.</a:t>
            </a:r>
          </a:p>
          <a:p/>
          <a:p>
            <a:r>
              <a:t>Честно, и это тот же пробел, который назван в первом кейсе ступени: числа для того, сколько контекста экономит отдельная роль по сравнению с тем же объёмом работы в основной сессии, не нашлись ни в одном источнике — ни в токенах, ни в доле окна. Механизм описан качественно везде, числом — нигде.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 — это не независимый аудит.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 — и это специализация роли: имя, инструкция, урезанные права. Первый ход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Разница — на экране: текст в теле роли только просит, список инструментов физически разрешает или нет.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этот аргумент уже сыграл во втором кейсе ступени, там, где рядом с диф-ревьюером встал тестировщик и между их зонами остался промежуток.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а что значит каждая запись такого списка, стояло пятым блоком на одностраничнике ступени.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во втором кейсе ступени это сыграло буквально — именно эта строка диф-ревьюера закрывала там свою половину промежутка.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назвал сам,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каталоге ролей этого курса,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отказа, вот он, целиком: «Agent 'literary-editor' would be spawned with zero tools — refusing. Its tools list resolved to nothing: unrecognized [All, tools].»</a:t>
            </a:r>
          </a:p>
          <a:p/>
          <a:p>
            <a:r>
              <a:t>Смотрите на таблицу. 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  <a:p/>
          <a:p>
            <a:r>
              <a:t>Строка, которая должна была урезать права, их не ослабила — она не позволила роли появиться вообще. Отнятие прав — механизм с реальным синтаксисом, и ошибка в нём не прощается частично.</a:t>
            </a:r>
          </a:p>
          <a:p/>
          <a:p>
            <a:r>
              <a:t>Тот же приём работает на любом каталоге ролей: </a:t>
            </a:r>
            <a:r>
              <a:rPr>
                <a:latin typeface="Consolas"/>
              </a:rPr>
              <a:t>grep "^tools:" .claude/agents/*.md</a:t>
            </a:r>
            <a:r>
              <a:t>, запущенный у себя, на своих собственных ролях, покажет, у скольких из них это поле вообще задано. Что получается на материале всего курса целиком — смотрим дальше.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каталоге </a:t>
            </a:r>
            <a:r>
              <a:rPr>
                <a:latin typeface="Consolas"/>
              </a:rPr>
              <a:t>.claude/agents/</a:t>
            </a:r>
            <a:r>
              <a:t> этого репозитория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с предыдущего слайда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роль с урезанным списком инструментов, само делегирование заводить не требовалось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граница, и она не о том же, что первые две. Разовой проверке роль ещё не нужна, детерминированному критерию роль не нужна вовсе — а здесь роль нужна, и права у неё урезаны правильным по форме способом, но не на то урезаны.</a:t>
            </a:r>
          </a:p>
          <a:p/>
          <a:p>
            <a:r>
              <a:t>Документация харнесса показывает это на паре официальных примеров. </a:t>
            </a:r>
            <a:r>
              <a:rPr>
                <a:latin typeface="Consolas"/>
              </a:rPr>
              <a:t>code-reviewer</a:t>
            </a:r>
            <a:r>
              <a:t>: читает, ищет, не правит — набор инструментов без </a:t>
            </a:r>
            <a:r>
              <a:rPr>
                <a:latin typeface="Consolas"/>
              </a:rPr>
              <a:t>Edit</a:t>
            </a:r>
            <a:r>
              <a:t> и </a:t>
            </a:r>
            <a:r>
              <a:rPr>
                <a:latin typeface="Consolas"/>
              </a:rPr>
              <a:t>Write</a:t>
            </a:r>
            <a:r>
              <a:t>, и это верно, потому что ревью не должно чинить код за автора. </a:t>
            </a:r>
            <a:r>
              <a:rPr>
                <a:latin typeface="Consolas"/>
              </a:rPr>
              <a:t>debugger</a:t>
            </a:r>
            <a:r>
              <a:t>: та же база инструментов, но с </a:t>
            </a:r>
            <a:r>
              <a:rPr>
                <a:latin typeface="Consolas"/>
              </a:rPr>
              <a:t>Edit</a:t>
            </a:r>
            <a:r>
              <a:t> возвращённым обратно — дословно, «потому что починка бага требует правки кода». Одна и та же логика урезания, применённая к двум ролям с разной работой, даёт два разных правильных ответа.</a:t>
            </a:r>
          </a:p>
          <a:p/>
          <a:p>
            <a:r>
              <a:t>Мост к нашему кейсу: узкий список </a:t>
            </a:r>
            <a:r>
              <a:rPr>
                <a:latin typeface="Consolas"/>
              </a:rPr>
              <a:t>Read, Grep, Glob</a:t>
            </a:r>
            <a:r>
              <a:t>, который мы только что собрали для диф-ревьюера, был верным выбором ровно потому, что его работа — находить проблему, не чинить её. Возьми этот же список и заведи роль, чья работа — исправлять баги, и получишь </a:t>
            </a:r>
            <a:r>
              <a:rPr>
                <a:latin typeface="Consolas"/>
              </a:rPr>
              <a:t>debugger</a:t>
            </a:r>
            <a:r>
              <a:t> без </a:t>
            </a:r>
            <a:r>
              <a:rPr>
                <a:latin typeface="Consolas"/>
              </a:rPr>
              <a:t>Edit</a:t>
            </a:r>
            <a:r>
              <a:t>: роль физически не сможет сделать то, ради чего её завели.</a:t>
            </a:r>
          </a:p>
          <a:p/>
          <a:p>
            <a:r>
              <a:t>Этим ступень закрывается. Три кейса отвечали на один вопрос с разных сторон: чьё окно держит тяжёлое чтение, когда несколько ролей быстрее одной и чем это ограничено, что из повторяющейся работы стоит закрепить файлом. Весь путь работы целиком — от задачи до показа заказчику — остаётся на отдельный разговор.</a:t>
            </a:r>
          </a:p>
          <a:p/>
          <a:p>
            <a:r>
              <a:t>Если спросят, как узнать заранее, в какую границу попадает новая роль: спросите так: «что этой роли физически придётся сделать, чтобы выполнить свою работу» — если ответ требует инструмента, которого нет в списке, граница урезания проведена не там.</a:t>
            </a:r>
          </a:p>
          <a:p/>
          <a:p>
            <a:r>
              <a:t>Если спросят, не противоречит ли это тому, что мы собрали в этом же кейсе: нет — там урезание было верным, роль именно находит проблему, не чинит; здесь показан случай, где тот же приём, скопированный без проверки задачи, ломает другую 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Права урезаются до подключения, не после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Делегировать можно бесплатно, без единой строки — список инструментов урезается синтаксисом так буквально, что одна неверная строка не ослабляет права: она останавливает запуск роли вовсе.</a:t>
            </a:r>
          </a:p>
          <a:p/>
          <a:p>
            <a:r>
              <a:t>Все четыре строки заполнены.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тот же приём у себя: </a:t>
            </a:r>
            <a:r>
              <a:rPr>
                <a:latin typeface="Consolas"/>
              </a:rPr>
              <a:t>grep "^tools:" .claude/agents/*.md</a:t>
            </a:r>
            <a:r>
              <a:t> на своих собственных ролях показывает, у скольких из них поле вообще задано.</a:t>
            </a:r>
          </a:p>
          <a:p/>
          <a:p>
            <a:r>
              <a:rPr i="1"/>
              <a:t>Если спросят про колонку «что не делает / ограничение»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замерили, а здесь показано, где заканчивается то, что он реально делает.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в каждой строке — она здесь важнее самой схемы.</a:t>
            </a:r>
          </a:p>
          <a:p/>
          <a:p>
            <a:r>
              <a:t>Хук, скилл, CLAUDE.md и документационный слой стоят так же, как в начале занятия. Это с мостика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тем, что написано и что уже работает,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агент видит только то, что лежит в репозитории и в разговоре с вами. Где заканчивается этот контекст — и что вы заводите первым: доступ наружу или отдельного исполнителя с урезанными правами?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от «беру то, что под рукой, без разбора» к выбору по критерию — данных не хватает физически, значит MCP; хочется не захламлять контекст агента и ограничить права, значит субагент. Второе движение: от недооценки цены к прямому её учёту — чужой код и место в контексте у одного расширения, лишние права у другого.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критерий для доступа наружу и критерий для урезанной роли, оба с ценой, названной прямо.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чего в конкретном проекте не хватает — данных снаружи или отдельного исполнителя с урезанными правами.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идёт отдельно, последним.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тем же приёмом на своих собственных ролях: </a:t>
            </a:r>
            <a:r>
              <a:rPr>
                <a:latin typeface="Consolas"/>
              </a:rPr>
              <a:t>grep "^tools:" .claude/agents/*.md</a:t>
            </a:r>
            <a:r>
              <a:t> показывает, у скольких из них поле вообще задано, — курс поймал на этом же приёме сам себя: единственный файл, где поле со списком инструментов стоит, резолвится в ноль инструментов,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агент сегодня расширял свой контекст по-разному, и необъявленный пробел в том, что из этого проверяемо, стоил бы дороже объявленного.</a:t>
            </a:r>
          </a:p>
          <a:p/>
          <a:p>
            <a:r>
              <a:t>Ось этого занятия закрыта: все четыре строки теперь можно хотя бы частично проверить.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на любом каталоге ролей печатает, у кого поле </a:t>
            </a:r>
            <a:r>
              <a:rPr>
                <a:latin typeface="Consolas"/>
              </a:rPr>
              <a:t>tools:</a:t>
            </a:r>
            <a:r>
              <a:t> задано явно, а у кого нет вовсе — тот же приём, которым курс поймал сам себя: единственная строка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команда не выполняется.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-sem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8478"/>
            <a:ext cx="12191695" cy="31495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2139696"/>
            <a:ext cx="10515600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67712"/>
            <a:ext cx="9966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</a:pPr>
            <a:r>
              <a:rPr sz="1700" b="1" i="0">
                <a:solidFill>
                  <a:srgbClr val="141B2E"/>
                </a:solidFill>
                <a:latin typeface="Arial"/>
              </a:rPr>
              <a:t>«Где заканчивается этот контекст — и что вы заводите первым: доступ наружу или отдельного исполнителя с урезанными правами?»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16786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99666"/>
            <a:ext cx="15341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66260" y="1899666"/>
            <a:ext cx="62830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ПУТЬ ИЛИ АРТЕФАКТ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95628" y="1899666"/>
            <a:ext cx="2561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81733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6260" y="2181733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.claude/hooks/selftest-branch-guard.sh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5628" y="2181733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5288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528887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6260" y="2528887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.claude/skills/deploy/SKILL.md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5628" y="2528887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только план, коммита нет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760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76042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CLAUDE.md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6260" y="2876042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24 строки / 4 раздела → стало 40 строк / 5 разделов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5628" y="2876042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231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23196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DECISIONS.md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6260" y="3223196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документационный слой репозитория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5628" y="3223196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изменений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2074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54875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«Хук подтверждён коммитом. Скилл остаётся планом. Файл инструкций вырос. Документационный слой на месте.»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19174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02054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702054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702054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702054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8412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98412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98412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 один паттерн записи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из шести способов коммита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98412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остальных пяти молчит; человека с терминалом не видит вовсе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964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96400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696400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696400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Загружает файл по точному совпадению описания-триггера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696400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триггера не сработает вообще — содержимого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0868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0868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48183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48183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48183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558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5583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2898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2898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2898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495338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08139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Две строки закрыты. Сегодня закрываются ещё две.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 агента кончается 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«Агент видит только то, что лежит в репозитории и в разговоре с вами.»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«Где заканчивается этот контекст — и что вы заводите первым: доступ наружу или отдельного исполнителя с урезанными правами?»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96897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79777"/>
            <a:ext cx="1073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656" y="1979777"/>
            <a:ext cx="3043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5417" y="1979777"/>
            <a:ext cx="28958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7540" y="1979777"/>
            <a:ext cx="32193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61844"/>
            <a:ext cx="1073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656" y="2261844"/>
            <a:ext cx="304345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417" y="2261844"/>
            <a:ext cx="289581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агент через него не ходит.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7540" y="2261844"/>
            <a:ext cx="32193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41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4124"/>
            <a:ext cx="1073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5656" y="2974124"/>
            <a:ext cx="304345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Ответ на один вопрос требует прочитать сорок файлов.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5417" y="2974124"/>
            <a:ext cx="289581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Несколько независимых задач стоят в очереди друг за другом.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7540" y="2974124"/>
            <a:ext cx="32193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679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6481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«Два блока сегодня: доступ наружу и урезанная роль.»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Файлы внутри, файлы снаружи — а трекер задач?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8991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58991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1792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ЧЕМ АГЕНТ УЖЕ ПОЛЬЗУЕТСЯ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71792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А СПИСОК ЗАДАЧ В ТРЕКЕРЕ?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589913"/>
            <a:ext cx="7315" cy="27447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58991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01977"/>
            <a:ext cx="5381244" cy="1935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Файлы репозитория — агент читает их напрямую, это материал прошлых занятий.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Файлы, которые дали явно: вставили текст в чат, приложили документ.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Оба источника — файлы. Прочитал и работай.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101977"/>
            <a:ext cx="5381244" cy="2232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Заказчик ведёт его отдельно от проекта: в дереве репозитория такого файла нет.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Дать один раз и забыть не выйдет — список меняется без нас каждый день.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Снимок на сегодняшнее утро устареет к обеду. Нужен способ спросить систему в момент работы.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02149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5057013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5139309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Такое обращение к системе называется вызовом API. Дальше — что здесь стандартно, а что каждый раз пишут заново.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MCP и сервер, одним экраном</a:t>
            </a:r>
          </a:p>
        </p:txBody>
      </p:sp>
      <p:pic>
        <p:nvPicPr>
          <p:cNvPr id="3" name="Picture 2" descr="mcp-n08-mehaniz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72281"/>
            <a:ext cx="11183112" cy="53119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Заказчик больше не пишет в мессенджер — он ведёт трекер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7835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55851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Первые недели заказчик писал в мессенджер прямо по ходу работы: «обновите текст на кнопке», «форма не отправляется с телефона». Разработчик предложил заводить такие вещи в трекере репозитория: там обсуждение сохраняется, и статус виден обоим. Заказчик согласился и уже месяц сам заводит задачи там: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1797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7432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353743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трекер, копирует текст задачи, вставляет в чат агенту.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867759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86775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198086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19808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комментарием в ту же задачу.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1825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31060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неделю, и так будет всю жизнь проекта — заказчик уже привык вести задачи именно так. Трекер — не файл репозитория и не разовое вложение: он живёт в отдельной системе и меняется каждый день без участия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дать агенту доступ к трекеру задач?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способ — и объясните, чем остальные четыре подходят хуже для регулярного доступа.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вызывать готовую команду gh каждый раз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способов, у каждого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639058"/>
          </a:xfrm>
          <a:prstGeom prst="roundRect">
            <a:avLst>
              <a:gd name="adj" fmla="val 83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97067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2780" y="1126236"/>
            <a:ext cx="349620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5291" y="1126236"/>
            <a:ext cx="59115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85824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2780" y="1385824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агент сам пишет и шлёт запросы к эндпойнтам, сам разбирает ответ — отдельный код интеграции писать не нужно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5291" y="1385824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заранее не знает спецификацию сервиса: какие есть точки, какие у них параметры и ограничения — без документации или swagger-описания агент их не угадает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885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88565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2780" y="1988565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сервис, который кто-то хостит и обновляет сам; у вас не крутится отдельный процесс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5291" y="1988565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управляете не вы: не видно, что сервис делает внутри и когда в нём что-то меняется; плюс обычные вопросы безопасности удалённого сервиса — кому доверяете ключ, у кого ещё есть доступ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913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91308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2780" y="2591308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исполняется у вас, конфигурация — строка в репозитории, видна всей команде в ревью; контроля больше, чем у удалённого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5291" y="2591308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это всё равно живой процесс на вашей машине и чужой код — со всеми его зависимостями и правом на обновление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940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94050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2780" y="3194050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даёт ровно нужный набор операций и прав, без чужого кода в процессе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5291" y="3194050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написать минимальный сервер сейчас быстро — для этого есть готовый плагин; дорого обходится поддержка: протокол, чужие пользователи, безопасность транспорта — отдельный проект рядом с основным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967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96792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вызывать команду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gh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каждый раз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2780" y="3796792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готовый официальный CLI GitHub — авторизацию и разбор ответа он уже решил за вас, кода писать не нужно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5291" y="3796792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каждый вызов — отдельная команда без общего списка возможностей: агент не видит заранее, что вообще можно сделать, нужный вызов приходится знать заранее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747006"/>
            <a:ext cx="82296" cy="12166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875022"/>
            <a:ext cx="10643616" cy="960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Отпадает сразу.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Свой сервер избыточен — официальный сервер для трекера уже есть.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Остаётся для разового вызова.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gh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API напрямую рабочие, но требуют знать точный вызов заранее — не для растущего списка операций.</a:t>
            </a:r>
          </a:p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Два законных варианта, и почему берём один.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Между «удалённо» и «локально» выбора без ответа нет: свежий официальный пример подключается удалённо, а решение занятия — локальный процесс, потому что конфигурация становится кодом в репозитории, видимым в ревью.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Решаем: какие операции разрешить, потом — какие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778949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7800"/>
            <a:ext cx="10634472" cy="522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54841" y="2263325"/>
            <a:ext cx="258187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54841" y="2263325"/>
            <a:ext cx="258187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читать открытые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4731" y="2263325"/>
            <a:ext cx="23769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4731" y="2263325"/>
            <a:ext cx="23769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писать комментарий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69735" y="2263325"/>
            <a:ext cx="306437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9735" y="2263325"/>
            <a:ext cx="3064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создавать черновик правки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30253"/>
            <a:ext cx="11183112" cy="778949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958269"/>
            <a:ext cx="10634472" cy="522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73795"/>
            <a:ext cx="11183112" cy="1904619"/>
          </a:xfrm>
          <a:prstGeom prst="roundRect">
            <a:avLst>
              <a:gd name="adj" fmla="val 160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56675"/>
            <a:ext cx="473115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3258" y="3956675"/>
            <a:ext cx="57935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23756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63258" y="4223756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5417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541700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3258" y="4541700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85964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859645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3258" y="4859645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1775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177589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3258" y="5177589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4300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97102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Решаем: где хранить ключ и в какую область положить файл</a:t>
            </a:r>
          </a:p>
        </p:txBody>
      </p:sp>
      <p:pic>
        <p:nvPicPr>
          <p:cNvPr id="3" name="Picture 2" descr="mcp-n13-obla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5349"/>
            <a:ext cx="11183112" cy="46689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 — и порядок при конфликте имён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1701927"/>
          </a:xfrm>
          <a:prstGeom prst="roundRect">
            <a:avLst>
              <a:gd name="adj" fmla="val 11939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79932"/>
            <a:ext cx="50292" cy="162877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126236"/>
            <a:ext cx="10744200" cy="13361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  "env": { "GITHUB_PERSONAL_ACCESS_TOKEN": "${GITHUB_PAT}"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09875"/>
            <a:ext cx="11183112" cy="1317498"/>
          </a:xfrm>
          <a:prstGeom prst="roundRect">
            <a:avLst>
              <a:gd name="adj" fmla="val 2313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312547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029331"/>
            <a:ext cx="10360152" cy="2928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mcpServers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корень: все серверы этой области.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"github"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имя сервера: под ним агент зовёт инструменты,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mcp__github__…</a:t>
            </a:r>
            <a:r>
              <a:rPr sz="11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4183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322193"/>
            <a:ext cx="10360152" cy="2928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"command"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"args"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чем запускается и что именно: пакет самого сервера.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7111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615055"/>
            <a:ext cx="10360152" cy="2928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"env"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окружение процесса;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${GITHUB_PAT}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подстановка, не сам секрет.</a:t>
            </a:r>
          </a:p>
        </p:txBody>
      </p:sp>
      <p:pic>
        <p:nvPicPr>
          <p:cNvPr id="13" name="Picture 12" descr="mcp-n14-prior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6" y="4291965"/>
            <a:ext cx="9079659" cy="19861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pic>
        <p:nvPicPr>
          <p:cNvPr id="3" name="Picture 2" descr="mcp-n15-dolya-ok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79" y="1319784"/>
            <a:ext cx="10617193" cy="25879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72316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200332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Сопоставление по способам доступа, не одна цифра.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Постоянная плата — имя и инструкция каждого подключённого сервера в контексте всегда — одинакова у своего сервера, у чужого локально и у чужого удалённо: транспорт и авторство на неё не влияют, влияет только число подключённых серверов и их инструментов. Не платит её только то, что вообще не MCP-сервер — прямой вызов API или команда вроде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gh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9311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2113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35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Чужая инструкция в issue заставила агента опубликовать приватный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Вернёмся к экрану со-сборки. Мы вычеркнули строку «все репозитории, включая приватные» — вот ровно тот случай, где это решило дело.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36648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264664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66110"/>
            <a:ext cx="11183112" cy="2992500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348990"/>
            <a:ext cx="13758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7934" y="3348990"/>
            <a:ext cx="52277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2029" y="3348990"/>
            <a:ext cx="37748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31057"/>
            <a:ext cx="1375830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7934" y="3631057"/>
            <a:ext cx="5227790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2029" y="3631057"/>
            <a:ext cx="3774818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9713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971351"/>
            <a:ext cx="1375830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2 · без модели вообще (CVE-2026-61742, DBHub, CVSS 9.3 из 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7934" y="4971351"/>
            <a:ext cx="5227790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2029" y="4971351"/>
            <a:ext cx="3774818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то же трио здесь не единственный путь к утечке — сервер сам может быть незащищённым сетевым сервисом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MCP нужен, а когда не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11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091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агент через него не ходит.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95422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0515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MCP НУЖЕН, КОГДА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7947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регулярно, из нескольких сессий — разового снимка данных недостаточно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6704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670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готовы поддерживать ещё один постоянно работающий процесс с доступом к секретам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1614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1614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операций больше одной, и агент сам решает, когда к ним обращаться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524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524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подключение не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2795422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290515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MCP НЕ НУЖЕН, КОГДА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17947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разовый или редкий, и снимка данных на сегодняшний день достаточно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6704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670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такой готовности нет — тогда разовый вызов надёжнее процесса, который никто не обслуживает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1614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16143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одному известному вызову CLI — тридцатидвухкратная разница по токенам не исчезнет, даже если полностью довериться серверу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247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2475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подключение достраивает третий элемент смертельного трио — доступ к приватным данным и обработка чужого текста уже есть, остаётся канал наружу; это стоп-критерий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агент через него не 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непонятно, ходит ли агент через него вообще,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ни ответил агент,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93698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21714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71750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290607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79120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2364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12153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 одним из трёх: «всё сделал» · «новых задач не нашёл» · «во входящих пусто».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56673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5186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комментария, ни в одном из трёх случаев.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915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9717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и всю неделю: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✔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Зелёная отметка значит одно — процесс сервера поднят и ответил на рукопожатие. Пользовался ли им агент в этой конкретной задаче, она не говорит.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4167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9654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7883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стоит две недели. Агент в разных формах отчитался, что посмотрел задачи, — в репозитории ни одного черновика, а статус подключения не менялся всю неделю.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813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1614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спросить агента, почему он решил, что всё сделал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попросить агента обратиться к серверу по имени и показать вызов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варианта сужают,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5611"/>
            <a:ext cx="11183112" cy="3314382"/>
          </a:xfrm>
          <a:prstGeom prst="roundRect">
            <a:avLst>
              <a:gd name="adj" fmla="val 919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88491"/>
            <a:ext cx="20966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8748" y="1388491"/>
            <a:ext cx="42249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9972" y="1388491"/>
            <a:ext cx="40568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70558"/>
            <a:ext cx="20966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8748" y="1670558"/>
            <a:ext cx="42249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подтверждает: процесс сервера поднят и ответил на рукопожатие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99972" y="1670558"/>
            <a:ext cx="405687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проверяет, обращался ли к нему агент в этой задаче — это два разных факта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00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00275"/>
            <a:ext cx="20966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8748" y="2200275"/>
            <a:ext cx="42249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различает «процесс не поднялся», «список инструментов не получен», «нужна авторизация» — сужает круг причин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9972" y="2200275"/>
            <a:ext cx="40568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показывает, вызывал ли агент сервер именно сейчас — статус живёт отдельно от конкретной задачи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125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12554"/>
            <a:ext cx="20966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спросить агента, почему он решил, что всё сделал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8748" y="2912554"/>
            <a:ext cx="42249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вскрывает прямо: агент признаётся, что не нашёл способа проверить и ответил по смыслу задачи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9972" y="2912554"/>
            <a:ext cx="40568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пересказывает своё понимание, не наблюдение, — это тоже не факт о транспорте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248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24833"/>
            <a:ext cx="20966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 попросить обратиться к серверу по имени и показать вызов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8748" y="3624833"/>
            <a:ext cx="42249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доказывает: в выводе вызов инструмента подписан именем сервера — факт, не предположение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9972" y="3624833"/>
            <a:ext cx="40568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заранее знать имя сервера и чуть более точной формулировки задачи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8750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31552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первые три сужают картину, но ни один не факт. Доказывает работу только явный именованный вызов — разбираем его дальше.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понять, что сервер реально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7797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0599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/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/mcp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больше, чем одно слово «подключено» — отдельно видно, поднялся ли сам процесс и получен ли список инструментов. Но даже такой подробный статус — факт про процесс, не про то, обращался ли к нему именно агент в этой задаче.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284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564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Доказательный вызов.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Явное упоминание сервера в запросе: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427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707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Если ответ не приходит сразу — не спешите считать это сбоем. Запуск самого сервера и выполнение уже начатого вызова идут по разным часам: второе объективно может занимать заметно дольше первого.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спросить агента, чтобы было что проверить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13204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141220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Плохо: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«Посмотри, что скопилось во входящих, и подготовь черновики.»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«нашёл», ни «не нашёл» это не доказывает — агент мог ответить, не обращаясь к серверу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65576"/>
            <a:ext cx="82296" cy="1257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593592"/>
            <a:ext cx="10643616" cy="1001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Хорошо: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«Используя сервер трекера, выведи список открытых задач, затем подготовь черновик по каждой.»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Явное имя сервера в запросе — и есть доказательный вызов: дальше смотрим, подписан ли вызов в выводе именем сервера.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3571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7290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51302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раздел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Repository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etiquette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добавлена строка: «После подключения любого MCP-сервера и после любого подозрения в тишине — явный именованный вызов сервера, прежде чем доверять зелёному статусу».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263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06064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6905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4474921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Почему именно CLAUDE.md, не хук.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прошлом занятии в этом же файле уже стояли оба вида правил рядом: «Repository etiquette» — записанное словами, читает человек или агент; «Хук защиты ветки» — код, который срабатывает сам на конкретное событие. Здесь правило снова первого вида: «подозрение в тишине» нельзя заранее описать как событие для хука — это решение принимает человек.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то, что обещано, — не то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3334"/>
            <a:ext cx="11183112" cy="2620073"/>
          </a:xfrm>
          <a:prstGeom prst="roundRect">
            <a:avLst>
              <a:gd name="adj" fmla="val 116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66214"/>
            <a:ext cx="10991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1273" y="1666214"/>
            <a:ext cx="56760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 ЗНАЧИЛО ДЛЯ ТЕХ, КТО ЭТИМ ПОЛЬЗОВАЛСЯ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53609" y="1666214"/>
            <a:ext cx="36032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ЗАМЕТИЛИ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48281"/>
            <a:ext cx="10991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своём режиме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1273" y="1948281"/>
            <a:ext cx="567603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 была уверена, что работает в безопасном read-only режиме с чужой базой данных — а соединение на деле позволяло менять данные. Сами разработчики сервера были уверены, что ограничение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3609" y="1948281"/>
            <a:ext cx="3603238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обнаружили только тогда, когда кто-то выполнил запрос с реальным побочным эффектом и увидел, что он прошёл — чтение настройки ничего не показывало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256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25686"/>
            <a:ext cx="109916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доступ пропадает тихо, статус жив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1273" y="3025686"/>
            <a:ext cx="567603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Инструменты, которые ещё вчера работали, однажды перестали — без предупреждения, без красного статуса;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«подключён»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3609" y="3025686"/>
            <a:ext cx="360323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заметили по тому, что обычные вызовы начали требовать повторного входа, не по статусу подключения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7092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89893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Статус подключения и текст настройки говорят, каким соединение должно быть. Что оно делает на самом деле, показывает только реальное действие с наблюдаемым результатом.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достаточно посмотреть на статус, а когда нужно вызвать самому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44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624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48736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ПОСМОТРЕТЬ НА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3278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8514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8514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каждый вызов — под наблюдением человека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3148736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32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НУЖНО ВЫЗВАТЬ САМОМУ — ИЛИ РЕШЕНИЕ НЕ ПОДКЛЮЧАТЬ ВОВСЕ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35327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подтвердить, — не нужно никогда: проверяйте явным вызовом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02376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02376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485942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485942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явный вызов систематически не проходит и автор сервера не отвечает — вопрос смещается туда же, где решался первый кейс этого блока: подключать ли сервер вообще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5742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849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вы ставите первым шагом в работе с уже одобренными серверами — и что добавляете к этому следующим?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66023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92343" y="1502664"/>
            <a:ext cx="365965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8306" y="1502664"/>
            <a:ext cx="505854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77238"/>
            <a:ext cx="166023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2343" y="1777238"/>
            <a:ext cx="36596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не меняет в текущей настройке: сервер работает так же, как в день подключения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8306" y="1777238"/>
            <a:ext cx="505854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замечает обновление вовсе — доверие держится по имени сервера, не по тексту описания: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3795"/>
            <a:ext cx="166023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официальный —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2343" y="2423795"/>
            <a:ext cx="36596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снижает вероятность злого умысла самого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8306" y="2423795"/>
            <a:ext cx="505854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меняет текст описания тем же путём, каким его сменил бы злоумышленник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0703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070352"/>
            <a:ext cx="166023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2343" y="3070352"/>
            <a:ext cx="36596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канал целиком, если источник сервера зафиксирован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8306" y="3070352"/>
            <a:ext cx="505854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задаёт, какую версию держать,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7169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716909"/>
            <a:ext cx="166023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2343" y="3716909"/>
            <a:ext cx="36596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даёт контролируемую точку: обновление происходит по вашему решению, не само по себе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8306" y="3716909"/>
            <a:ext cx="505854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 проверки, когда вы всё же обновляетесь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3634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363466"/>
            <a:ext cx="166023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перечитывать описание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2343" y="4363466"/>
            <a:ext cx="36596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именно канал смены доверенного поведения — обновление больше не проходит незамеченным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8306" y="4363466"/>
            <a:ext cx="505854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требует, чтобы обновление было вообще замечено — без фиксации версии узнать об обновлении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57495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485510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pic>
        <p:nvPicPr>
          <p:cNvPr id="3" name="Picture 2" descr="mcp-n31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29"/>
            <a:ext cx="11183112" cy="29076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29688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236517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214914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версия пакета — прямо в команде запуска,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@team/notify-mcp@2.3.1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вместо того чтобы подтягивать последнюю версию при каждом старте.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289780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68178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 — туда же, куда в этом проекте уже уходят архитектурные решения. Не новый формат файла.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0138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422940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Конфигурация показывает, какая версия стоит сейчас. Запись в файле решений показывает, что было проверено в момент перехода на неё — и исчезает, если её не записать отдельно.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37868"/>
            <a:ext cx="11183112" cy="3048381"/>
          </a:xfrm>
          <a:prstGeom prst="roundRect">
            <a:avLst>
              <a:gd name="adj" fmla="val 999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57324"/>
            <a:ext cx="329184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" y="1757324"/>
            <a:ext cx="10360152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Юникод-сокрытие, 8 из 8.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Невидимые человеку юникод-символы спрятали инструкцию в описании инструмента (Rashidi, arXiv:2607.05744) — модель получала её в 8 из 8 попыток, ни разу не включив повторное одобрение. Узнали по контролируемому эксперименту: фильтр по тексту описания дал 0 ложных срабатываний на 25 безобидных описаниях — фильтр здесь ни при чём, подводит сама архитектура доверия по имени.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694584"/>
            <a:ext cx="329184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694584"/>
            <a:ext cx="10360152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Кампания Deadbugz, три вызова в запасе.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Сервер, распространённый через 23 правки на GitHub за 74 минуты, вёл себя безобидно ровно три вызова — и только потом начинал искать SSH-ключи и учётные данные. Нашли исследователи безопасности, разбирая опубликованные серверы, не команда, которая его поставила: порог в три вызова рассчитан именно на то, чтобы пройти обычную проверку «попробовал — работает».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631844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631844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350" b="1" i="0">
                <a:solidFill>
                  <a:srgbClr val="141B2E"/>
                </a:solidFill>
                <a:latin typeface="Arial"/>
              </a:rPr>
              <a:t>, полторы недели тишины.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Уже одобренный пакет получил вредоносный код при обычном обновлении: каждое отправленное письмо тайно копировалось на адрес атакующего. Около полутора недель (17–29.09.2025) это оставалось незамеченным — заметили саму рассылку, после чего пакет сняли с npm.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5376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8177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2169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80185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конфигурации теперь пять файлов: к четырём, с которых мы начали занятие, добавился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Он и дал агенту руки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44215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5394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82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6469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64690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версия зафиксирована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6554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6554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обновление — ваше явное решение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944215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305394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3328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3819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381924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держать дисциплиной действие, которое требует подтверждения на каждом вызове: для этого нужна аннотация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requiresUserInteraction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у автора сервера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48256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48256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считать себя защищённым, если автор сервера аннотацию не поставил: технического принуждения к повторному одобрению тогда не существует вовсе — только дисциплина версии и перечитывания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531822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531822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оставлять шаг в автоматизации, если и дисциплины, и аннотации всё равно недостаточно для его чувствительности — такое действие выполняет человек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8412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Ответ на один вопрос требует прочитать сорок файлов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179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роли уже можно бесплатно. Решаем, где именно должно происходить чтение, когда короткий ответ собирается из десятков файлов.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целиком, одним экраном</a:t>
            </a:r>
          </a:p>
        </p:txBody>
      </p:sp>
      <p:pic>
        <p:nvPicPr>
          <p:cNvPr id="3" name="Picture 2" descr="subagent-n37-rol-tseli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72281"/>
            <a:ext cx="11183112" cy="53119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Да или нет — а ответ собирается из сорока файлов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99"/>
            <a:ext cx="11183112" cy="3506724"/>
          </a:xfrm>
          <a:prstGeom prst="roundRect">
            <a:avLst>
              <a:gd name="adj" fmla="val 8691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56055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" y="135605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Технический директор спрашивает в чате: «а у нас уже проверяется, что бесплатный тариф не может пригласить больше пяти участников? Клиент жалуется, что пригласил восьмого».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8693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1888693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Лимит живёт не в одном месте: его проверяет middleware при добавлении участника, значение задано в конфиге тарифов, для аккаунтов до смены тарифной сетки лимит переопределён отдельной миграцией, и клиентский компонент дублирует ту же проверку на случай недоступности сервера.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62364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62364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Миграций за два года набралось пятнадцать, лимит участников менялся в трёх из них — чтобы не упустить переопределение, нужно пролистать все пятнадцать, не только три известные.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156280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56280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Набирается больше сорока открытых файлов — контроллер, пять конфигов, пятнадцать миграций, клиентский компонент, десяток тестов и ещё столько же файлов, открытых просто чтобы убедиться, что лимит не проверяется и там.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91229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8912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Правка, ради которой сессия была открыта с утра, остаётся лежать в той же вкладке — контекст занят содержимым, которое для неё почти не нужно.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9102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41903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Чтобы ответить «да, лимит есть, но для аккаунтов до миграции 2024 года не применяется», понадобилось открыть больше файлов, чем займёт сама правка.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с этим чтением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9197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64683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«Вопрос — да или нет, а ответ собирается из контроллера, пяти конфигов, пятнадцати миграций и десятка тестов.»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1381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4182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«Выберите, что делать с этим сорокафайловым чтением, — из карточек ниже.»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прочитать все файлы самому, в этой же сессии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коллегу, который давно работает с тарифами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субагента: пусть читает все файлы в своём окне и вернёт короткий ответ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вопрос как скилл на будущее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04284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04284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ответить по памяти, без проверки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Сорок файлов остаются в окне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8392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41272"/>
            <a:ext cx="15096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41761" y="1241272"/>
            <a:ext cx="344457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2640" y="1241272"/>
            <a:ext cx="54242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23339"/>
            <a:ext cx="150965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прочитать самому, в этой же сессии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1761" y="1523339"/>
            <a:ext cx="34445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полный контроль над тем, что и в каком порядке читается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2640" y="1523339"/>
            <a:ext cx="54242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окно сессии занимает содержимое сорока файлов, из которых для ответа нужен один вывод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356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35619"/>
            <a:ext cx="1509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1761" y="2235619"/>
            <a:ext cx="34445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может дать точный ответ за минуту, если коллега свеж в теме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2640" y="2235619"/>
            <a:ext cx="54242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того, свободен ли коллега прямо сейчас и помнит ли он этот участок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6533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65336"/>
            <a:ext cx="150965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читает в своём окне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1761" y="2765336"/>
            <a:ext cx="34445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сорок файлов открываются и закрываются в отдельном, одноразовом окне; обратно приходит только итог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2640" y="2765336"/>
            <a:ext cx="54242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держит то же время чтения — субагент всё равно открывает и читает все сорок файлов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776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77615"/>
            <a:ext cx="1509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вопрос как скилл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1761" y="3477615"/>
            <a:ext cx="34445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пригодится, если тот же вопрос прозвучит снова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2640" y="3477615"/>
            <a:ext cx="54242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первом запуске читает те же файлы тем же способом, в той же сессии, если делегирование не заведено отдельно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0733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07332"/>
            <a:ext cx="1509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ответить по памяти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41761" y="4007332"/>
            <a:ext cx="34445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32640" y="4007332"/>
            <a:ext cx="542420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проверки нет, а вопрос именно про проверку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211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0012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Третья карточка держит то же время чтения: сорок файлов остаются сорока файлами, их всё равно нужно открыть. Освобождается контекст: в сессию возвращается только итог, окно роли с содержимым всех сорока файлов закрывается вместе с ней.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Пример есть, измерения на выборке — нет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26844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81708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«The subagent read 6,100 tokens of files. You got a 420-token result. That's the context savings.»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устройстве контекстных окон, один показательный сценарий.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5671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8472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на порядок — но это один вымышленный пример автора документации, не статистика по множеству реальных прогонов.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70984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4508144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Сколько контекста реально экономит делегирование по сравнению с тем же объёмом работы в основной сессии, по измерению на выборке сессий, — не нашлось ни у одного источника. Это число восполняет пробел дидактическим примером, не статистикой.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Чистое окно — не чистое от всего подряд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90472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545336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«Subagents inherit every MCP tool definition from the parent session, which can fill their context window before the first turn. Disable MCP servers you are not using before spawning subagents.»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устранении ошибок.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83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563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Фокус из прошлых двух слайдов — про содержимое репозитория. Для того, что подключено MCP-серверами, за этим нужно следить отдельно: тем же списком инструментов роли, который стоял пятым блоком на одностраничнике ступени.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885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70687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нашего вопроса про лимит участников: если в родительской сессии подключены трекер задач и почтовый сервер из прошлого раздела занятия, роль, которой нужно просто прочитать сорок файлов кода, получает их описания в своё окно бесплатно — хотя ни трекер, ни почта к вопросу не относятся.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остаётся в окне после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59788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7804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мы заводим ради контекста — решаем по тому, что останется в окне после ответа, не по тому, сколько файлов пришлось открыть. Интуиция говорила: сорок файлов — это сорок файлов, где бы их ни читали. Проверка показала: число открытых файлов не меняется, меняется только то, чьё окно их держит — и это стоит того именно тогда, когда из прочитанного нужен короткий вывод.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6500"/>
            <a:ext cx="11183112" cy="1706499"/>
          </a:xfrm>
          <a:prstGeom prst="roundRect">
            <a:avLst>
              <a:gd name="adj" fmla="val 17861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9819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76595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чтение имеет смысл, когда то, что нужно вынести из десятков файлов, — короткий вывод: факт, да/нет, список в несколько строк.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6157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298594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работа продолжается на том же материале — например, рефакторинг тех же сорока файлов, — читать их придётся в любом случае; делать это в своём окне тогда входит в саму работу: дальше с этим содержимым нужно будет работать самому.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8412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Несколько независимых задач стоят в очереди друг за другом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179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Несколько задач независимы, а идут одна за одной. Решаем, что меняется, если запустить их одновременно, и чем это ограничено.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проверки вместо одной по очереди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54708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982724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Было.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Диф-ревьюер — роль с одностраничника этой ступени — уже используется каждый день. Три независимых изменения — поправки в трёх разных, не связанных друг с другом формах — проверялись одно за другим: запустить проверку первой правки, подождать итог, запустить вторую, снова подождать, и только потом третью.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Стало.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Разработчик запускает все три проверки одним действием, без единой строки настройки: три отдельных вызова одной и той же роли, каждый на свою правку. Роли не знают друг о друге и не делят между собой ничего — у каждой свой контекст, свой набор файлов, нужных для её конкретной правки.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5008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7809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Итоги приходят примерно тогда же, когда пришёл бы один — не три раза по одному.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 этого стоит взять в привычку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7876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06777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«Три проверки вместо одной по очереди — что из этого стоит взять в привычку? Выберите карточку.»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не менять — проверять по одной, это надёжнее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все три правки в одно задание для одной роли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сначала проверить, зависят ли правки друг от друга, и только потом запускать по отдельному вызову роли на каждую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469233"/>
            <a:ext cx="2686050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469233"/>
            <a:ext cx="2466594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параллелить всегда, по умолчанию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Параллельно — только когда независимо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759834"/>
          </a:xfrm>
          <a:prstGeom prst="roundRect">
            <a:avLst>
              <a:gd name="adj" fmla="val 81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8516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83738" y="1126236"/>
            <a:ext cx="25897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19831" y="1126236"/>
            <a:ext cx="59370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851634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менять — по одной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83738" y="1408303"/>
            <a:ext cx="2589788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простой, предсказуемый порядок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9831" y="1408303"/>
            <a:ext cx="593701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время ожидания складывается — три проверки по очереди всегда займут втрое больше, чем одна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23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23414"/>
            <a:ext cx="185163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объединить три правки в одно задание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3738" y="1923414"/>
            <a:ext cx="258978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один вызов, одна формулировка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9831" y="1923414"/>
            <a:ext cx="593701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роль должна держать в голове три независимых диффа сразу — находки одной правки легче спутать с другой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137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13786"/>
            <a:ext cx="1851634" cy="12161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сначала проверить зависимость, потом отдельный вызов роли на каждую задачу параллельно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3738" y="2613786"/>
            <a:ext cx="2589788" cy="12161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отделяет случай, где параллелить безопасно, от случая, где нет, и даёт каждой независимой задаче свой контекст — итоги приходят почти одновременно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9831" y="2613786"/>
            <a:ext cx="5937016" cy="12161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только когда проверка подтвердила независимость — иначе роли увидят разные версии одного и того же кода; сама проверка ничего не ускоряет, экономит время только распараллеливание, которое идёт следом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8299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829938"/>
            <a:ext cx="185163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параллелить всегда, по умолчанию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83738" y="3829938"/>
            <a:ext cx="258978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экономит время там, где правки и так независимы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9831" y="3829938"/>
            <a:ext cx="593701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там, где шаг одной роли должен видеть вывод другой, параллельный запуск оставляет у каждой роли свою, частично устаревшую картину вместо общего результата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7783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99579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Третья карточка — целевая без оговорок, двумя шагами сразу: сначала проверить условие независимости, потом запустить параллельный вызов роли на каждую задачу. Пропустить первый шаг и оставить только второй — с равной вероятностью либо сэкономит время, либо создаст рассогласование.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Фон, не очередь — и предел на двадцать разом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420416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548432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Фон, не очередь.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 определённой версии харнесса параллельный режим включён по умолчанию в интерактивной сессии: роль уходит в фон, основная сессия не ждёт её, прежде чем продолжить.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Предел — на одновременность, не на количество за сессию.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 умолчанию одновременно может работать не больше двадцати ролей; попытка завести двадцать первую падает отдельной, явной ошибкой. Число меняется переменной окружения. Общего предела на то, сколько ролей можно вызвать за всю сессию, — нет.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PASS, и между ними промежуток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1244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99260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Диф-ревьюер работает уже месяц, и правки стали крупнее. Разработчик заводит вторую роль — тестировщика, который прогоняет сценарии через форму и проверяет поведение, не только код. Обе роли получают одну и ту же крупную правку: новое поле в форме плюс изменение валидации. Диф-ревьюер проверяет код, находит, что валидация написана верно, и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означает,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означает, что форма ведёт себя ожидаемо на тех сценариях, которые он прогнал.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6661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9463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правдивы по отдельности. Между ними остался промежуток, про который не высказалась ни одна из двух ролей.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Явная граница — не координатор и не объединение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573906"/>
          </a:xfrm>
          <a:prstGeom prst="roundRect">
            <a:avLst>
              <a:gd name="adj" fmla="val 85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78161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3715" y="1126236"/>
            <a:ext cx="32802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40238" y="1126236"/>
            <a:ext cx="53166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78161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3715" y="1408303"/>
            <a:ext cx="3280218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роли проверяют разное, вместе покрывают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0238" y="1408303"/>
            <a:ext cx="53166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надёжность растёт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23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23414"/>
            <a:ext cx="178161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3715" y="1923414"/>
            <a:ext cx="328021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0238" y="1923414"/>
            <a:ext cx="531660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 самое, что узкий список инструментов роли и ограничивает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137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13786"/>
            <a:ext cx="178161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3715" y="2613786"/>
            <a:ext cx="3280218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0238" y="2613786"/>
            <a:ext cx="53166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288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28899"/>
            <a:ext cx="178161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явно расписать границы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3715" y="3128899"/>
            <a:ext cx="328021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показывает промежуток между ними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40238" y="3128899"/>
            <a:ext cx="531660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расписать нужно осознанно —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192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19270"/>
            <a:ext cx="178161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13715" y="3819270"/>
            <a:ext cx="3280218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подходит, если шаг одной роли зависит от того, что увидела другая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0238" y="3819270"/>
            <a:ext cx="53166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теряется параллельность там, где она нужна была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81855"/>
            <a:ext cx="82296" cy="141605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809870"/>
            <a:ext cx="10643616" cy="11600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уже отказались ради прошлой выгоды.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695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8496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наших двух ролей.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Диф-ревьюер и тестировщик из прошлой сцены работают без третьей роли, сверяющей их согласованность. Вот что об этом говорит измерение на масштабе, не на одном случае.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52298"/>
            <a:ext cx="11183112" cy="2620073"/>
          </a:xfrm>
          <a:prstGeom prst="roundRect">
            <a:avLst>
              <a:gd name="adj" fmla="val 1163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343738"/>
            <a:ext cx="68580" cy="243719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35178"/>
            <a:ext cx="15167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8885" y="2435178"/>
            <a:ext cx="62217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6968" y="2435178"/>
            <a:ext cx="26398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17245"/>
            <a:ext cx="15167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Cemri и др., «MAST», arXiv:2503.13657 (NeurIPS 2025 D&amp;B)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8885" y="2717245"/>
            <a:ext cx="622177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6968" y="2717245"/>
            <a:ext cx="263987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7946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794649"/>
            <a:ext cx="15167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Kim, Gu, Park и др. (Google Research), arXiv:2512.08296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8885" y="3794649"/>
            <a:ext cx="62217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последовательной задаче схема проигрывает одноагентной той же задачи на 39–70%; без координатора число ошибок усиливается в 17,2 раза относительно одноагентной системы на входе, с централизованной проверкой — в 4,4 раза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16968" y="3794649"/>
            <a:ext cx="263987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20957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458117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52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801" y="1319784"/>
            <a:ext cx="9833348" cy="29500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34380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562396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Диф-ревьюер с одностраничника этой ступени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251244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379260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Граница, записанная в двух описаниях, не гарантирует отсутствие промежутка между ними — она делает промежуток видимым тому, кто читает оба описания рядом. Увидеть промежуток до показа заказчику остаётся решением человека, не роли.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разворот мнения метит границу, и 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10617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805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Отраслевой разворот, как метка границы.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Одна команда год назад полностью отвергала мультиагентность, называя неструктурированный «рой» отвлекающим фактором. Десять месяцев спустя она же вернулась к двум узким паттернам — ревью-цепочка (отдельная роль находит в среднем два бага на правку, из них около 58% серьёзных) и связка из двух разных топ-моделей на самых сложных сценариях. «Рой» без границ она по-прежнему называет отвлекающим фактором.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46096"/>
            <a:ext cx="82296" cy="10617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74112"/>
            <a:ext cx="10643616" cy="805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Интуиция говорила: несколько ролей в сумме быстрее и надёжнее одной. Проверка показала: выгода реальна там, где задачи и правда независимы и границы между ними названы явно; там, где задача последовательна или граница не названа, разбиение на роли не складывает результат — умножает ошибку или оставляет промежуток, за который не отвечает никто.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72408"/>
            <a:ext cx="5454396" cy="1905000"/>
          </a:xfrm>
          <a:prstGeom prst="roundRect">
            <a:avLst>
              <a:gd name="adj" fmla="val 159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8821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ОПРАВДАНА, КОГДА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564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64743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64743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узкая роль проверяет одну конкретную правку в своей зоне и этим окупается — диф-ревьюер и тестировщик из нашей сцены, ровно этот случай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3772408"/>
            <a:ext cx="5454396" cy="1905000"/>
          </a:xfrm>
          <a:prstGeom prst="roundRect">
            <a:avLst>
              <a:gd name="adj" fmla="val 159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38821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ОПРАВДАНА — КООРДИНАТОР ИЛИ ОБЪЕДИНЕНИЕ ЛИШНИЕ, КОГДА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4156456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 зависимы — разбиение на роли умножает ошибку: в 17,2 раза без координатора, в 4,4 даже при централизованной проверке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460248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4602480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лишний слой поверх уже сделанной работы не окупается — координатору нечего делать, кроме как сверять то, что уже сделали другие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504850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5048504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задача и так дешёвая, а цена пропущенной ошибки низкая — одна роль почти всегда дешевле двух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4792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7594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29637"/>
            <a:ext cx="11183112" cy="2974086"/>
          </a:xfrm>
          <a:prstGeom prst="roundRect">
            <a:avLst>
              <a:gd name="adj" fmla="val 1024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4909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490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81731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08173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816680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816680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551629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551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386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6666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654234"/>
          </a:xfrm>
          <a:prstGeom prst="roundRect">
            <a:avLst>
              <a:gd name="adj" fmla="val 834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6214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3595" y="1126236"/>
            <a:ext cx="4226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6302" y="1126236"/>
            <a:ext cx="45305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62149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3595" y="1408303"/>
            <a:ext cx="422640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разовую проверку одной правки без единой строки настройки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6302" y="1408303"/>
            <a:ext cx="4530545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формулировку не фиксирует: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767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76767"/>
            <a:ext cx="162149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3595" y="2076767"/>
            <a:ext cx="422640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держит формулировку верной, пока вы сами помните, что в неё включить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26302" y="2076767"/>
            <a:ext cx="4530545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не фиксирует и прав не урезает — расходится от раза к разу тем же способом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4523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45232"/>
            <a:ext cx="1621491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595" y="2745232"/>
            <a:ext cx="422640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переиспользует процедуру внутри той же сессии без пересказа условий заново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6302" y="2745232"/>
            <a:ext cx="4530545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подгружается в тот же контекст той же сессией — ни изоляции контекста, ни урезания прав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57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5739"/>
            <a:ext cx="1621491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3595" y="3245739"/>
            <a:ext cx="422640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специализирует роль — фиксирует формулировку файлом и урезает права под конкретную работу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6302" y="3245739"/>
            <a:ext cx="4530545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верно маршрутизирует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14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14203"/>
            <a:ext cx="1621491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3595" y="3914203"/>
            <a:ext cx="422640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даёт точный ответ за минуту, если коллега прямо сейчас свободен и помнит участок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6302" y="3914203"/>
            <a:ext cx="4530545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зависит от присутствия и памяти другого человека, не от самой задачи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76218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89019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закрепить файлом — значит специализировать роль: имя, инструкция и урезанные права под эту конкретную работу.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6036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67476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8916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558916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558916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0983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1840983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1840983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183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18388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2918388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2918388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1877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4678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Делегирование не бывает бесплатным ни разу — платите токенами всегда, даже когда экономите место в своём окне. Для разовой проверки эта цена мала; при частом повторении она складывается в заметную статью расхода, не только в удобство.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06974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544134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815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00695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300695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300695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82762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582762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582762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124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12479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112479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112479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247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24759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824759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824759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38098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266114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и есть специализация ролей по инструкциям: своё имя — чтобы звать роль явно, своя инструкция — чтобы не пересказывать условия заново, свои права — чтобы роль не сделала того, за чем её не звали. 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09090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7434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62854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name: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diff-reviewer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имя, по которому роль вызывают явно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22760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958873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description: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Независимый ревьюер diff'ов. Видит только сам diff и критерии приёмки, не рассуждения автора. Используй перед мержем любого нетривиального изменения. НЕ для ревью архитектурных решений (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doc/adr/</a:t>
            </a:r>
            <a:r>
              <a:rPr sz="1350" b="0" i="0">
                <a:solidFill>
                  <a:srgbClr val="141B2E"/>
                </a:solidFill>
                <a:latin typeface="Arial"/>
              </a:rPr>
              <a:t>) — это отдельная роль.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80869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9382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Glob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без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Edit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34133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024149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Тело роли (системный промпт): «Ты не правишь код сам — только находишь проблемы. Начни ответ строкой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VERDICT: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BLOCK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Затем: что проверено — конкретно, какие файлы прочитаны, — и находки: что не так, где, почему важно. Пустой список находок — валидный PASS.»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46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74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Три месяца назад в каталоге ролей этого курса — том самом, что вы сейчас видите как учебный материал, — завели роль литературного редактора и попытались сузить ей права: в файле появилась строка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36648"/>
            <a:ext cx="11183112" cy="1018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92096"/>
            <a:ext cx="117563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ЗАПИСАНО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0307" y="2292096"/>
            <a:ext cx="306171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ХАРНЕСС ВИДИТ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8324" y="2292096"/>
            <a:ext cx="61959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ИТОГ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66670"/>
            <a:ext cx="117563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307" y="2566670"/>
            <a:ext cx="3061712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два отдельных имени инструментов —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8324" y="2566670"/>
            <a:ext cx="619595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 одно не совпадает ни с одним реальным инструментом — список резолвится в пустое множество нераспознанных записей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35584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" y="341071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74770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002785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попытки параллельного запуска — три одинаковых отказа. Явно пустой список (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[]</a:t>
            </a:r>
            <a:r>
              <a:rPr sz="1450" b="1" i="0">
                <a:solidFill>
                  <a:srgbClr val="141B2E"/>
                </a:solidFill>
                <a:latin typeface="Arial"/>
              </a:rPr>
              <a:t>) дал бы роль без единого инструмента, но живую. Здесь харнесс сделал другое: отказался запускать роль вовсе.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0373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898389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1400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4202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та же проверка на любом каталоге ролей, прямо сейчас.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86992"/>
            <a:ext cx="82296" cy="159715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15008"/>
            <a:ext cx="10643616" cy="1341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роль с урезанным списком инструментов, само делегирование заводить не требовалось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48736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32784"/>
            <a:ext cx="5088636" cy="2961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02894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028948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47497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474972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348736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4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7327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22376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22376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65943" y="5268468"/>
            <a:ext cx="463044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5943" y="5268468"/>
            <a:ext cx="463044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14 файлов ролей в каталоге .claude/agents/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403" y="5268468"/>
            <a:ext cx="269860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4403" y="5268468"/>
            <a:ext cx="269860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13 без поля tools: вовсе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98820"/>
            <a:ext cx="1118311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798820"/>
            <a:ext cx="111831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 с полем, которое не резолвится (tools: All tools, слайд назад). Значит: тринадцать ролей, включая те, чья единственная работа — оценивать материал, технически имеют право его и править.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урезание начинает мешать работе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5397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8198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Узкий список инструментов диф-ревьюера из этого кейса был верным выбором для роли, которая только находит проблему. Тем же списком — без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не хватит роли, чья работа эту проблему чинить.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4463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87343"/>
            <a:ext cx="27824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4548" y="3587343"/>
            <a:ext cx="4973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ПО РАБОТЕ → ПРАВА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4721" y="3587343"/>
            <a:ext cx="2622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69410"/>
            <a:ext cx="27824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code-reviewer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4548" y="3869410"/>
            <a:ext cx="497386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и искать, не менять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Glob,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/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4721" y="3869410"/>
            <a:ext cx="2622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— ревью не чинит код само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3991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399127"/>
            <a:ext cx="27824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debugger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4548" y="4399127"/>
            <a:ext cx="497386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чинить баг, то есть менять код → тот же набор плюс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возвращён обратно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4721" y="4399127"/>
            <a:ext cx="2622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может сделать то, ради чего её завели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закрыта: четыре строки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9749"/>
            <a:ext cx="11183112" cy="4227194"/>
          </a:xfrm>
          <a:prstGeom prst="roundRect">
            <a:avLst>
              <a:gd name="adj" fmla="val 72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22629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222629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222629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222629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04696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504696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504696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 один паттерн записи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из шести способов коммита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504696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остальных пяти молчит; человека с терминалом не видит вовсе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169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16975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216975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216975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Загружает файл по точному совпадению описания-триггера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216975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триггера не сработает вообще — содержимого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9292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929255"/>
            <a:ext cx="125995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929255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Предотвращаем на входе, решаем после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929255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Урезает права до подключения, не после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929255"/>
            <a:ext cx="342342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вычеркнутой строки «все репозитории, включая приватные» воспроизводится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066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06659"/>
            <a:ext cx="125995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4006659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4006659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Делегирует задачу бесплатно, без единой строки конфигурации; список инструментов урезается синтаксисом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4006659"/>
            <a:ext cx="342342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Урезание держится настолько буквально, что одна неверная строка не ослабляет права роли — она останавливает её запуск вовсе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672518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800534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«Четыре строки заполнены. Вся ось этого занятия закрыта.»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562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364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СХЕМА, НЕ СНИМОК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16446"/>
            <a:ext cx="11183112" cy="2730753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99326"/>
            <a:ext cx="13124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4589" y="2299326"/>
            <a:ext cx="60613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ПУТЬ ИЛИ АРТЕФАКТ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2285" y="2299326"/>
            <a:ext cx="30045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81393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4589" y="2581393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.claude/hooks/selftest-branch-guard.sh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2285" y="2581393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285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28548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4589" y="2928548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.claude/skills/deploy/SKILL.md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2285" y="2928548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плану, коммита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75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75702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CLAUDE.md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4589" y="3275702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 строк / 5 разделов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2285" y="3275702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228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22857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DECISIONS.md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4589" y="3622857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документационный слой репозитория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285" y="3622857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изменений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9700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970011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4589" y="3970011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права вычеркнуты до трёх операций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2285" y="3970011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плану, коммита нет и не будет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3171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4317166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4589" y="4317166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.claude/agents/diff-reviewer.md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Glob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2285" y="4317166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плану, коммита нет и не будет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36747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49549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8645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4132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«Агент видит только то, что лежит в репозитории и в разговоре с вами.»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08299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436315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«Где заканчивается этот контекст — и что вы заводите первым: доступ наружу или отдельного исполнителя с урезанными правами?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0236"/>
            <a:ext cx="11183112" cy="3461004"/>
          </a:xfrm>
          <a:prstGeom prst="roundRect">
            <a:avLst>
              <a:gd name="adj" fmla="val 88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63116"/>
            <a:ext cx="2952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84130" y="1163116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1345" y="1163116"/>
            <a:ext cx="68155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45183"/>
            <a:ext cx="295202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4130" y="1445183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45" y="1445183"/>
            <a:ext cx="681550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7923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792338"/>
            <a:ext cx="295202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подключён, агент не ходит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130" y="1792338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345" y="1792338"/>
            <a:ext cx="681550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394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39492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130" y="2139492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45" y="2139492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69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669209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4130" y="2669209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345" y="2669209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grep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своём проекте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1989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198926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родитель видит только итог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4130" y="3198926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1345" y="3198926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7286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728643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4130" y="3728643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1345" y="3728643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34610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" y="4789474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агент расширяет свой контекст по-разному, и необъявленный пробел в том, что из этого проверяемо, стоил бы дороже, чем объявленный.»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61786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889802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«Ось этого занятия закрыта — все четыре строки теперь можно хотя бы частично проверить.»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