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словарь. MCP (Model Context Protocol)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Как это устроено целиком — от сервера до цены в контексте — одним экраном, прямо дальше.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владельца: 9 декабря 2025 года компания, создавшая протокол, передала его отдельному направленному фонду под Linux Foundation — тому же типу управления, что у Kubernetes и Node.js. Это открытый протокол, не разработка одной компании.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Я буду возвращаться к этому экрану весь блок.</a:t>
            </a:r>
          </a:p>
          <a:p/>
          <a:p>
            <a:r>
              <a:t>Где объявляется — файл конфигурации, одна из трёх областей видимости; какая именно и почему — разберём отдельно, когда будем собирать подключение; здесь только место на карте.</a:t>
            </a:r>
          </a:p>
          <a:p/>
          <a:p>
            <a:r>
              <a:t>Что такое сервер и где работает — отдельная программа, не часть Claude Code. Два места: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Что передаётся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Что передаётся при вызове — когда модель решает вызвать инструмент, в сервер уходит его полное имя с префиксом сервера и аргументы, которые модель собрала.</a:t>
            </a:r>
          </a:p>
          <a:p/>
          <a:p>
            <a:r>
              <a:t>Что из этого попадает в контекст и чего это стоит — только имена и инструкции при старте; полная схема инструмента подгружается отдельно, когда модель решает, что он может понадобиться. Цену худшего случая без этой отсрочки разберём отдельной цифрой дальше в кейсе.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 про элиситацию отдельно: сервер может запросить данные у человека прямо посреди вызова — форму или ссылку для перехода, отдельным каналом от обычного разрешения на вызов инструмента.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по ним черновики правок. Выберите способ, которым вы дадите ему доступ снаружи, — и будьте готовы объяснить, почему именно он.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обойтись разовой командой.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где работает и что ограничивает, вывод — из сочетания.</a:t>
            </a:r>
          </a:p>
          <a:p/>
          <a:p>
            <a:r>
              <a:t>Прямой вызов API работает для одного эндпойнта, который вы готовы обслуживать сами, — но тогда модель не видит стандартного списка возможностей, каждый новый сервис это отдельный код. Чужой сервер удалённо снимает с вас процесс на машине, но официальность не гарантирует заявленное поведение. Чужой сервер локально делает конфигурацию кодом в репозитории — ценой ещё одного процесса, который крутится у вас, и риска тихого обновления пакета. Свой сервер оправдан, только когда готового для нужного сервиса просто нет. Разовая команда закрывает единичное действие и всё.</a:t>
            </a:r>
          </a:p>
          <a:p/>
          <a:p>
            <a:r>
              <a:t>Вывод: для регулярного доступа нескольких сессий к общему трекеру — разовая команда и свой сервер отпадают сразу, прямой API — не для этой частоты.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официальность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«просто довериться официальности» не вынесено отдельной карточкой: это отношение к уже выбранному серверу, не отдельный способ доступа — та же мысль выражена здесь ограничением строки «удалённо».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отчитался, что выполнил задачу,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Дальше — два тайм-аута, которые легко перепутать между собой; это следующий слайд.</a:t>
            </a:r>
          </a:p>
          <a:p/>
          <a:p>
            <a:r>
              <a:t>Если спросят про статус подробнее, чем в таблице: каждая строка — не предположение, а буквальный вывод команды, задокументированный официально; «tools fetch failed» встречается и в публичных обсуждениях этого же продукта как реальный, не гипотетический статус.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</a:t>
            </a:r>
          </a:p>
          <a:p/>
          <a:p>
            <a:r>
              <a:t>Переподключение устроено по-разному. Удалённый сервер, оборвавшийся посреди сессии, переподключается сам. А вот локальный процесс по </a:t>
            </a:r>
            <a:r>
              <a:rPr>
                <a:latin typeface="Consolas"/>
              </a:rPr>
              <a:t>stdio</a:t>
            </a:r>
            <a:r>
              <a:t> — нет: упавший процесс не перезапускается автоматически,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длительность;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доказательный вызов систематически не проходит, а автор сервера не отвечает — это ровно пятая карточка вопроса, «написать автору», и её собственное ограничение: часы-дни без результата. В этот момент вопрос перестаёт быть про диагностику и возвращается туда же, где решался первый кейс этого блока: не «как проверить этот сервер», а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 — и в каждом подменился свой канал.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не вопрос настройки, а вопрос,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дальше не подсказываю: разбор пройдёт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противоречие, а разные базы сравнения, обе названы явно.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вся роль сразу, шесть частей. Дальше я буду возвращаться к этому экрану.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мы его уже видели на предыдущем слайде.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сработала, это не «роль повела себя не так», а она вообще не была вызвана.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то, с чем мы только что работали руками: что значит каждая запись в </a:t>
            </a:r>
            <a:r>
              <a:rPr>
                <a:latin typeface="Consolas"/>
              </a:rPr>
              <a:t>tools:</a:t>
            </a:r>
            <a:r>
              <a:t>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мы разбирали в свидетельствах этого кейса, здесь только напоминание: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роль, а не то, что она отработает правильно; это разные вопросы, к первому мы ещё вернёмся на провале.</a:t>
            </a:r>
          </a:p>
          <a:p/>
          <a:p>
            <a:r>
              <a:t>Что из состояния три пятого блока получается на материале самого курса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на следующем слайде.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Если спросят, как узнать заранее, в какую границу попадает новая роль: спросите не «что мы отняли», а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второму кейсу про урезанные права: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разберём в этом же кейсе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вещи отдельно от всего, что уже разобрали на этом кейсе. Первая: журнал — это запись действия, не запись понимания. Он скажет, что роль открыла нужный файл. Он не скажет, правильно ли она истолковала увиденное — из одного и того же действия можно сделать и верный вывод, и неверный, и журнал оба случая запишет одинаково. Подтвердить само суждение может только тот, кто сам читает тот же материал и сравнивает его со своим выводом.</a:t>
            </a:r>
          </a:p>
          <a:p/>
          <a:p>
            <a:r>
              <a:t>Вторая: сама сверка не бесплатна, и это уже звучало на слайде про журнал — его не читают по умолчанию, это отдельный шаг. На правке в несколько строк этот шаг может занять примерно столько же времени, сколько просто открыть сам diff и прочитать его. Тогда формат не экономит ничего, кроме видимости процесса.</a:t>
            </a:r>
          </a:p>
          <a:p/>
          <a:p>
            <a:r>
              <a:t>Если спросят, не противоречит ли это критерию на следующем слайде: нет, это другая ось. Критерий цены ошибки отвечает, когда формата недостаточно. Эта граница отвечает на другой вопрос — чего формат не даст никогда, сколько бы ни читали, и когда сама читка дороже работы, которую она должна проверить.</a:t>
            </a:r>
          </a:p>
          <a:p/>
          <a:p>
            <a:r>
              <a:t>Если спросят про конкретный порог: порога нет и не называется — это не числовая граница, а две структурные причины, по которым ни формат, ни журнал не заменяют человека полностью.</a:t>
            </a:r>
          </a:p>
          <a:p/>
          <a:p>
            <a:r>
              <a:t>Если спросят, не то же ли это, что честный пробел на свидетельствах: нет, это другое. Там пробел — про то, что у курса нет команды, которую студент мог бы прогнать и увидеть ту же поломку своими глазами; это ограничение доказательной базы занятия, не кейса. Здесь — про то, что даже при полном журнале, без всякого пробела в доказательствах, суждение роли всё равно не проверяется техническим средством, только чтением того же материала человеком.</a:t>
            </a:r>
          </a:p>
          <a:p/>
          <a:p>
            <a:r>
              <a:t>Если спросят, можно ли первую границу закрыть технически — например, заставить роль объяснять ход рассуждений подробнее: нет, это тот же разрыв, что и в проваленном на предыдущем слайде сигнале «успех/неуспех» — канал делегирования односторонний, родитель получает только то, что роль решила написать. Больше объяснений в тексте ответа — это по-прежнему текст, который можно написать убедительно, не совершив и не поняв того, что в нём описано; это уже разбирал первый провал этого кейса.</a:t>
            </a:r>
          </a:p>
          <a:p/>
          <a:p>
            <a:r>
              <a:t>Если спросят про вторую границу — почему тогда вообще использовать формат, если проверка иногда дороже работы: на большинстве правок отдельный шаг сверки себя окупает, экономя время. Граница называет именно исключение — маленькую правку, где это соотношение переворачивается; на остальных правках формат работает как и раньше.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тестировщика: он прогоняет сценарии через форму и проверяет поведение, не только код. Обе роли получают одну и ту же правку: новое поле в форме плюс изменение валидации.</a:t>
            </a:r>
          </a:p>
          <a:p/>
          <a:p>
            <a:r>
              <a:t>Диф-ревьюер проверяет код и возвращает </a:t>
            </a:r>
            <a:r>
              <a:rPr>
                <a:latin typeface="Consolas"/>
              </a:rPr>
              <a:t>PASS</a:t>
            </a:r>
            <a:r>
              <a:t> — в прочитанном коде проблем нет. Тестировщик проверяет форму на обычных сценариях и тоже возвращает </a:t>
            </a:r>
            <a:r>
              <a:rPr>
                <a:latin typeface="Consolas"/>
              </a:rPr>
              <a:t>PASS</a:t>
            </a:r>
            <a:r>
              <a:t> — на прогнанных сценариях форма ведёт себя ожидаемо.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Для наших двух ролей это значит вот что. Диф-ревьюер и тестировщик работают без третьей роли, которая сверяла бы их согласованность. По цифрам таксономии рассогласование между агентами — вторая по весу причина отказов, почти вровень со спецификацией самой задачи: тридцать семь против сорока двух процентов.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тех же двух категорий — сорок два и тридцать семь, — пересказанная как будто отдельное измерение.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закрывает промежуток между ролями, — явная граница в описании каждой роли, в обе стороны. Диф-ревьюер уже это делает: «НЕ для ревью архитектурных решений — это отдельная роль». Тестировщику нужна симметричная строка: что входит в проверку и что остаётся снаружи, по-доменному.</a:t>
            </a:r>
          </a:p>
          <a:p/>
          <a:p>
            <a:r>
              <a:t>Граница в двух описаниях не гарантирует отсутствие промежутка между ними — она делает его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Год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</a:t>
            </a:r>
          </a:p>
          <a:p/>
          <a:p>
            <a:r>
              <a:t>Диф-ревьюер и тестировщик из нашей сцены — ровно первый случай: каждая роль проверяет одну правку в своей узкой зоне, не управляет системой целиком. Третья роль-координатор из прошлого разбора карточек была бы вторым случаем.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десять месяцев спустя та же команда пересмотрела собственную публичную позицию по итогам практики; это и собственное число автора во втором посте («10 months ago, I wrote…»), не только разница дат.</a:t>
            </a:r>
          </a:p>
          <a:p/>
          <a:p>
            <a:r>
              <a:t>Если спросят, относятся ли цифры про два бага на правку к нашей сцене напрямую: это отраслевой пример другой команды на другом процессе; на сцену курса переносится форма паттерна — узкая роль поверх одной правки, — число остаётся свойством отраслевого примера.</a:t>
            </a:r>
          </a:p>
          <a:p/>
          <a:p>
            <a:r>
              <a:t>Если спросят, сколько багов осталось бы необнаруженными без отдельной роли-ревьюера: источник не публикует такую базу — он называет только абсолютное число находок самой ревью-роли, не сравнение с результатом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физически рвёт связь, которую должен видеть следующий шаг, и число ошибок усиливается — в семнадцать целых две десятых раза без координатора, в четыре целых четыре десятых раза даже с централизованной проверкой. Если задача дешёвая, а цена пропущенной ошибки низкая — одна роль дешевле двух, сколько бы раз она ни повторялась.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показала: права урезаются до подключения, не после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„подключён“»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команда не выполняется.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165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810" y="2027631"/>
            <a:ext cx="34119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6105" y="2027631"/>
            <a:ext cx="21139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6380" y="2027631"/>
            <a:ext cx="3540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1657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7810" y="2309698"/>
            <a:ext cx="34119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6105" y="2309698"/>
            <a:ext cx="21139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6380" y="2309698"/>
            <a:ext cx="3540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1657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7810" y="3021977"/>
            <a:ext cx="34119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6105" y="3021977"/>
            <a:ext cx="21139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— утверждение.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6380" y="3021977"/>
            <a:ext cx="3540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вторая. Границы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9501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72534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055668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72487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372487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50050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372487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372487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884551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6003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4650867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733163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целиком, одним экраном</a:t>
            </a:r>
          </a:p>
        </p:txBody>
      </p:sp>
      <p:pic>
        <p:nvPicPr>
          <p:cNvPr id="3" name="Picture 2" descr="mcp-n09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9362"/>
            <a:ext cx="11183112" cy="35692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почему именно 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область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200907"/>
          </a:xfrm>
          <a:prstGeom prst="roundRect">
            <a:avLst>
              <a:gd name="adj" fmla="val 95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2078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2891" y="1126236"/>
            <a:ext cx="37118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035" y="1126236"/>
            <a:ext cx="54458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2891" y="1385824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единичный эндпойнт: вы сами пишете запрос и разбор ответа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035" y="1385824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нет стандартного обнаружения инструментов моделью — каждый новый сервис это отдельный код интеграции, который пишете и поддерживаете сами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4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42516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2891" y="1842516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не требует постоянного процесса на вашей машине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1035" y="1842516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45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45258"/>
            <a:ext cx="1220787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2891" y="2445258"/>
            <a:ext cx="3711840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видимая всей команде в ревью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1035" y="2445258"/>
            <a:ext cx="5445812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машина держит ещё один постоянно работающий процесс; команда запуска без зафиксированной версии подтягивает последнюю при каждом старте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048000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891" y="3048000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нужен нестандартный набор операций или прав, которого готовый сервер не даёт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1035" y="3048000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отдельная разработка и поддержка протокола — второй проект рядом с основным, не разовая настройка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04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04692"/>
            <a:ext cx="122078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обойтись разовой командой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2891" y="3504692"/>
            <a:ext cx="3711840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1035" y="3504692"/>
            <a:ext cx="544581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08855"/>
            <a:ext cx="82296" cy="15499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436871"/>
            <a:ext cx="10643616" cy="1293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для нашего случая — регулярный доступ нескольких сессий к общему трекеру — разовая команда и свой сервер отпадают сразу: первая не масштабируется на такую частоту, второй избыточен, раз готовый сервер уже существует. Прямой API остаётся вариантом только для единичного действия, не для повторяющейся задачи. Между «удалённо» и «локально» выбора без ответа нет — оба законны: свежий официальный пример для этого же сервиса подключается удалённо, а решение этого занятия — локальный процесс, потому что тогда конфигурация становится кодом в репозитории, видимым в ревью всей команде.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5381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08182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1967499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1967499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1967499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1967499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1967499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1967499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605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688579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7425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57132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3757132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39199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2080" y="4039199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386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386353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2080" y="4386353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7335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733508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2080" y="4733508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080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080662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2080" y="5080662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0142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2944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3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pic>
        <p:nvPicPr>
          <p:cNvPr id="5" name="Picture 4" descr="mcp-n14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3090545"/>
            <a:ext cx="9061917" cy="317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5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отчитался, что выполнил задачу,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7860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7860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343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34397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634397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634397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3466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346676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4346676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4346676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436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6316"/>
            <a:ext cx="40673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9435" y="1666316"/>
            <a:ext cx="64574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48383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9435" y="1948383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955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95537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fetch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9435" y="2295537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6426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642692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Needs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435" y="2642692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9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9846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✘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Failed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9435" y="2989846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337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337001"/>
            <a:ext cx="40673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‖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Pending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9435" y="3337001"/>
            <a:ext cx="64574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454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6256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тот самый явный именованный: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тайм-аута: старт сервера и выполнение вызова</a:t>
            </a:r>
          </a:p>
        </p:txBody>
      </p:sp>
      <p:pic>
        <p:nvPicPr>
          <p:cNvPr id="3" name="Picture 2" descr="mcp-n23-taym-auty-shka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8550"/>
            <a:ext cx="11183112" cy="24463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 из 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104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10469"/>
            <a:ext cx="149231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810469"/>
            <a:ext cx="465475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810469"/>
            <a:ext cx="42313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60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3662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ПЕРИОДИЧЕСКОЙ ПРОВЕРКИ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922879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03260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ВЫЗОВ — ИЛИ РЕШЕНИЕ НЕ ПОДКЛЮЧАТЬ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3069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979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9790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63356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63356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доказательный вызов систематически не проходит, а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256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440"/>
            <a:ext cx="22453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7418" y="1615440"/>
            <a:ext cx="3536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0595" y="1615440"/>
            <a:ext cx="4596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97507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7418" y="1897507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никогда не обновляется, описание не меняется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0595" y="1897507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доверие —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7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722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7418" y="242722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0595" y="242722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тем же путём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6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6941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7418" y="2956941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целиком, если источник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0595" y="2956941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задаёт версию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866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86658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7418" y="3486658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контролируемую точку: обновление — по вашему решению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0595" y="3486658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163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16374"/>
            <a:ext cx="22453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7418" y="4016374"/>
            <a:ext cx="353687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смены доверенного поведения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0595" y="4016374"/>
            <a:ext cx="45962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требует, чтобы обновление было замечено — без фиксации версии узнать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35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6242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45309"/>
            <a:ext cx="32367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8819" y="2045309"/>
            <a:ext cx="38034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ПОДМЕНИЛОСЬ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18559" y="2045309"/>
            <a:ext cx="33382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27376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8819" y="2327376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описания инструмента — скрыт юникод-символами, невидимыми человеку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8559" y="2327376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 из 8 доставок, 0 ложных срабатываний на 25 описаниях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857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57093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819" y="2857093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поведение сервера — после прохождения ручной проверки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8559" y="2857093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безобидных вызова, затем поиск SSH-ключей и credentials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3868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386810"/>
            <a:ext cx="323671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8819" y="3386810"/>
            <a:ext cx="38034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уже одобренного пакета — при обычном обновлении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8559" y="3386810"/>
            <a:ext cx="33382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около 1,5 недели (17–29.09.2025) незамеченной BCC-копии писем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6691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9493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941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2742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73349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298307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25739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74837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74837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4117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411700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52473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52473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490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8173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166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5516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PASS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|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43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91" y="1524304"/>
            <a:ext cx="11114968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84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8476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545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450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5123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003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00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047996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047996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047996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047996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78348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578348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 работе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8503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1305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35528"/>
            <a:ext cx="11183112" cy="1879599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18408"/>
            <a:ext cx="257735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9457" y="3518408"/>
            <a:ext cx="186060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 РАБОТЕ НУЖНО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6363" y="3518408"/>
            <a:ext cx="336591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ПРАВА (КАК У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DIFF-REVIEWER</a:t>
            </a:r>
            <a:r>
              <a:rPr sz="1150" b="1" i="0">
                <a:solidFill>
                  <a:srgbClr val="6B7685"/>
                </a:solidFill>
                <a:latin typeface="Arial"/>
              </a:rPr>
              <a:t> ИЗ ЭТОГО КЕЙСА)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585" y="3518408"/>
            <a:ext cx="242826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72814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9457" y="3972814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6363" y="3972814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8585" y="3972814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5025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502531"/>
            <a:ext cx="25773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9457" y="4502531"/>
            <a:ext cx="1860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 — значит, менять код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6363" y="4502531"/>
            <a:ext cx="33659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8585" y="4502531"/>
            <a:ext cx="242826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56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36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7699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37155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371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697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697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Все три ответа приходят быстро и выглядят одинаково надёжно: вердикт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4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6024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13506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13506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824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5104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20686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3566"/>
            <a:ext cx="31564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88597" y="1303566"/>
            <a:ext cx="324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78099" y="1303566"/>
            <a:ext cx="39787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5633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88597" y="1585633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ответ по форме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78099" y="1585633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правдивый и неправдивый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5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5350"/>
            <a:ext cx="315649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8597" y="2115350"/>
            <a:ext cx="32431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099" y="2115350"/>
            <a:ext cx="397874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не доказывает правду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62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62504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назвать файлы и команды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8597" y="2462504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действие проверяется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099" y="2462504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названия не доказывают, что вызов был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22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992221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вызовов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8597" y="2992221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единственная запись физических действий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099" y="2992221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 — отдельный шаг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21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21938"/>
            <a:ext cx="315649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8597" y="3521938"/>
            <a:ext cx="324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именно этот сценарий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8099" y="3521938"/>
            <a:ext cx="397874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риск остаётся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4245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7046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6595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758035"/>
            <a:ext cx="68580" cy="188950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4947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849475"/>
            <a:ext cx="490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6475" y="1849475"/>
            <a:ext cx="27603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154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213154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6 из ~15 параллельных субагентов: уверенный отчёт без единого вызова инструмента, у двух — выдуманная инъекция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6475" y="213154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438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4382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4382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внутри субагента не долетает до родителя: фан-аут выглядит успешным, хотя запись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6475" y="284382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отчёт, статус открыт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06493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543653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4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34" y="943356"/>
            <a:ext cx="10943683" cy="290007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0802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13604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Случай 1.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Решение «deny» было верным для опасной команды субагента — она всё равно выполнилась. Найдено уже после реальной потери данных.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Случай 2.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Блокировка сработала для сессии и одного тестового субагента, но не для другого с тем же файлом настроек; детерминированно не воспроизводится.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6032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88336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закрывают ни формат, ни журнал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392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672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Эта граница — не про цену ошибки: про неё дальше. Здесь — про то, что ни формат, ни журнал не берут на себя, сколько бы их ни читали.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ПОДЛИННОСТЬ СУЖДЕНИЯ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375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журнал показывает, что файл открыт; понял ли его верно — скажет только тот, кто сам читает то же самое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ЦЕНА САМОЙ ПРОВЕРКИ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83758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сверка «что проверено» с журналом — отдельный шаг; на правке в несколько строк он может занять не меньше времени, чем просто открыть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2854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работает уже месяц, правки стали крупнее. Разработчик заводит вторую роль — тестировщика: он прогоняет сценарии через форму и проверяет поведение, не только код.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6118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16118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Обе роли получают одну и ту же правку: новое поле в форме плюс изменение валидации.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9151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49151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проверяет код и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прочитанном коде проблем нет. Тестировщик проверяет форму на обычных сценариях и тоже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на прогнанных сценариях форма ведёт себя ожидаемо.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2646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2646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 уходит в показ. Заказчик вводит email с пробелом перед доменом — сценарий, который не вошёл ни в код, который читал диф-ревьюер, ни в сценарии, которые прогонял тестировщик.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320671"/>
          </a:xfrm>
          <a:prstGeom prst="roundRect">
            <a:avLst>
              <a:gd name="adj" fmla="val 1313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4796"/>
            <a:ext cx="68580" cy="213779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6236"/>
            <a:ext cx="15168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8923" y="1126236"/>
            <a:ext cx="62217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6928" y="1126236"/>
            <a:ext cx="26399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8923" y="1408303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6928" y="1408303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44725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8923" y="2244725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6928" y="2244725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28619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556635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По цифрам MAST рассогласование между агентами — вторая по весу причина отказов, почти вровень со спецификацией самой задачи: 37 против 42 процентов.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58081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86097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сумма первых двух категорий MAST, 42 и 37, пересказанная как отдельное измерение. Стоит проверить, не считаете ли вы одно и то же дважды под разными подписями.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87543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624703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62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координация перестаёт окупаться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94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074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и тестировщик из этой сцены — пример первой колонки: каждая роль проверяет одну правку в своей узкой зоне. Третья роль-координатор из прошлого разбора была бы примером второй — лишним слоем поверх уже написанной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КООРДИНАЦИЯ ЕЩЁ ОКУПАЕТСЯ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1398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поверх одной конкретной правки — отраслевой пример: ревью-цепочка у одной практикующей команды находит в среднем 2 бага на правку, из них около 58% серьёзных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5496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4964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пара из двух разных топ-моделей, только на самых сложных сценариях — разные модели замечают разные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КООРДИНАЦИЯ УЖЕ ДОРОЖЕ ВЫИГРЫША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7139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третья роль-координатор поверх уже не согласованных двух — добавляет слой, цена растёт быстрее, чем снижается риск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2049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20497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неструктурированный «рой» без явных границ между ролями — та же команда называет его «по большей части отвлекающим фактором» даже спустя год практики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0472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18488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7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97452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 зависимы, разбиение физически рвёт связь, которую должен видеть следующий шаг — ошибка усиливается в 17,2 раза без координатора, в 4,4 раза даже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83311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8331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дешёвая, а цена пропущенной ошибки низкая — одна роль дешевле двух, сколько бы раз она ни повторялась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829937"/>
          </a:xfrm>
          <a:prstGeom prst="roundRect">
            <a:avLst>
              <a:gd name="adj" fmla="val 63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25995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8303"/>
            <a:ext cx="277438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8303"/>
            <a:ext cx="277438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8303"/>
            <a:ext cx="342342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767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76767"/>
            <a:ext cx="125995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76767"/>
            <a:ext cx="277438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76767"/>
            <a:ext cx="277438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76767"/>
            <a:ext cx="342342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913189"/>
            <a:ext cx="125995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913189"/>
            <a:ext cx="277438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913189"/>
            <a:ext cx="2774381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913189"/>
            <a:ext cx="3423422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Права урезаются до подключения, не после. Без вычеркнутой строки «все репозитории, включая приватные» —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17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17568"/>
            <a:ext cx="125995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917568"/>
            <a:ext cx="277438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917568"/>
            <a:ext cx="2774381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917568"/>
            <a:ext cx="3423422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Делегировать можно бесплатно, без единой строки конфигурации. Стоило завести роль с урезанным списком инструментов: урезание держится на синтаксисе так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2578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257863"/>
            <a:ext cx="125995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331015"/>
            <a:ext cx="2737805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331015"/>
            <a:ext cx="2737805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331015"/>
            <a:ext cx="3386846" cy="186245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97446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602932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393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03273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7153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33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„подключён“, роль сообщает „сделано“.»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740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620"/>
            <a:ext cx="28856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7792" y="1131620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007" y="1131620"/>
            <a:ext cx="68818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687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17792" y="1413687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007" y="1413687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608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60842"/>
            <a:ext cx="28856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7792" y="1760842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007" y="1760842"/>
            <a:ext cx="688184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07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07996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792" y="210799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007" y="2107996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377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37713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7792" y="263771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007" y="2637713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674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67430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7792" y="3167430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007" y="3167430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6971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697147"/>
            <a:ext cx="2885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7792" y="3697147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007" y="3697147"/>
            <a:ext cx="68818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2437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67923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7281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0082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