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кончилось на вопросе: что из разобранного стало проверяемым, а что — нет. Сегодня продолжаем с этого самого места.</a:t>
            </a:r>
          </a:p>
          <a:p/>
          <a:p>
            <a:r>
              <a:t>Два механизма сегодня сообщают о своей работе сами. Сервер говорит «подключён». Отдельная роль говорит «сделано». Ни одно из этих сообщений не идёт от вас напрямую.</a:t>
            </a:r>
          </a:p>
          <a:p/>
          <a:p>
            <a:r>
              <a:t>Вопрос всего часа: чем такое сообщение отличается от факта?</a:t>
            </a:r>
          </a:p>
          <a:p/>
          <a:p>
            <a:r>
              <a:t>Внизу — пять строк. Две уже закрыты в прошлый раз. Две закрываем сегодня. Одна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сервер сообщает о себе, роль сообщает о себе, и ни одно из этих сообщений не произведено вами лично.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пять сегментов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 Один пунктирный — остаётся впереди; занятие не обсуждает, когда именно до него дойдёт очередь.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репозиторий таким, каким его оставило прошлое занятие.</a:t>
            </a:r>
          </a:p>
          <a:p/>
          <a:p>
            <a:r>
              <a:t>На отдельной ветке, коммитом, лежат файл настроек и самотест хука — можно склонировать и проверить прямо сейчас. Файл скилла там же по плану, коммита у него нет. Главная ветка не содержит ни одного из них — это не упущение, это состояние, с которым мы работаем.</a:t>
            </a:r>
          </a:p>
          <a:p/>
          <a:p>
            <a:r>
              <a:t>Файл инструкций на этой ветке — сорок строк, пять разделов; было двадцать четыре и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branch -a</a:t>
            </a:r>
            <a:r>
              <a:t> печатает список веток, включая </a:t>
            </a:r>
            <a:r>
              <a:rPr>
                <a:latin typeface="Consolas"/>
              </a:rPr>
              <a:t>seminar-5-hook</a:t>
            </a:r>
            <a:r>
              <a:t>. </a:t>
            </a:r>
            <a:r>
              <a:rPr>
                <a:latin typeface="Consolas"/>
              </a:rPr>
              <a:t>git log -1 seminar-5-hook</a:t>
            </a:r>
            <a:r>
              <a:t> показывает последний коммит этой ветки — его номер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на каждой ветке отдельно считает строки файла инструкций: на </a:t>
            </a:r>
            <a:r>
              <a:rPr>
                <a:latin typeface="Consolas"/>
              </a:rPr>
              <a:t>main</a:t>
            </a:r>
            <a:r>
              <a:t> — 24, на </a:t>
            </a:r>
            <a:r>
              <a:rPr>
                <a:latin typeface="Consolas"/>
              </a:rPr>
              <a:t>seminar-5-hook</a:t>
            </a:r>
            <a:r>
              <a:t> — 40.</a:t>
            </a:r>
          </a:p>
          <a:p/>
          <a:p>
            <a:r>
              <a:rPr i="1"/>
              <a:t>Если спросят, почему хук лежит на отдельной ветке, не в `main`.</a:t>
            </a:r>
            <a:r>
              <a:t> Потому что правило, которое занятие о хуке разбирало, — именно про то, что попадает в главную ветку без проверки. Слить ветку в </a:t>
            </a:r>
            <a:r>
              <a:rPr>
                <a:latin typeface="Consolas"/>
              </a:rPr>
              <a:t>main</a:t>
            </a:r>
            <a:r>
              <a:t> до прохождения проверки значило бы нарушить собственное правило на сцене демонстрации.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Дерево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обещало устройство и что показала проверка. Формулировки те же, я их не переписываю заново.</a:t>
            </a:r>
          </a:p>
          <a:p/>
          <a:p>
            <a:r>
              <a:t>Хук: устройство обещает закрытый коммит в главную ветку, проверка показала — закрыт один паттерн из шести, остальные пять молчат, и человека с терминалом барьер не видит вовсе.</a:t>
            </a:r>
          </a:p>
          <a:p/>
          <a:p>
            <a:r>
              <a:t>Скилл: устройство обещает, что решает содержание файла, проверка показала — решает описание: без точного триггера содержание не загрузится ни разу.</a:t>
            </a:r>
          </a:p>
          <a:p/>
          <a:p>
            <a:r>
              <a:t>Три строки внизу пустые. Сегодня закрываются две из них.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взяты дословно с той таблицы, которой кончилось прошлое занятие.</a:t>
            </a:r>
          </a:p>
          <a:p/>
          <a:p>
            <a:r>
              <a:rPr i="1"/>
              <a:t>Если спросят, что случится с третьей пустой строкой — процессом.</a:t>
            </a:r>
            <a:r>
              <a:t> Она сегодня не закрывается. Эта ступень остаётся дальше — без указания, когда именно: занятие не обсуждает собственное расписание на видимом слое.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до того, как его замерили.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субагент, процесс.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Работу сегодня подтверждает не ваш агент. Сервер сообщает «подключён». Отдельная роль сообщает «сделано». Оба сообщения приходят не от вас — от кого-то, кого вы не видите напрямую.</a:t>
            </a:r>
          </a:p>
          <a:p/>
          <a:p>
            <a:r>
              <a:t>Вопрос, который я задам сегодня дважды: чем такое сообщение отличается от факта?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«Ничем, если сообщение правдивое» — принимаю как честный первый ответ и не опровергаю: вопрос именно про то, как отличить правдивое сообщение от неправдивого без доверия на слово, а ответ на это даёт материал сегодняшних двух блоков. «Нужна проверка командой» — ответ в верном направлении, обоснование — в разборах кейсов. «Ничем не отличается, если источник надёжный» — стоит мягко вернуть: надёжность самого источника сегодня и проверяется, принять её заранее нечем.</a:t>
            </a:r>
          </a:p>
          <a:p/>
          <a:p>
            <a:r>
              <a:rPr i="1"/>
              <a:t>Если прозвучит «а что если и то, и то можно проверить».</a:t>
            </a:r>
            <a:r>
              <a:t> Отвечаю: да, и именно это сегодня и покажем — для обеих ступеней есть команда, которая переводит сообщение в факт, и будет случай, где такой команды нет вовсе. Разница между ними и есть часть ответа.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Пятая строка оси — процесс — сегодня не заполняется. Она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Если спросят про процесс.</a:t>
            </a:r>
            <a:r>
              <a:t> Эта ступень — про порядок работы, записанный файлами: план, запись по ходу, проверка перед сдачей. Сегодня до неё не дошли; название ступени на карте не несёт обещания, когда она разбирается.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сегодня, и одну строку, которая сегодня не происходит.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 Почти каждая сессия теперь начинается одинаково: открыть браузер, скопировать текст issue, вставить в чат агенту. А в конце — скопировать результат и вставить обратно в комментарий. Несколько раз в неделю.</a:t>
            </a:r>
          </a:p>
          <a:p/>
          <a:p>
            <a:r>
              <a:t>До сих пор всё, что мы добавляли в проект, лежало внутри него, текстом, — и агент мог это учесть. А список открытых задач в трекере физически находится снаружи и меняется без нас.</a:t>
            </a:r>
          </a:p>
          <a:p/>
          <a:p>
            <a:r>
              <a:t>Если спросят, почему не решить руками и дальше, раз это «всего лишь» копипаст: цена такого решения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конкретный ход, одна вещь про словарь. MCP (Model Context Protocol) — протокол, по которому агент подключается к внешней системе. Сервер по этому протоколу отдаёт три разных вида возможностей. Разница между ними держится на одном вопросе: кто решает ими воспользоваться. Инструмент вызывает сама модель. Ресурс подставляет приложение, когда на него явно указали. Подсказку выбирает человек командой. Если хотите, чтобы агент сам решал воспользоваться возможностью, — это обязан быть инструмент.</a:t>
            </a:r>
          </a:p>
          <a:p/>
          <a:p>
            <a:r>
              <a:t>Как это устроено целиком — от сервера до цены в контексте — одним экраном, прямо дальше.</a:t>
            </a:r>
          </a:p>
          <a:p/>
          <a:p>
            <a:r>
              <a:t>Если спросят, зачем это знать заранее, если мы всё равно будем работать только с инструментами: путаница «инструмент против ресурса» — частая причина, по которой самодельный сервер не работает так, как задумано: данные оформили ресурсом, а модель, которая должна была сама решить их использовать, до них не дотягивается.</a:t>
            </a:r>
          </a:p>
          <a:p/>
          <a:p>
            <a:r>
              <a:t>Если спросят про нейтрального владельца: 9 декабря 2025 года компания, создавшая протокол, передала его отдельному направленному фонду под Linux Foundation — тому же типу управления, что у Kubernetes и Node.js. Это открытый протокол, не разработка одной компании.</a:t>
            </a:r>
          </a:p>
          <a:p/>
          <a:p>
            <a:r>
              <a:t>Если спросят, почему это важно уже здесь, а не в конце: дальше в разборе мы увидим провалы внутри этого протокола, и стоит сразу разделить две разные вещи — открытость самого протокола и то, ведёт ли себя конкретный сервер внутри него честно. Первое не гарантирует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Я буду возвращаться к этому экрану весь блок.</a:t>
            </a:r>
          </a:p>
          <a:p/>
          <a:p>
            <a:r>
              <a:t>Где объявляется — файл конфигурации, одна из трёх областей видимости; какая именно и почему — разберём отдельно, когда будем собирать подключение; здесь только место на карте.</a:t>
            </a:r>
          </a:p>
          <a:p/>
          <a:p>
            <a:r>
              <a:t>Что такое сервер и где работает — отдельная программа, не часть Claude Code. Два места: локальный процесс, который Claude Code запускает сама на вашей машине, или удалённый сервис, который хостит и обновляет кто-то другой. Команда в конфиге исполняется буквально при старте сессии: что записано, то и запустится.</a:t>
            </a:r>
          </a:p>
          <a:p/>
          <a:p>
            <a:r>
              <a:t>Что передаётся при подключении — после того как транспорт поднялся, Claude Code сама, без участия модели, спрашивает у сервера список его возможностей. Сервер отвечает именами и короткой инструкцией о себе, не полными схемами.</a:t>
            </a:r>
          </a:p>
          <a:p/>
          <a:p>
            <a:r>
              <a:t>Что передаётся при вызове — когда модель решает вызвать инструмент, в сервер уходит его полное имя с префиксом сервера и аргументы, которые модель собрала.</a:t>
            </a:r>
          </a:p>
          <a:p/>
          <a:p>
            <a:r>
              <a:t>Что из этого попадает в контекст и чего это стоит — только имена и инструкции при старте; полная схема инструмента подгружается отдельно, когда модель решает, что он может понадобиться. Цену худшего случая без этой отсрочки разберём отдельной цифрой дальше в кейсе.</a:t>
            </a:r>
          </a:p>
          <a:p/>
          <a:p>
            <a:r>
              <a:t>Чем отвечает сервер — отдельный канал результата, не тот же самый, что при подключении. В выводе вызов подписан именем сервера — так видно, что ответ пришёл именно оттуда, не из общих знаний модели.</a:t>
            </a:r>
          </a:p>
          <a:p/>
          <a:p>
            <a:r>
              <a:t>Если спросят про формат имени инструмента подробнее: </a:t>
            </a:r>
            <a:r>
              <a:rPr>
                <a:latin typeface="Consolas"/>
              </a:rPr>
              <a:t>mcp__&lt;сервер&gt;__&lt;инструмент&gt;</a:t>
            </a:r>
            <a:r>
              <a:t> — любой символ вне букв, цифр, подчёркивания и дефиса заменяется на подчёркивание. Это не косметика: именно это полное имя нужно писать в правилах разрешений, списке инструментов субагента или матчере хука — короткое имя там не сработает.</a:t>
            </a:r>
          </a:p>
          <a:p/>
          <a:p>
            <a:r>
              <a:t>Если спросят, почему обнаружение возможностей не спрашивает модель: это разговор клиента с сервером на уровне протокола, до того как модель вообще увидела список, — та же механика, что и рукопожатие транспорта.</a:t>
            </a:r>
          </a:p>
          <a:p/>
          <a:p>
            <a:r>
              <a:t>Если спросят про элиситацию отдельно: сервер может запросить данные у человека прямо посреди вызова — форму или ссылку для перехода, отдельным каналом от обычного разрешения на вызов инструмента.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issue репозитория и готовить по ним черновики правок. Выберите способ, которым вы дадите ему доступ снаружи, — и будьте готовы объяснить, почему именно он.</a:t>
            </a:r>
          </a:p>
          <a:p/>
          <a:p>
            <a:r>
              <a:t>Пять карточек: вызвать API напрямую; подключить чужой сервер — удалённо; подключить чужой сервер — локально; написать свой сервер; обойтись разовой командой.</a:t>
            </a:r>
          </a:p>
          <a:p/>
          <a:p>
            <a:r>
              <a:t>Если спросят, чем «удалённо» отличается от «локально»: в одном случае сервер — чужой процесс, который кто-то другой держит в сети и сам поддерживает; в другом — программа запускается у вас, её старт и обновление — ваша забота. Какую разницу это даёт на практике — следующий слайд.</a:t>
            </a:r>
          </a:p>
          <a:p/>
          <a:p>
            <a:r>
              <a:t>Если прозвучит версия, не совпадающая ни с одной из пяти карточек: уточните, какой конкретно способ доступа имеете в виду — почти всегда он укладывается в один из пяти,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— где работает и что ограничивает, вывод — из сочетания.</a:t>
            </a:r>
          </a:p>
          <a:p/>
          <a:p>
            <a:r>
              <a:t>Прямой вызов API работает для одного эндпойнта, который вы готовы обслуживать сами, — но тогда модель не видит стандартного списка возможностей, каждый новый сервис это отдельный код. Чужой сервер удалённо снимает с вас процесс на машине, но официальность не гарантирует заявленное поведение. Чужой сервер локально делает конфигурацию кодом в репозитории — ценой ещё одного процесса, который крутится у вас, и риска тихого обновления пакета. Свой сервер оправдан, только когда готового для нужного сервиса просто нет. Разовая команда закрывает единичное действие и всё.</a:t>
            </a:r>
          </a:p>
          <a:p/>
          <a:p>
            <a:r>
              <a:t>Вывод: для регулярного доступа нескольких сессий к общему трекеру — разовая команда и свой сервер отпадают сразу, прямой API — не для этой частоты. Между «удалённо» и «локально» — оба законны, выбор этого занятия — локальный, и дальше мы его собираем.</a:t>
            </a:r>
          </a:p>
          <a:p/>
          <a:p>
            <a:r>
              <a:t>Если спросят про «удалённо» подробнее: свежий официальный пример подключения именно к этому сервису — удалённый http-сервис, не локальный процесс, как в примере, на который опирается этот кейс. Это не делает решение занятия неверным — локальный способ остаётся официально поддерживаемым, — но стоит знать: официальный путь для одного и того же поставщика может со временем смениться с одного способа на другой.</a:t>
            </a:r>
          </a:p>
          <a:p/>
          <a:p>
            <a:r>
              <a:t>Если спросят про официальность подробнее: у одного MCP-сервера для баз данных флаг «только чтение» не делал соединение реально ограниченным — разберём это в провале этого кейса.</a:t>
            </a:r>
          </a:p>
          <a:p/>
          <a:p>
            <a:r>
              <a:t>Если спросят, почему «просто довериться официальности» не вынесено отдельной карточкой: это отношение к уже выбранному серверу, не отдельный способ доступа — та же мысль выражена здесь ограничением строки «удалённо».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почему именно переменная окружения, а не, например, отдельный секретный файл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четыре строки в файле: чем запускается сервер, что запускается, откуда берётся ключ и — вне файла, но не менее важно — какие права у этого ключа: один репозиторий, не вся учётная запись.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именно этот список из трёх областей, а не произвольные: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Три возможности вместе делают утечку возможной без единой строчки кода эксплойта: доступ к приватным данным, обработка недоверенного внешнего контента, канал наружу. Не хватает хотя бы одной — атака этого типа невозможна в принципе, не менее вероятна.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ещё рано, если верно большинство: доступ разовый или редкий, снимка данных достаточно, нужен только из этой сессии, вы не готовы поддерживать ещё один постоянно работающий процесс с доступом к секретам — и отдельно: если подключение достраивает третий элемент смертельного трио, это стоп-критерий, не пункт для размышления.</a:t>
            </a:r>
          </a:p>
          <a:p/>
          <a:p>
            <a:r>
              <a:t>А «здесь не нужно вообще» держится навсегда, время тут ни при чём. Если задача сводится к известному вызову в терминале, выбран неверный инструмент: тридцатидвухкратная разница по токенам не исчезнет, даже если вы полностью доверитесь серверу.</a:t>
            </a:r>
          </a:p>
          <a:p/>
          <a:p>
            <a:r>
              <a:t>Есть доступ наружу. Следующий вопрос — что происходит, когда он подключён, но работы от него нет.</a:t>
            </a:r>
          </a:p>
          <a:p/>
          <a:p>
            <a:r>
              <a:t>Если спросят, почему критерии разведены именно так — «рано» и «не нужно»: первое ждёт сигнала и может перестать быть верным через неделю, второе — структурное свойство задачи, и никакой рост доверия к серверу его не меняет.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сервер реально работает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получил то, что просил».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«работает», и это неверно по конструкции самого индикатора, не по случайности.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 Агент отвечает, что всё сделал.</a:t>
            </a:r>
          </a:p>
          <a:p/>
          <a:p>
            <a:r>
              <a:t>В репозитории — ни одного нового черновика, ни одного комментария.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показывал всю неделю: зелёная галочка, статус подключён.</a:t>
            </a:r>
          </a:p>
          <a:p/>
          <a:p>
            <a:r>
              <a:t>Если спросят, не ошибка ли агента: пока неизвестно — у нас на руках ровно два факта: отчёт о выполнении и отсутствие результата, и зелёный статус между ними.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напоминаю сцену: сервер стоит две недели, агент отчитался, что выполнил задачу, в репозитории — ни одного черновика, а статус подключения не менялся всю неделю. Статус сервера зелёный, а результата — ни одного. Выберите, что вы проверите дальше.</a:t>
            </a:r>
          </a:p>
          <a:p/>
          <a:p>
            <a:r>
              <a:t>Пять карточек: ничего — статус зелёный; перезапустить сессию; посмотреть, что именно показывает статус подробнее; удалить сервер и подключить заново; написать автору сервера.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кто-то предлагает «спросить у агента, почему он решил, что всё сделал»: это разумный побочный шаг, но он не исследует сам сервер — агент пересказывает своё понимание, не факт о транспорте.</a:t>
            </a:r>
          </a:p>
          <a:p/>
          <a:p>
            <a:r>
              <a:t>Если прозвучит «а что если проблема не в сервере, а в формулировке задачи для агента»: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Ничего — статус зелёный — работает как первая, но не последняя проверка: если бы даже базовый статус был красным, смотреть дальше было бы рано. Перезапустить сессию иногда помогает, но не объясняет причину и прячет повторяющийся сбой под видом разового.</a:t>
            </a:r>
          </a:p>
          <a:p/>
          <a:p>
            <a:r>
              <a:t>Посмотреть, что именно показывает статус подробнее, — первый обязательный шаг: он различает «процесс не поднялся», «список инструментов не получен», «нужна авторизация». Но сам по себе он не доказывает, что сервер работает, — только сужает, где искать.</a:t>
            </a:r>
          </a:p>
          <a:p/>
          <a:p>
            <a:r>
              <a:t>Удалить и подключить заново работает, когда причина — испорченная локальная запись, но это дорогая и слепая проверка: тот же эффект достигается без удаления. Написать автору сервера нужно, если причина в самом сервере, но это занимает часы и дни — большинство случаев диагностируются быстрее.</a:t>
            </a:r>
          </a:p>
          <a:p/>
          <a:p>
            <a:r>
              <a:t>Если спросят, что доказывает работу, если не детальный статус: явный именованный вызов — просьба использовать сервер по имени в самой задаче. Это материал следующего слайда.</a:t>
            </a:r>
          </a:p>
          <a:p/>
          <a:p>
            <a:r>
              <a:t>Если спросят про удаление и переподключение подробнее: такая проверка иногда случайно «лечит» проблему — например, сбрасывает испорченный кеш обнаружения инструментов, — но вы при этом никогда не узнаёте, что именно было не так, и в следующий раз придётся гадать заново.</a:t>
            </a:r>
          </a:p>
          <a:p/>
          <a:p>
            <a:r>
              <a:t>Если спросят, почему «написать автору» — не первый шаг даже при явном подозрении на баг сервера: до письма стоит собрать конкретику — без неё переписка займёт больше времени, чем сама диагностика.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работу, и читаем подробный статус.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показывает несколько разных статусов, не одно общее «подключено». «Connected» — готов к использованию. Но есть отдельная строка: «Connected, но список инструментов получить не удалось». Это не гипотетический случай — это встроенный в саму команду статус: продукт различает «поднялся процесс» от «обнаружены инструменты» как два разных факта в собственном выводе.</a:t>
            </a:r>
          </a:p>
          <a:p/>
          <a:p>
            <a:r>
              <a:t>Минимальное доказательство, что сервер реально работает,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  <a:p/>
          <a:p>
            <a:r>
              <a:t>Дальше — два тайм-аута, которые легко перепутать между собой; это следующий слайд.</a:t>
            </a:r>
          </a:p>
          <a:p/>
          <a:p>
            <a:r>
              <a:t>Если спросят про статус подробнее, чем в таблице: каждая строка — не предположение, а буквальный вывод команды, задокументированный официально; «tools fetch failed» встречается и в публичных обсуждениях этого же продукта как реальный, не гипотетический статус.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тайм-аута, которые легко перепутать. Один — на старт самого сервера, тридцать секунд по умолчанию; типичная ложная тревога — пакет ещё качается, и первая проверка честно покажет отказ. Второй — на выполнение уже вызванного инструмента, и это существенно больше, около суток.</a:t>
            </a:r>
          </a:p>
          <a:p/>
          <a:p>
            <a:r>
              <a:t>Переподключение устроено по-разному. Удалённый сервер, оборвавшийся посреди сессии, переподключается сам. А вот локальный процесс по </a:t>
            </a:r>
            <a:r>
              <a:rPr>
                <a:latin typeface="Consolas"/>
              </a:rPr>
              <a:t>stdio</a:t>
            </a:r>
            <a:r>
              <a:t> — нет: упавший процесс не перезапускается автоматически, нужна новая сессия или команда </a:t>
            </a:r>
            <a:r>
              <a:rPr>
                <a:latin typeface="Consolas"/>
              </a:rPr>
              <a:t>Reconnect</a:t>
            </a:r>
            <a:r>
              <a:t> из </a:t>
            </a:r>
            <a:r>
              <a:rPr>
                <a:latin typeface="Consolas"/>
              </a:rPr>
              <a:t>/mcp</a:t>
            </a:r>
            <a:r>
              <a:t>.</a:t>
            </a:r>
          </a:p>
          <a:p/>
          <a:p>
            <a:r>
              <a:t>Если спросят, зачем два тайм-аута, а не один: это два разных события — запуск процесса и выполнение уже начавшейся работы, у них принципиально разная ожидаемая длительность; единая цифра для обоих либо обрывала бы долгую, но нормальную работу, либо слишком долго ждала бы мёртвый старт.</a:t>
            </a:r>
          </a:p>
          <a:p/>
          <a:p>
            <a:r>
              <a:t>Если спросят, можно ли увидеть сами эти тайм-ауты где-то отдельно: да, через подробный журнал отладки сессии, если включить соответствующий флаг при запуске.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Если спросят, почему это не отдельный файл или хук: решение этого кейса — не механизм, который можно автоматизировать прямо сейчас, а привычка диагностики, которую должен применить человек в момент сомнения. Механизировать «усомнись и проверь» хуком не выйдет — хук не умеет решать, когда пора усомниться.</a:t>
            </a:r>
          </a:p>
          <a:p/>
          <a:p>
            <a:r>
              <a:t>Если спросят, не слабое ли это решение по сравнению с автоматическим барьером: да, оно слабее барьера с прошлого занятия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а не в отдельный: проект уже выбрал этот файл местом для процедурных правил — повторное изобретение формата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факта, прежде чем идти дальше.</a:t>
            </a:r>
          </a:p>
          <a:p/>
          <a:p>
            <a:r>
              <a:t>Первый — сервер сам может говорить неправду о своём режиме. У MCP-сервера для баз данных одного известного производителя флаг «только чтение» у инструмента выполнения SQL не делал соединение реально ограниченным: код, который должен был это гарантировать, ссылался на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Это заявленная настройка безопасности — весомее, чем простой статус подключения.</a:t>
            </a:r>
          </a:p>
          <a:p/>
          <a:p>
            <a:r>
              <a:t>Второй — авторизация умирает, а транспорт жив. В этом же проекте однажды один из серверов тихо потерял доступ: приложение авторизации стояло в тестовом статусе, где токен обновления автоматически отзывается через неделю неактивности, а статус подключения продолжал показывать «подключено». То же приложение в режиме полноценной публикации токен не отзывает вовсе — срок не «долгий» или «короткий» сам по себе, это целиком следствие одной невыбранной настройки.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номером, другой — как реальный инцидент этого же проекта, записанный в его собственном журнале известных ограничений.</a:t>
            </a:r>
          </a:p>
          <a:p/>
          <a:p>
            <a:r>
              <a:t>Если спросят, можно ли было поймать первый случай раньше: только реальным запросом с побочным эффектом, не чтением настройки сервера — ровно то, чему учит этот кейс целиком.</a:t>
            </a:r>
          </a:p>
          <a:p/>
          <a:p>
            <a:r>
              <a:t>Если спросят про второй случай: причина нашлась тем же способом, что назван в прошлом слайде как диагностика, — прямой проверкой конкретного действия; статус списка серверов её не подтвердил 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периодической проверки,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Третья граница — там, где перестаёт работать уже сам приём этого кейса. Если доказательный вызов систематически не проходит, а автор сервера не отвечает — это ровно пятая карточка вопроса, «написать автору», и её собственное ограничение: часы-дни без результата. В этот момент вопрос перестаёт быть про диагностику и возвращается туда же, где решался первый кейс этого блока: не «как проверить этот сервер», а «подключать ли его вообще».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заявленное, и где эта проверка сама упирается в предел.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 — и в каждом подменился свой канал.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порог специально выше, чем глубина обычной ручной проверки,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код попал в обновление уже одобренного пакета. Обновление пакета само по себе обычное, ожидаемое действие — подмена вошла в его состав, отдельным заметным шагом она не стала. Backdoor появился в обновлении пакета недели спустя после первого одобрения, скрытая копия каждого отправляемого письма уходила на адрес атакующего без единого взлома, и около полутора недель это оставалось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Дальше — три уточнения этой границы.</a:t>
            </a:r>
          </a:p>
          <a:p/>
          <a:p>
            <a:r>
              <a:t>Первое: когда дисциплины версии и перечитывания мало. Если действие настолько чувствительно, что повторное одобрение обязано происходить на каждом вызове, «быть внимательнее» не решение — нужна аннотация </a:t>
            </a:r>
            <a:r>
              <a:rPr>
                <a:latin typeface="Consolas"/>
              </a:rPr>
              <a:t>requiresUserInteraction</a:t>
            </a:r>
            <a:r>
              <a:t> у автора сервера, та самая, что разобрана в механике: она делает подтверждение обязательным без опции «больше не спрашивать».</a:t>
            </a:r>
          </a:p>
          <a:p/>
          <a:p>
            <a:r>
              <a:t>Второе — и это прямой ответ на вопрос «а что если автор сервера её не поставил»: тогда технического принуждения к повторному одобрению не существует вовсе. Держит только дисциплина версии и перечитывания из разбора — и для действия такого уровня чувствительности её объективно недостаточно, аннотацию ничем не заменить, если её нет.</a:t>
            </a:r>
          </a:p>
          <a:p/>
          <a:p>
            <a:r>
              <a:t>Третье — где проходит черта совсем: если и дисциплины, и аннотации недостаточно для чувствительности конкретного действия, автоматизацию этого шага убирают. Решение в этой точке принимает не подключающая сторона — это уже не вопрос настройки, а вопрос, доверяете ли вы этому шагу автоматизацию в принципе.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дальше не подсказываю: разбор пройдёт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чём стоит разговор про цену делегирования.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Это не противоречие, а разные базы сравнения, обе названы явно.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 — ни в токенах, ни в доле окна. Механизм описан качественно везде, числом — нигде.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 — это не независимый аудит.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Разница — на экране: текст в теле роли только просит, список инструментов физически разрешает или нет.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сам назвал на предыдущем слайде,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вся роль сразу, шесть частей. Дальше я буду возвращаться к этому экрану.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внутри репозитория. У каждой строки своя работа: </a:t>
            </a:r>
            <a:r>
              <a:rPr>
                <a:latin typeface="Consolas"/>
              </a:rPr>
              <a:t>name</a:t>
            </a:r>
            <a:r>
              <a:t> — то, по чему роль зовут явно;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решает автовыбор; </a:t>
            </a:r>
            <a:r>
              <a:rPr>
                <a:latin typeface="Consolas"/>
              </a:rPr>
              <a:t>tools</a:t>
            </a:r>
            <a:r>
              <a:t> — список прав, и он необязателен; само тело файла — это и есть системный промпт роли целиком, мы его уже видели на предыдущем слайде.</a:t>
            </a:r>
          </a:p>
          <a:p/>
          <a:p>
            <a:r>
              <a:t>Как позвать — и как убедиться, что позвали именно её. Явно, через </a:t>
            </a:r>
            <a:r>
              <a:rPr>
                <a:latin typeface="Consolas"/>
              </a:rPr>
              <a:t>@agent-&lt;имя&gt;</a:t>
            </a:r>
            <a:r>
              <a:t> — тогда вопрос маршрутизации снят полностью. Или вообще ничего не писать — тогда решает сама модель, по полю </a:t>
            </a:r>
            <a:r>
              <a:rPr>
                <a:latin typeface="Consolas"/>
              </a:rPr>
              <a:t>description</a:t>
            </a:r>
            <a:r>
              <a:t>. Проверить, кого позвали на самом деле, можно по строке в чате: </a:t>
            </a:r>
            <a:r>
              <a:rPr>
                <a:latin typeface="Consolas"/>
              </a:rPr>
              <a:t>&lt;имя&gt;(&lt;задача&gt;)</a:t>
            </a:r>
            <a:r>
              <a:t>; если вместо ожидаемого имени там стоит </a:t>
            </a:r>
            <a:r>
              <a:rPr>
                <a:latin typeface="Consolas"/>
              </a:rPr>
              <a:t>general-purpose</a:t>
            </a:r>
            <a:r>
              <a:t> — маршрутизация не сработала, это не «роль повела себя не так», а она вообще не была вызвана.</a:t>
            </a:r>
          </a:p>
          <a:p/>
          <a:p>
            <a:r>
              <a:t>Что приходит на вход — блок третий. Собственный системный промпт роли, не харнесса целиком. Задача, сформулированная вызывающей сессией — не дословная реплика разработчика. Иерархия файлов инструкций, всеми уровнями. Снимок репозитория на момент старта. И чего физически нет: переписки сессии, которая роль позвала, — канала для этого попросту нет.</a:t>
            </a:r>
          </a:p>
          <a:p/>
          <a:p>
            <a:r>
              <a:t>Что уходит обратно — блок четвёртый. Только итоговый текст. Ни один промежуточный вызов инструмента родителю не виден. Канал в одну сторону: задача идёт к роли, итог — обратно, и это не диалог.</a:t>
            </a:r>
          </a:p>
          <a:p/>
          <a:p>
            <a:r>
              <a:t>Пятый блок — то, с чем мы только что работали руками: что значит каждая запись в </a:t>
            </a:r>
            <a:r>
              <a:rPr>
                <a:latin typeface="Consolas"/>
              </a:rPr>
              <a:t>tools:</a:t>
            </a:r>
            <a:r>
              <a:t>. Если поле не указано вовсе — это может прочитаться как «без инструментов», а на деле ровно противоположное: роль получает все инструменты, доступные субагентам, целиком. Если список указан и прямо пуст — роль остаётся без единого инструмента, но живая, она всё равно запускается. А если в непустом списке есть запись, которая не резолвится ни в один реальный инструмент, — харнесс не запускает роль вовсе. Три разных исхода, и интуиция их обычно путает.</a:t>
            </a:r>
          </a:p>
          <a:p/>
          <a:p>
            <a:r>
              <a:t>И последнее — чем это оплачивается. Мультиагентная работа стоит заметно больше токенов, чем обычный чат — число и честный пробел мы разбирали в свидетельствах этого кейса, здесь только напоминание: делегирование не бесплатно в масштабе, даже если для одной проверки оно бесплатно буквально.</a:t>
            </a:r>
          </a:p>
          <a:p/>
          <a:p>
            <a:r>
              <a:t>Если спросят про исключение «форк»: режим, который наследует всё целиком — тот же промпт, права, всю историю; мы им сегодня не пользуемся,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него.</a:t>
            </a:r>
          </a:p>
          <a:p/>
          <a:p>
            <a:r>
              <a:t>Если прозвучит сомнение, что строка </a:t>
            </a:r>
            <a:r>
              <a:rPr>
                <a:latin typeface="Consolas"/>
              </a:rPr>
              <a:t>&lt;имя&gt;(&lt;задача&gt;)</a:t>
            </a:r>
            <a:r>
              <a:t> в чате вообще что-то доказывает: доказывает ровно одно — что харнесс решил позвать именно эту роль, а не то, что она отработает правильно; это разные вопросы, к первому мы ещё вернёмся на провале.</a:t>
            </a:r>
          </a:p>
          <a:p/>
          <a:p>
            <a:r>
              <a:t>Что из состояния три пятого блока получается на материале самого курса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каталоге ролей этого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отказа, вот он, целиком: «Agent 'literary-editor' would be spawned with zero tools — refusing. Its tools list resolved to nothing: unrecognized [All, tools].»</a:t>
            </a:r>
          </a:p>
          <a:p/>
          <a:p>
            <a:r>
              <a:t>Смотрите на таблицу. 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  <a:p/>
          <a:p>
            <a:r>
              <a:t>Строка, которая должна была урезать права, их не ослабила — она не позволила роли появиться вообще. Отнятие прав — механизм с реальным синтаксисом, и ошибка в нём не прощается частично.</a:t>
            </a:r>
          </a:p>
          <a:p/>
          <a:p>
            <a:r>
              <a:t>Тот же приём работает на любом каталоге ролей: </a:t>
            </a:r>
            <a:r>
              <a:rPr>
                <a:latin typeface="Consolas"/>
              </a:rPr>
              <a:t>grep "^tools:" .claude/agents/*.md</a:t>
            </a:r>
            <a:r>
              <a:t>, запущенный у себя, на своих собственных ролях, покажет, у скольких из них это поле вообще задано. Что получается на материале всего курса целиком — на следующем слайде.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</a:t>
            </a:r>
            <a:r>
              <a:rPr>
                <a:latin typeface="Consolas"/>
              </a:rPr>
              <a:t>.claude/agents/</a:t>
            </a:r>
            <a: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с предыдущего слайда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граница, и она не о том же, что первые две. Разовой проверке роль ещё не нужна, детерминированному критерию роль не нужна вовсе — а здесь роль нужна, и права у неё урезаны правильным по форме способом, но не на то урезаны.</a:t>
            </a:r>
          </a:p>
          <a:p/>
          <a:p>
            <a:r>
              <a:t>Документация харнесса показывает это на паре официальных примеров. </a:t>
            </a:r>
            <a:r>
              <a:rPr>
                <a:latin typeface="Consolas"/>
              </a:rPr>
              <a:t>code-reviewer</a:t>
            </a:r>
            <a:r>
              <a:t>: читает, ищет, не правит — набор инструментов без </a:t>
            </a:r>
            <a:r>
              <a:rPr>
                <a:latin typeface="Consolas"/>
              </a:rPr>
              <a:t>Edit</a:t>
            </a:r>
            <a:r>
              <a:t> и </a:t>
            </a:r>
            <a:r>
              <a:rPr>
                <a:latin typeface="Consolas"/>
              </a:rPr>
              <a:t>Write</a:t>
            </a:r>
            <a:r>
              <a:t>, и это верно, потому что ревью не должно чинить код за автора. </a:t>
            </a:r>
            <a:r>
              <a:rPr>
                <a:latin typeface="Consolas"/>
              </a:rPr>
              <a:t>debugger</a:t>
            </a:r>
            <a:r>
              <a:t>: та же база инструментов, но с </a:t>
            </a:r>
            <a:r>
              <a:rPr>
                <a:latin typeface="Consolas"/>
              </a:rPr>
              <a:t>Edit</a:t>
            </a:r>
            <a:r>
              <a:t> возвращённым обратно — дословно, «потому что починка бага требует правки кода». Одна и та же логика урезания, применённая к двум ролям с разной работой, даёт два разных правильных ответа.</a:t>
            </a:r>
          </a:p>
          <a:p/>
          <a:p>
            <a:r>
              <a:t>Мост к нашему кейсу: узкий список </a:t>
            </a:r>
            <a:r>
              <a:rPr>
                <a:latin typeface="Consolas"/>
              </a:rPr>
              <a:t>Read, Grep, Glob</a:t>
            </a:r>
            <a:r>
              <a:t>, который мы только что собрали для диф-ревьюера, был верным выбором ровно потому, что его работа — находить проблему, не чинить её. Возьми этот же список и заведи роль, чья работа — исправлять баги, и получишь </a:t>
            </a:r>
            <a:r>
              <a:rPr>
                <a:latin typeface="Consolas"/>
              </a:rPr>
              <a:t>debugger</a:t>
            </a:r>
            <a:r>
              <a:t> без </a:t>
            </a:r>
            <a:r>
              <a:rPr>
                <a:latin typeface="Consolas"/>
              </a:rPr>
              <a:t>Edit</a:t>
            </a:r>
            <a:r>
              <a:t>: роль физически не сможет сделать то, ради чего её завели.</a:t>
            </a:r>
          </a:p>
          <a:p/>
          <a:p>
            <a:r>
              <a:t>Если спросят, как узнать заранее, в какую границу попадает новая роль: спросите не «что мы отняли», а «что этой роли физически придётся сделать, чтобы выполнить свою работу» — если ответ требует инструмента, которого нет в списке, граница урезания проведена не там.</a:t>
            </a:r>
          </a:p>
          <a:p/>
          <a:p>
            <a:r>
              <a:t>Если спросят, не противоречит ли это второму кейсу про урезанные права: нет — там урезание было верным, роль именно находит проблему, не чинит; здесь показан случай, где тот же приём, скопированный без проверки задачи, ломает другую 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 и согласованным форматом ответа. Казалось бы, вопрос «кто проверяет агента» закрыт. Разбираем, чего стоит отчёт этой роли на практике.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достаточно ли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уже есть, и формат ответа тоже: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  <a:p/>
          <a:p>
            <a:r>
              <a:t>Все три ответа приходят быстро и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перечисляет как проверенный. Текст ответа был написан так, будто проверка прошла. Инструмент для этой проверки роль в тот прогон не вызывала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— проблема в том, что сам текст раздела можно написать убедительно, не совершая описанных в нём действий.</a:t>
            </a:r>
          </a:p>
          <a:p/>
          <a:p>
            <a:r>
              <a:t>Если спросят, насколько это частый случай: источник разберём в этом же кейсе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доказывает их правдивость.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формат отличает структурированный ответ от неструктурированного, не более: правдивый он от неправдивого не отличает, оба заполняют те же поля. Звать роль дважды и сравнивать — расхождение между двумя ответами сигнализирует о проблеме, но совпадение не доказывает правду: оба прогона могут одинаково не открыть нужный файл. Требовать названия конкретных файлов и команд в разделе «что проверено» — делает раздел проверяемым, названное действие повторяется за секунды; само наличие названий, впрочем, не проверяет, были ли вызовы на самом деле. Смотреть журнал реальных вызовов — единственное место, где записано, что произошло физически; текст финального ответа этого не гарантирует.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вызовы подвержены тому же риску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механизм, который породил сбой, при этом остаётся — отказ от параллельности лечит симптом этого прогона, не причину, по которой текст ответа может не совпадать с действиями роли.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Мейнтейнеры, закрывая находку, признали её классом риска, не одиночным багом — с ним работают процессом, не патчем.</a:t>
            </a:r>
          </a:p>
          <a:p/>
          <a:p>
            <a:r>
              <a:t>Второй, более тихий.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«не делает ли модель вид, что выполнила работу» структурно не решается одним патчем — решается форматом, который делает утверждения проверяемыми, и журналом, который делает их опровергаемыми.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реальных вызовов инструментов роли — не абстракция. У каждого запуска есть журнал, в который попадает каждый её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отчётом, который можно опровергнуть, и отчётом, который нельзя.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было бы неправдой того же сорта, которую сам этот кейс разбирает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Более тихий случай, глубже первого. Хук, который должен запрещать запись, сработал внутри самого субагента и вынес решение «запретить».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какой сигнал обманывает. Там лгал текст ответа. Здесь лжёт сам сигнал успеха и неуспеха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 сигнал последней инстанцией.</a:t>
            </a:r>
          </a:p>
          <a:p/>
          <a:p>
            <a:r>
              <a:t>Если спросят, как же тогда доверять хоть чему-то: журналу реальных вызовов, с тем же ограничением — читать его нужно внимательно; само его наличие автоматическим доказательством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вещи отдельно от всего, что уже разобрали на этом кейсе. Первая: журнал — это запись действия, не запись понимания. Он скажет, что роль открыла нужный файл. Он не скажет, правильно ли она истолковала увиденное — из одного и того же действия можно сделать и верный вывод, и неверный, и журнал оба случая запишет одинаково. Подтвердить само суждение может только тот, кто сам читает тот же материал и сравнивает его со своим выводом.</a:t>
            </a:r>
          </a:p>
          <a:p/>
          <a:p>
            <a:r>
              <a:t>Вторая: сама сверка не бесплатна, и это уже звучало на слайде про журнал — его не читают по умолчанию, это отдельный шаг. На правке в несколько строк этот шаг может занять примерно столько же времени, сколько просто открыть сам diff и прочитать его. Тогда формат не экономит ничего, кроме видимости процесса.</a:t>
            </a:r>
          </a:p>
          <a:p/>
          <a:p>
            <a:r>
              <a:t>Если спросят, не противоречит ли это критерию на следующем слайде: нет, это другая ось. Критерий цены ошибки отвечает, когда формата недостаточно. Эта граница отвечает на другой вопрос — чего формат не даст никогда, сколько бы ни читали, и когда сама читка дороже работы, которую она должна проверить.</a:t>
            </a:r>
          </a:p>
          <a:p/>
          <a:p>
            <a:r>
              <a:t>Если спросят про конкретный порог: порога нет и не называется — это не числовая граница, а две структурные причины, по которым ни формат, ни журнал не заменяют человека полностью.</a:t>
            </a:r>
          </a:p>
          <a:p/>
          <a:p>
            <a:r>
              <a:t>Если спросят, не то же ли это, что честный пробел на свидетельствах: нет, это другое. Там пробел — про то, что у курса нет команды, которую студент мог бы прогнать и увидеть ту же поломку своими глазами; это ограничение доказательной базы занятия, не кейса. Здесь — про то, что даже при полном журнале, без всякого пробела в доказательствах, суждение роли всё равно не проверяется техническим средством, только чтением того же материала человеком.</a:t>
            </a:r>
          </a:p>
          <a:p/>
          <a:p>
            <a:r>
              <a:t>Если спросят, можно ли первую границу закрыть технически — например, заставить роль объяснять ход рассуждений подробнее: нет, это тот же разрыв, что и в проваленном на предыдущем слайде сигнале «успех/неуспех» — канал делегирования односторонний, родитель получает только то, что роль решила написать. Больше объяснений в тексте ответа — это по-прежнему текст, который можно написать убедительно, не совершив и не поняв того, что в нём описано; это уже разбирал первый провал этого кейса.</a:t>
            </a:r>
          </a:p>
          <a:p/>
          <a:p>
            <a:r>
              <a:t>Если спросят про вторую границу — почему тогда вообще использовать формат, если проверка иногда дороже работы: на большинстве правок отдельный шаг сверки себя окупает, экономя время. Граница называет именно исключение — маленькую правку, где это соотношение переворачивается; на остальных правках формат работает как и раньше.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тестировщика: он прогоняет сценарии через форму и проверяет поведение, не только код. Обе роли получают одну и ту же правку: новое поле в форме плюс изменение валидации.</a:t>
            </a:r>
          </a:p>
          <a:p/>
          <a:p>
            <a:r>
              <a:t>Диф-ревьюер проверяет код и возвращает </a:t>
            </a:r>
            <a:r>
              <a:rPr>
                <a:latin typeface="Consolas"/>
              </a:rPr>
              <a:t>PASS</a:t>
            </a:r>
            <a:r>
              <a:t> — в прочитанном коде проблем нет. Тестировщик проверяет форму на обычных сценариях и тоже возвращает </a:t>
            </a:r>
            <a:r>
              <a:rPr>
                <a:latin typeface="Consolas"/>
              </a:rPr>
              <a:t>PASS</a:t>
            </a:r>
            <a:r>
              <a:t> — на прогнанных сценариях форма ведёт себя ожидаемо.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отчёт как утверждение: там обе проблемы были внутри одной роли — доверие к её отдельному ответу. Здесь каждая роль по отдельности безупречна в границах своей задачи, и именно это делает случай отдельным: нет лжи ни в одном из двух отчётов, есть промежуток между ними.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Без координатора число ошибок усиливается в семнадцать целых две десятых раза относительно одноагентной системы на входе; с централизованной проверкой — в четыре целых четыре десятых раза.</a:t>
            </a:r>
          </a:p>
          <a:p/>
          <a:p>
            <a:r>
              <a:t>Для наших двух ролей это значит вот что. Диф-ревьюер и тестировщик работают без третьей роли, которая сверяла бы их согласованность. По цифрам таксономии рассогласование между агентами — вторая по весу причина отказов, почти вровень со спецификацией самой задачи: тридцать семь против сорока двух процентов.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тех же двух категорий — сорок два и тридцать семь, — пересказанная как будто отдельное измерение.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закрывает промежуток между ролями, — явная граница в описании каждой роли, в обе стороны. Диф-ревьюер уже это делает: «НЕ для ревью архитектурных решений — это отдельная роль». Тестировщику нужна симметричная строка: что входит в проверку и что остаётся снаружи, по-доменному.</a:t>
            </a:r>
          </a:p>
          <a:p/>
          <a:p>
            <a:r>
              <a:t>Граница в двух описаниях не гарантирует отсутствие промежутка между ними — она делает его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именно проходит черта, за которой координация сама становится ценой. Отраслевой разворот мнения — хорошая метка этой черты: одна практикующая команда год назад полностью отвергала мультиагентность, называя неструктурированный «рой» отвлекающим фактором. Год спустя она же вернулась к двум узким паттернам: ревью-цепочка, где отдельная роль находит в среднем два бага на правку, из них около пятидесяти восьми процентов серьёзных, и связка из двух разных топ-моделей — только на самых сложных сценариях. «Рой» без границ она по-прежнему называет отвлекающим фактором даже сейчас.</a:t>
            </a:r>
          </a:p>
          <a:p/>
          <a:p>
            <a:r>
              <a:t>Граница читается просто: узкая роль поверх одной конкретной правки окупается. Лишний слой поверх уже написанной работы — координатор, которому нечего делать, кроме как сверять то, что уже сделали другие, — цены не окупает.</a:t>
            </a:r>
          </a:p>
          <a:p/>
          <a:p>
            <a:r>
              <a:t>Диф-ревьюер и тестировщик из нашей сцены — ровно первый случай: каждая роль проверяет одну правку в своей узкой зоне, не управляет системой целиком. Третья роль-координатор из прошлого разбора карточек была бы вторым случаем.</a:t>
            </a:r>
          </a:p>
          <a:p/>
          <a:p>
            <a:r>
              <a:t>Если спросят, это та же команда, что писала первый отчёт про мультиагентность: да, один и тот же источник — год и десять месяцев спустя та же команда пересмотрела собственную публичную позицию по итогам практики.</a:t>
            </a:r>
          </a:p>
          <a:p/>
          <a:p>
            <a:r>
              <a:t>Если спросят, относятся ли цифры про два бага на правку к нашей сцене напрямую: это отраслевой пример другой команды на другом процессе; на сцену курса переносится форма паттерна — узкая роль поверх одной правки, — число остаётся свойством отраслевого примера.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физически рвёт связь, которую должен видеть следующий шаг, и число ошибок усиливается — в семнадцать целых две десятых раза без координатора, в четыре целых четыре десятых раза даже с централизованной проверкой. Если задача дешёвая, а цена пропущенной ошибки низкая — одна роль дешевле двух, сколько бы раз она ни повторялась.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насколько доверять её ответу и что делать, когда ролей становится несколько. Остаётся вопрос, который все три кейса касались, но не решили: как проверяется сам процесс работы — весь путь от задачи до показа, не отдельный ответ одной роли. Это тема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Интуиция говорила: сервер официальный — значит можно подключать, права и цену разберём потом. Проверка показала обратный порядок: сначала нужно ли вообще, потом права, потом цена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Интуиция говорила: чтобы поручить проверку отдельному агенту, нужно завести файл и настроить его. Проверка показала: делегировать можно бесплатно, без единой строки — заводить стоило роль с урезанным списком инструментов.</a:t>
            </a:r>
          </a:p>
          <a:p/>
          <a:p>
            <a:r>
              <a:t>Пятая строка — процесс — сегодня не заполняется. Мы до неё просто не дошли.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строк в оси четыре, а пятая пустая.</a:t>
            </a:r>
            <a:r>
              <a:t> Процесс сегодня в занятие не входит — решением, объявленным заранее, не задним числом. Заявить пятую строку и не проверить её значило бы повторить ровно ту ошибку, против которой построено всё занятие.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тот же приём у себя: </a:t>
            </a:r>
            <a:r>
              <a:rPr>
                <a:latin typeface="Consolas"/>
              </a:rPr>
              <a:t>grep "^tools:" .claude/agents/*.md</a:t>
            </a:r>
            <a:r>
              <a:t> на своих собственных ролях показывает, у скольких из них поле вообще задано.</a:t>
            </a:r>
          </a:p>
          <a:p/>
          <a:p>
            <a:r>
              <a:rPr i="1"/>
              <a:t>Если спросят про колонку «что обещает устройство»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субагент, процесс.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справа от каждой строки — она здесь важнее самой схемы.</a:t>
            </a:r>
          </a:p>
          <a:p/>
          <a:p>
            <a:r>
              <a:t>Хук и скилл стоят так же, как в начале занятия: один коммитом, другой планом. Это с прошлого занятия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«написано, что будет» и «уже работает»,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работу сегодня подтверждает не ваш агент — сервер говорит «подключён», роль говорит «сделано». Чем такое сообщение отличается от факта?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«уходят от доверия статусу „подключён“» — после кейса о зелёном индикаторе без результата — и «уходят от доверия вердикту роли» — после кейса о ложном </a:t>
            </a:r>
            <a:r>
              <a:rPr>
                <a:latin typeface="Consolas"/>
              </a:rPr>
              <a:t>PASS</a:t>
            </a:r>
            <a:r>
              <a:t>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статус сервера и вердикт роли — оба сообщения, которые можно получить без единого факта за ними.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какой сигнал в проекте уже прозвучал. Полный разбор всех пяти строк — в занятии, которое закрывает ось целиком.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тем же приёмом на своих собственных ролях: </a:t>
            </a:r>
            <a:r>
              <a:rPr>
                <a:latin typeface="Consolas"/>
              </a:rPr>
              <a:t>grep "^tools:" .claude/agents/*.md</a:t>
            </a:r>
            <a:r>
              <a:t> показывает, у скольких из них поле вообще задано, — курс поймал на этом же приёме сам себя: единственный файл, где поле со списком инструментов стоит, резолвится в ноль инструментов,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занятие про разницу между отчётом и фактом, и необъявленный пробел стоил бы дороже объявленного.</a:t>
            </a:r>
          </a:p>
          <a:p/>
          <a:p>
            <a:r>
              <a:t>Четыре строки из пяти теперь можно проверить хотя бы частично. Пятая — процесс —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на любом каталоге ролей печатает, у кого поле </a:t>
            </a:r>
            <a:r>
              <a:rPr>
                <a:latin typeface="Consolas"/>
              </a:rPr>
              <a:t>tools:</a:t>
            </a:r>
            <a:r>
              <a:t> задано явно, а у кого нет вовсе — тот же приём, которым курс поймал сам себя: единственная строка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команда не выполняется.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67712"/>
            <a:ext cx="9966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 Чем такое сообщение отличается от факта?»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24 строки / 4 раздела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.claude/settings.json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.claude/hooks/selftest-branch-guard.sh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.claude/skills/deploy/SKILL.md           ← скилл · только план,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40 строк / 5 разделов        ← коммит есть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«Хук подтверждён коммитом на отдельной ветке. Скилл остаётся планом. Главная ветка не содержит ни одного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514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38020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538020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0087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820087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367"/>
            <a:ext cx="125995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532367"/>
            <a:ext cx="34234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7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2720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0036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43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436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4751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5800" y="4121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2151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419467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5564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41050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Работу сегодня подтверждает не ваш агент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165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810" y="2027631"/>
            <a:ext cx="34119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6105" y="2027631"/>
            <a:ext cx="21139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6380" y="2027631"/>
            <a:ext cx="3540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1657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7810" y="2309698"/>
            <a:ext cx="341199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6105" y="2309698"/>
            <a:ext cx="21139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работы от него нет.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6380" y="2309698"/>
            <a:ext cx="3540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1657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7810" y="3021977"/>
            <a:ext cx="341199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6105" y="3021977"/>
            <a:ext cx="21139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Отчёт роли — утверждение.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6380" y="3021977"/>
            <a:ext cx="3540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вторая. Границы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сегодня. Одна ступень — процесс — остаётся впереди.»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4 ХОДА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как issue. Перенос — руками, в обе стороны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5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53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7555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9501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339501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браузер, копирует текст issue, вставляет в чат агенту.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725341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72534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055668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5566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в комментарий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729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4009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неделю. Всё, что репозиторий получил до сих пор, лежало внутри него, в файлах. Список открытых задач — физически снаружи, и меняется без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Инструмент, ресурс, подсказка — кто решает воспользоваться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72487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2372487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0050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ПРИМИТИВ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250050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КТО ИНИЦИИРУЕТ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2372487"/>
            <a:ext cx="7315" cy="155600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2372487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84551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Инструмент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Ресурс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884551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приложение — по явному упоминанию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человек — явной командой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6003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4650867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733163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нужно, чтобы агент сам решал воспользоваться возможностью, — это обязан быть инструмент, не данные, оформленные ресурсом.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MCP целиком, одним экраном</a:t>
            </a:r>
          </a:p>
        </p:txBody>
      </p:sp>
      <p:pic>
        <p:nvPicPr>
          <p:cNvPr id="3" name="Picture 2" descr="mcp-n09-mehaniz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9362"/>
            <a:ext cx="11183112" cy="35692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дать агенту доступ к трекеру задач?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почему именно он.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обойтись разовой командой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способов, у каждого своя область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200907"/>
          </a:xfrm>
          <a:prstGeom prst="roundRect">
            <a:avLst>
              <a:gd name="adj" fmla="val 95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2078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2891" y="1126236"/>
            <a:ext cx="37118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11035" y="1126236"/>
            <a:ext cx="54458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85824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2891" y="1385824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единичный эндпойнт: вы сами пишете запрос и разбор ответа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035" y="1385824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нет стандартного обнаружения инструментов моделью — каждый новый сервис это отдельный код интеграции, который пишете и поддерживаете сами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42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42516"/>
            <a:ext cx="122078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2891" y="1842516"/>
            <a:ext cx="3711840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сервис, который кто-то хостит и обновляет сам; не требует постоянного процесса на вашей машине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1035" y="1842516"/>
            <a:ext cx="5445812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официальность не гарантирует, что сервер делает то, что заявляет: автор сервера сам может быть уверен в неверном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452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45258"/>
            <a:ext cx="122078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2891" y="2445258"/>
            <a:ext cx="3711840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исполняется у вас, конфигурация — строка в репозитории, видимая всей команде в ревью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1035" y="2445258"/>
            <a:ext cx="5445812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машина держит ещё один постоянно работающий процесс; команда запуска без зафиксированной версии подтягивает последнюю при каждом старте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048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048000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2891" y="3048000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нужен нестандартный набор операций или прав, которого готовый сервер не даёт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1035" y="3048000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отдельная разработка и поддержка протокола — второй проект рядом с основным, не разовая настройка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046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04692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обойтись разовой командой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2891" y="3504692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разовое действие в одной сессии команда закрывает 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1035" y="3504692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перестаёт хватать, когда доступ нужен регулярно, из нескольких сессий, с сохранением состояния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08855"/>
            <a:ext cx="82296" cy="15499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436871"/>
            <a:ext cx="10643616" cy="1293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для нашего случая — регулярный доступ нескольких сессий к общему трекеру — разовая команда и свой сервер отпадают сразу: первая не масштабируется на такую частоту, второй избыточен, раз готовый сервер уже существует. Прямой API остаётся вариантом только для единичного действия, не для повторяющейся задачи. Между «удалённо» и «локально» выбора без ответа нет — оба законны: свежий официальный пример для этого же сервиса подключается удалённо, а решение этого занятия — локальный процесс, потому что тогда конфигурация становится кодом в репозитории, видимым в ревью всей команде.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операции, потом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5381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08182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54841" y="1967499"/>
            <a:ext cx="258187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841" y="1967499"/>
            <a:ext cx="258187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читать открытые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4731" y="1967499"/>
            <a:ext cx="23769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4731" y="1967499"/>
            <a:ext cx="23769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писать комментарий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69735" y="1967499"/>
            <a:ext cx="306437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9735" y="1967499"/>
            <a:ext cx="3064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создавать черновик правки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605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688579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7425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57132"/>
            <a:ext cx="46299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2080" y="3757132"/>
            <a:ext cx="589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39199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2080" y="4039199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3863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386353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2080" y="4386353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7335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733508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2080" y="4733508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080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080662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2080" y="5080662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0142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92944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ключ и область видимости</a:t>
            </a:r>
          </a:p>
        </p:txBody>
      </p:sp>
      <p:pic>
        <p:nvPicPr>
          <p:cNvPr id="3" name="Picture 2" descr="mcp-n13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89" y="1524304"/>
            <a:ext cx="941777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четыре строки, и права — вне файла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982597"/>
          </a:xfrm>
          <a:prstGeom prst="roundRect">
            <a:avLst>
              <a:gd name="adj" fmla="val 1024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616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"env":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"GITHUB_PERSONAL_ACCESS_TOKEN": "${GITHUB_PAT}"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pic>
        <p:nvPicPr>
          <p:cNvPr id="5" name="Picture 4" descr="mcp-n14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17" y="3090545"/>
            <a:ext cx="9061917" cy="317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5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6867"/>
            <a:ext cx="11183112" cy="2725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06026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18827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Вычеркнутая строка — та самая, без которой атака не проходит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5265"/>
            <a:ext cx="11183112" cy="3532886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8145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1568145"/>
            <a:ext cx="51519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2628" y="1568145"/>
            <a:ext cx="3734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0212"/>
            <a:ext cx="1492313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1850212"/>
            <a:ext cx="5151906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2628" y="1850212"/>
            <a:ext cx="3734219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475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75304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без модели вообще (CVE-2026-61742, DBHub, CVSS 9.3 из 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475304"/>
            <a:ext cx="5151906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2628" y="3475304"/>
            <a:ext cx="3734219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смертельное трио — не единственный путь к утечке, сервер сам может быть незащищённым сетевым сервисом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4644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7446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хватает команды, а когда нужен сервер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68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49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работы от него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РАНО (ЖДЁТ СИГНАЛА)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521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разовое или редкое действие; снимка данных 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7738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77385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текущей сессии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924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924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поддерживать ещё один постоянно работающий процесс с доступом к секретам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583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834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отдельный стоп-критерий: подключение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ВООБЩЕ (НЕ ВОПРОС МОМЕНТА)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455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известному вызову CLI — 32-кратная разница по токенам не исчезнет с ростом доверия к серверу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946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946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правильный инструмент здесь — обычный скрипт, не постоянно подключённый сервер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работы от него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5 СТАТУСОВ ПОДКЛЮЧЕНИЯ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 отвечает, что всё сделал.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267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069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72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9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801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53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31050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отвечает, что всё сделал.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557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408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5813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614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показывал всю неделю: зелёная галочка,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4167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9654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7883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стоит две недели. Агент отчитался, что выполнил задачу, — в репозитории ни одного черновика, а статус подключения не менялся всю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813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1614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Подробный статус сужает,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2611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15491"/>
            <a:ext cx="14962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376" y="1215491"/>
            <a:ext cx="44067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1416" y="1215491"/>
            <a:ext cx="4475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7558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8376" y="1497558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достаточно как первая проверка: если даже базовый статус красный, дальше смотреть 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416" y="1497558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зелёный статус отвечает только за то, поднялся ли процесс — остальные вопросы он не закрывает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27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27275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8376" y="2027275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действительно помогает: часть сбоев живёт только в рамках одной сессии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416" y="2027275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объясняет, что было не так, и прячет повторяющуюся причину под видом разового сбоя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56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56992"/>
            <a:ext cx="149627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76" y="2556992"/>
            <a:ext cx="440673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всегда: различает «процесс не поднялся», «список инструментов не получен», «нужна авторизация»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416" y="2556992"/>
            <a:ext cx="447543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 по себе не доказывает, что сервер работает — только сужает, где искать дальше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343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34397"/>
            <a:ext cx="14962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376" y="3634397"/>
            <a:ext cx="44067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когда причина — испорченная локальная запись конфигурации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1416" y="3634397"/>
            <a:ext cx="44754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дорогая и слепая проверка: тот же эффект достигается без удаления, причина так и остаётся неизвестной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3466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346676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8376" y="4346676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нужно, если проблема в самом сервере, а не в конфигурации на вашей стороне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1416" y="4346676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занимает часы-дни; большинство случаев диагностируются раньше, своими средствами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70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50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подробный статус — обязательный первый шаг, но он лишь сужает область поиска. Работу доказывает только явный именованный вызов — следующий ход.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статусов, один доказательный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3436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66316"/>
            <a:ext cx="40673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9435" y="1666316"/>
            <a:ext cx="64574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48383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9435" y="1948383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Готов к использованию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2955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95537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tools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fetch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9435" y="2295537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Транспорт поднялся, список инструментов получить не удалось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6426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642692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Needs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435" y="2642692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доступен, требует входа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98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9846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✘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Failed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9435" y="2989846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не ответил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3370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337001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‖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Pending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9435" y="3337001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Проектный сервер, ещё не одобрен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3454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6256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Доказательный вызов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тот самый явный именованный: явное упоминание сервера в запросе («используя сервер такой-то, узнай…»).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тайм-аута: старт сервера и выполнение вызова</a:t>
            </a:r>
          </a:p>
        </p:txBody>
      </p:sp>
      <p:pic>
        <p:nvPicPr>
          <p:cNvPr id="3" name="Picture 2" descr="mcp-n23-taym-auty-shka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8550"/>
            <a:ext cx="11183112" cy="24463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2015"/>
            <a:ext cx="11183112" cy="1198372"/>
          </a:xfrm>
          <a:prstGeom prst="roundRect">
            <a:avLst>
              <a:gd name="adj" fmla="val 169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34895"/>
            <a:ext cx="10744200" cy="8326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CLAUDE.md, раздел Repository etiquette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После подключения любого MCP-сервера и после любого подозрения в тишине —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явный именованный вызов сервера, прежде чем доверять зелёному статусу.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178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459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заявленный режим — не тот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02993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85873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2085873"/>
            <a:ext cx="4654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5472" y="2085873"/>
            <a:ext cx="42313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7940"/>
            <a:ext cx="1492313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режиме (CVE-2026-61788, DBHub, CVSS 7.4 из 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2367940"/>
            <a:ext cx="4654750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readonly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инструмента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execute_sql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делал соединение реально доступным только для чтения — код, который должен был это гарантировать, ссылался на поле конфигурации, которое никогда не заполняется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5472" y="2367940"/>
            <a:ext cx="4231375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заявленный флаг конфигурации против фактического режима транзакции, проверяемого только реальным запросом с побочным эффектом. Разработчики сервера сами были уверены, что режим работает, — до первого запроса с побочным эффектом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104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10469"/>
            <a:ext cx="149231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авторизация умирает, транспорт жив (инцидент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[#49]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810469"/>
            <a:ext cx="465475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молча отозвал доступ — OAuth-приложение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Testing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автоматически отзывает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refresh_token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7 дней без активности, 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472" y="3810469"/>
            <a:ext cx="42313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production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токен не отзывает вовсе — срок тут ни при чём, это целиком следствие одной невыбранной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зелёного статуса достаточно, а когда нужен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60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3662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2879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3260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ПЕРИОДИЧЕСКОЙ ПРОВЕРКИ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069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922879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03260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ВЫЗОВ — ИЛИ РЕШЕНИЕ НЕ ПОДКЛЮЧАТЬ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3069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подтвердить, — не нужно никогда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7979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797909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63356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63356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доказательный вызов систематически не проходит, а автор сервера не отвечает — вопрос смещается туда же, где решался первый кейс этого блока: подключать ли сервер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СЛОЯ ПРОВАЛА · 1 ИСКЛЮЧЕНИЕ В ПРОТОКОЛЕ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3256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5440"/>
            <a:ext cx="22453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7418" y="1615440"/>
            <a:ext cx="35368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0595" y="1615440"/>
            <a:ext cx="4596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97507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7418" y="1897507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никогда не обновляется, описание не меняется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0595" y="1897507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доверие — по имени сервера, не по тексту описания: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72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7224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официальный —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7418" y="2427224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0595" y="2427224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меняет текст тем же путём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69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6941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7418" y="2956941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целиком, если источник зафиксирован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0595" y="2956941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задаёт версию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866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86658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7418" y="3486658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даёт контролируемую точку: обновление — по вашему решению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0595" y="3486658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 проверки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163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16374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перечитывать описание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7418" y="4016374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смены доверенного поведения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0595" y="4016374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требует, чтобы обновление было замечено — без фиксации версии узнать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35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31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8231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31111"/>
            <a:ext cx="10744200" cy="1592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"notify":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"@team/notify-mcp@2.3.1"]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735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015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обновлением. То же самое, что проект уже делает для других решений — не новый формат файла.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6242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45309"/>
            <a:ext cx="32367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8819" y="2045309"/>
            <a:ext cx="38034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ПОДМЕНИЛОСЬ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18559" y="2045309"/>
            <a:ext cx="33382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ЦИФРА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27376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контролируемый эксперимент (Rashidi, arXiv:2607.05744, 08.07.2026)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8819" y="2327376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описания инструмента — скрыт юникод-символами, невидимыми человеку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8559" y="2327376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8 из 8 доставок, 0 ложных срабатываний на 25 описаниях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8570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57093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кампания на обход проверки (Deadbugz)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8819" y="2857093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поведение сервера — после прохождения ручной проверки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8559" y="2857093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безобидных вызова, затем поиск SSH-ключей и credentials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3868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386810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· реальный тихий инцидент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сентябрь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8819" y="3386810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уже одобренного пакета — при обычном обновлении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8559" y="3386810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около 1,5 недели (17–29.09.2025) незамеченной BCC-копии писем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6691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9493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9413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27429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Пять блоков в конфигурации закрыты, и последний из них дал агенту руки — он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73349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307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5739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873349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298307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25739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74837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74837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держать дисциплиной действие, которое требует подтверждения на каждом вызове: для этого нужна аннотация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requiresUserInteraction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у автора сервера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4117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411700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считать себя защищённым, если автор сервера аннотацию не поставил: технического принуждения к повторному одобрению тогда не существует вовсе — только дисциплина версии и перечитывания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52473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52473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оставлять шаг в автоматизации, если и дисциплины, и аннотации всё равно недостаточно для его чувствительности — такое действие выполняет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ХОДА СБОРКИ · 1 НАЙДЕННЫЙ СБОЙ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79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759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29637"/>
            <a:ext cx="11183112" cy="2974086"/>
          </a:xfrm>
          <a:prstGeom prst="roundRect">
            <a:avLst>
              <a:gd name="adj" fmla="val 1024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4909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490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8173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8173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816680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8166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55162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551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386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666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986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8836" y="1194028"/>
            <a:ext cx="35848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9946" y="1194028"/>
            <a:ext cx="48069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8836" y="1476095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9946" y="1476095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9867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8836" y="2188375"/>
            <a:ext cx="35848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9946" y="2188375"/>
            <a:ext cx="48069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836" y="2718092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9946" y="2718092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303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30371"/>
            <a:ext cx="19867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8836" y="3430371"/>
            <a:ext cx="35848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9946" y="3430371"/>
            <a:ext cx="48069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7526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8836" y="3777526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46" y="3777526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322"/>
            <a:ext cx="11183112" cy="3286887"/>
          </a:xfrm>
          <a:prstGeom prst="roundRect">
            <a:avLst>
              <a:gd name="adj" fmla="val 618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16202"/>
            <a:ext cx="10744200" cy="29211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Независимый ревьюер diff'ов. Видит только сам diff и критерии приёмки, не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рассуждения автора. Используй перед мержем любого нетривиального изменения. НЕ для ревью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архитектурных решений (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doc/adr/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) — это отдельная роль.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tools: Read, Grep, Glob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Ты не правишь код сам — только находишь проблемы. Начни ответ строкой: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1" i="0">
                <a:solidFill>
                  <a:srgbClr val="E3E9F2"/>
                </a:solidFill>
                <a:latin typeface="Consolas"/>
              </a:rPr>
              <a:t>VERDICT: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PASS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|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BLOCK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Затем: что проверено (конкретно — какие файлы прочитаны), находки (что не так, где, почему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важно). Пустой список находок — валидный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5971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18773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43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91" y="1524304"/>
            <a:ext cx="11114968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Три месяца назад в каталоге ролей этого курса — том самом, что вы сейчас видите как учебный материал, — завели роль литературного редактора и попытались сузить ей права: в файле появилась строка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11183112" cy="1018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2096"/>
            <a:ext cx="117563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ЗАПИСАНО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307" y="2292096"/>
            <a:ext cx="306171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ХАРНЕСС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8324" y="2292096"/>
            <a:ext cx="61959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ИТОГ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6670"/>
            <a:ext cx="117563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307" y="2566670"/>
            <a:ext cx="3061712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два отдельных имени инструментов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8324" y="2566670"/>
            <a:ext cx="619595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 одно не совпадает ни с одним реальным инструментом — список резолвится в пустое множество нераспознанных записей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3558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" y="34107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7477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002785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попытки параллельного запуска — три одинаковых отказа. Явно пустой список (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50" b="1" i="0">
                <a:solidFill>
                  <a:srgbClr val="141B2E"/>
                </a:solidFill>
                <a:latin typeface="Arial"/>
              </a:rPr>
              <a:t>) дал бы роль без единого инструмента, но живую. Здесь харнесс сделал другое: отказался запускать роль вовсе.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0373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898389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1400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4202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та же проверка на любом каталоге ролей, прямо сейчас.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8699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1500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5088636" cy="2961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084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8476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545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4500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5123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003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00329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65943" y="5047996"/>
            <a:ext cx="463044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5943" y="5047996"/>
            <a:ext cx="463044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14 файлов ролей в каталоге .claude/agents/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403" y="5047996"/>
            <a:ext cx="269860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4403" y="5047996"/>
            <a:ext cx="269860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13 без поля tools: вовсе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78348"/>
            <a:ext cx="1118311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578348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 с полем, которое не резолвится (tools: All tools, слайд назад). Значит: тринадцать ролей, включая те, чья единственная работа — оценивать материал, технически имеют право его и править.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урезание начинает мешать работе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8503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1305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Узкий список инструментов диф-ревьюера из этого кейса был верным выбором для роли, которая только находит проблему. Тем же списком — без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не хватит роли, чья работа эту проблему чинить.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35528"/>
            <a:ext cx="11183112" cy="1879599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18408"/>
            <a:ext cx="2577353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9457" y="3518408"/>
            <a:ext cx="186060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 РАБОТЕ НУЖНО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16363" y="3518408"/>
            <a:ext cx="3365917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ПРАВА (КАК У </a:t>
            </a:r>
            <a:r>
              <a:rPr sz="1150" b="1" i="0">
                <a:solidFill>
                  <a:srgbClr val="6B7685"/>
                </a:solidFill>
                <a:latin typeface="Consolas"/>
              </a:rPr>
              <a:t>DIFF-REVIEWER</a:t>
            </a:r>
            <a:r>
              <a:rPr sz="1150" b="1" i="0">
                <a:solidFill>
                  <a:srgbClr val="6B7685"/>
                </a:solidFill>
                <a:latin typeface="Arial"/>
              </a:rPr>
              <a:t> ИЗ ЭТОГО КЕЙСА)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585" y="3518408"/>
            <a:ext cx="242826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72814"/>
            <a:ext cx="25773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code-reviewer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9457" y="3972814"/>
            <a:ext cx="1860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и искать, не менять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6363" y="3972814"/>
            <a:ext cx="33659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/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8585" y="3972814"/>
            <a:ext cx="24282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— ревью не чинит код само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5025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502531"/>
            <a:ext cx="25773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debugger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9457" y="4502531"/>
            <a:ext cx="1860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чинить баг — значит, менять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6363" y="4502531"/>
            <a:ext cx="33659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набор плюс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возвращён обратно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8585" y="4502531"/>
            <a:ext cx="24282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может сделать то, ради чего её завели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Отчёт роли — утверждение. Решаем, чем его проверить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и согласованным форматом ответа уже есть. Решаем, чего стоит сам отчёт этой роли на практике.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ФОРМАТ ВЕРДИКТА · 2 ДОКУМЕНТИРОВАННЫХ СЛУЧАЯ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из них солгал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563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0365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уже есть, и формат ответа тоже: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17699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37155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3715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6979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697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Все три ответа приходят быстро и выглядят одинаково надёжно: вердикт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431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6024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13506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13506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Открывают журнал вызовов этой роли за тот прогон: в нём нет ни одного обращения к файлу, который вердикт перечисляет как проверенный.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824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5104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ответа был написан так, будто проверка прошла. Инструмент для этой проверки роль в тот прогон не вызывала ни разу.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Текст не отличил правду от лжи.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018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9504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7734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66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146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формат уже есть, отчёту можно доверять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20686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3566"/>
            <a:ext cx="31564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88597" y="1303566"/>
            <a:ext cx="32431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78099" y="1303566"/>
            <a:ext cx="39787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85633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формат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88597" y="1585633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отличает ответ по форме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8099" y="1585633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правдивый и неправдивый заполняют те же поля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15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15350"/>
            <a:ext cx="315649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8597" y="2115350"/>
            <a:ext cx="32431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099" y="2115350"/>
            <a:ext cx="397874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не доказывает правду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62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62504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назвать файлы и команды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8597" y="2462504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действие проверяется за секунды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099" y="2462504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названия не доказывают, что вызов был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9922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992221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вызовов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8597" y="2992221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единственная запись физических действий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099" y="2992221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 — отдельный шаг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21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21938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8597" y="3521938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именно этот сценарий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8099" y="3521938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риск остаётся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42452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70468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 Отказ от параллельности снимает один конкретный сценарий; механизм, который его породил, остаётся.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не один инцидент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6595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758035"/>
            <a:ext cx="68580" cy="188950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4947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849475"/>
            <a:ext cx="490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6475" y="1849475"/>
            <a:ext cx="27603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154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213154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6 из ~15 параллельных субагентов: уверенный отчёт без единого вызова инструмента, у двух — выдуманная инъекция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6475" y="213154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438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4382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4382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внутри субагента не долетает до родителя: фан-аут выглядит успешным, хотя запись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6475" y="284382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отчёт, статус открыт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06493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543653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VERDICT: PASS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проверено: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src/validate.js, прочитана функция validateForm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открыта карта сообщений MESSAGES и встроенная проверка checkValidity()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index.html, прочитано регулярное выражение адреса атрибутом pattern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найдены вызовы validateForm по всему репозиторию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pic>
        <p:nvPicPr>
          <p:cNvPr id="3" name="Picture 2" descr="subagent-n54-signal-ne-doho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34" y="943356"/>
            <a:ext cx="10943683" cy="290007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08024"/>
            <a:ext cx="82296" cy="11877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136040"/>
            <a:ext cx="10643616" cy="931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Случай 1.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Решение «deny» было верным для опасной команды субагента — она всё равно выполнилась. Найдено уже после реальной потери данных.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Случай 2.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Блокировка сработала для сессии и одного тестового субагента, но не для другого с тем же файлом настроек; детерминированно не воспроизводится.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6032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88336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Там лгал текст ответа. Здесь лжёт сам сигнал «успех/неуспех» — тот, который обычно считают надёжнее содержания отчёта.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закрывают ни формат, ни журнал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392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672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Эта граница — не про цену ошибки: про неё дальше. Здесь — про то, что ни формат, ни журнал не берут на себя, сколько бы их ни читали.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ПОДЛИННОСТЬ СУЖДЕНИЯ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375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журнал показывает, что файл открыт; понял ли его верно — скажет только тот, кто сам читает то же самое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ЦЕНА САМОЙ ПРОВЕРКИ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83758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сверка «что проверено» с журналом — отдельный шаг; на правке в несколько строк он может занять не меньше времени, чем просто открыть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1312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9328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РОЛИ · 3 КАТЕГОРИИ РАССОГЛАСОВАНИЯ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909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62854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62854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работает уже месяц, правки стали крупнее. Разработчик заводит вторую роль — тестировщика: он прогоняет сценарии через форму и проверяет поведение, не только код.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6118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16118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Обе роли получают одну и ту же правку: новое поле в форме плюс изменение валидации.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9151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49151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проверяет код и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в прочитанном коде проблем нет. Тестировщик проверяет форму на обычных сценариях и тоже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на прогнанных сценариях форма ведёт себя ожидаемо.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22646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22646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Правка уходит в показ. Заказчик вводит email с пробелом перед доменом — сценарий, который не вошёл ни в код, который читал диф-ревьюер, ни в сценарии, которые прогонял тестировщик.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46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74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У вас теперь два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1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607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2877" y="1502664"/>
            <a:ext cx="3639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9037" y="1502664"/>
            <a:ext cx="47778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2877" y="1784731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9037" y="1784731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2877" y="2453195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9037" y="2453195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877" y="2953702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9037" y="2953702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877" y="3454209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037" y="3454209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2877" y="4122673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9037" y="4122673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094102"/>
          </a:xfrm>
          <a:prstGeom prst="roundRect">
            <a:avLst>
              <a:gd name="adj" fmla="val 14555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4796"/>
            <a:ext cx="68580" cy="191122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6236"/>
            <a:ext cx="1456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8638" y="1126236"/>
            <a:ext cx="62636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98566" y="1126236"/>
            <a:ext cx="26582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0810"/>
            <a:ext cx="1456534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8638" y="1400810"/>
            <a:ext cx="6263624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98566" y="1400810"/>
            <a:ext cx="2658281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080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08022"/>
            <a:ext cx="145653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Kim, Liu и др. (Google Research), arXiv:2512.08296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8638" y="2208022"/>
            <a:ext cx="626362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8566" y="2208022"/>
            <a:ext cx="26582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02051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330067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По цифрам MAST рассогласование между агентами — вторая по весу причина отказов, почти вровень со спецификацией самой задачи: 37 против 42 процентов.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31513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359529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сумма первых двух категорий MAST, 42 и 37, пересказанная как отдельное измерение. Стоит проверить, не считаете ли вы одно и то же дважды под разными подписями.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60975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398135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300"/>
              </a:spcAft>
            </a:pPr>
            <a:r>
              <a:rPr sz="11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62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0956"/>
            <a:ext cx="11183112" cy="3354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координация перестаёт окупаться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944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0746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Диф-ревьюер и тестировщик из этой сцены — пример первой колонки: каждая роль проверяет одну правку в своей узкой зоне. Третья роль-координатор из прошлого разбора была бы примером второй — лишним слоем поверх уже написанной правки.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КООРДИНАЦИЯ ЕЩЁ ОКУПАЕТСЯ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1398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узкая роль поверх одной конкретной правки — отраслевой пример: ревью-цепочка у одной практикующей команды находит в среднем 2 бага на правку, из них около 58% серьёзных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54964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4964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пара из двух разных топ-моделей, только на самых сложных сценариях — разные модели замечают разные ошибки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КООРДИНАЦИЯ УЖЕ ДОРОЖЕ ВЫИГРЫША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71398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третья роль-координатор поверх уже не согласованных двух — добавляет слой, цена растёт быстрее, чем снижается риск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2049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20497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неструктурированный «рой» без явных границ между ролями — та же команда называет его «по большей части отвлекающим фактором» даже спустя год практики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0472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18488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97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97452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шаги зависимы, разбиение физически рвёт связь, которую должен видеть следующий шаг — ошибка усиливается в 17,2 раза без координатора, в 4,4 раза даже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83311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8331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дешёвая, а цена пропущенной ошибки низкая — одна роль дешевле двух, сколько бы раз она ни повторялась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829937"/>
          </a:xfrm>
          <a:prstGeom prst="roundRect">
            <a:avLst>
              <a:gd name="adj" fmla="val 63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126236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126236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126236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25995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408303"/>
            <a:ext cx="277438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408303"/>
            <a:ext cx="277438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408303"/>
            <a:ext cx="342342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767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76767"/>
            <a:ext cx="125995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076767"/>
            <a:ext cx="277438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076767"/>
            <a:ext cx="277438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076767"/>
            <a:ext cx="342342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913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913189"/>
            <a:ext cx="1259951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913189"/>
            <a:ext cx="2774381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913189"/>
            <a:ext cx="2774381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«Официальный сервер — значит можно подключать, права и цену разберём потом»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913189"/>
            <a:ext cx="3423422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Порядок обратный: нужно ли вообще → права → цена. Без вычеркнутой строки «все репозитории, включая приватные» —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175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17568"/>
            <a:ext cx="1259951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3917568"/>
            <a:ext cx="2774381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3917568"/>
            <a:ext cx="2774381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«Чтобы поручить проверку отдельному агенту, нужно завести файл и настроить его»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3917568"/>
            <a:ext cx="3423422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Делегировать можно бесплатно, без единой строки конфигурации. Стоило завести роль с урезанным списком инструментов: урезание держится на синтаксисе так буквально, что одна неверная строка не ослабляет права — она останавливает запуск роли вовсе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52578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257863"/>
            <a:ext cx="125995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5331015"/>
            <a:ext cx="2737805" cy="18624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5331015"/>
            <a:ext cx="2737805" cy="18624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5331015"/>
            <a:ext cx="3386846" cy="18624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974461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6029325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Одна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393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03273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СХЕМА, НЕ СНИМОК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.claude/settings.json 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.claude/hooks/selftest-branch-guard.sh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.claude/skills/deploy/SKILL.md            ← скилл · по плану,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CLAUDE.md — 40 строк / 5 разделов         ←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(сегодняшние две ступени — по плану, коммита нет и не будет)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  ← MCP · кейс 1, права вычеркнуты до трёх операций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.claude/agents/diff-reviewer.md           ← субагент · кейс 1, `tools: Read, Grep, Glob`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71533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84334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97887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52751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775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65577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740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31620"/>
            <a:ext cx="28856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7792" y="1131620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007" y="1131620"/>
            <a:ext cx="68818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3687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17792" y="1413687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007" y="1413687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608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60842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 работы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7792" y="1760842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5007" y="1760842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07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07996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7792" y="2107996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007" y="2107996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377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37713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7792" y="2637713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007" y="2637713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своём проекте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674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167430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отчёт как утверждение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7792" y="3167430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5007" y="3167430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6971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697147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7792" y="3697147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007" y="3697147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24374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679238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занятие про разницу между отчётом и фактом, и необъявленный пробел в нём стоил бы дороже, чем объявленный.»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7281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0082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«Четыре строки из пяти теперь можно проверить хотя бы частично. Пятая — процесс —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