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Пять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три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Настоящие значения у него названы там, где разбиралось объявление субагента; что даёт каждое из трёх состояний — там, где разбирались сами права.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четырёх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Семь строк ниже показывают, что в проекте есть и чем это подтверждено, и у трёх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Три новые строки — сегодняшние, и две из них — новые файлы.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файлов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урезанным правам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урезанные права</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5085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40699" y="1927834"/>
            <a:ext cx="401614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5085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40699" y="2209901"/>
            <a:ext cx="401614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5085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40699" y="2739618"/>
            <a:ext cx="40161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439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76053" y="1833727"/>
            <a:ext cx="390071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23073" y="1833727"/>
            <a:ext cx="25430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4394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76053" y="2115794"/>
            <a:ext cx="390071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23073" y="2115794"/>
            <a:ext cx="254305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4394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урезанные права</a:t>
            </a:r>
          </a:p>
        </p:txBody>
      </p:sp>
      <p:sp>
        <p:nvSpPr>
          <p:cNvPr id="14" name="TextBox 13"/>
          <p:cNvSpPr txBox="1"/>
          <p:nvPr/>
        </p:nvSpPr>
        <p:spPr>
          <a:xfrm>
            <a:off x="3376053" y="2828074"/>
            <a:ext cx="3900716"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23073" y="2828074"/>
            <a:ext cx="254305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56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7790" y="1126236"/>
            <a:ext cx="349153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631" y="1126236"/>
            <a:ext cx="591121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568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7790" y="1378331"/>
            <a:ext cx="349153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631" y="1378331"/>
            <a:ext cx="591121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568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7790" y="1959165"/>
            <a:ext cx="349153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631" y="1959165"/>
            <a:ext cx="591121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568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7790" y="2540000"/>
            <a:ext cx="349153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631" y="2540000"/>
            <a:ext cx="591121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568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7790" y="3120834"/>
            <a:ext cx="349153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631" y="3120834"/>
            <a:ext cx="591121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568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7790" y="3701669"/>
            <a:ext cx="349153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631" y="3701669"/>
            <a:ext cx="591121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386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70767" y="2127910"/>
            <a:ext cx="71860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3866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70767" y="2409977"/>
            <a:ext cx="71860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три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386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70767" y="3122256"/>
            <a:ext cx="71860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3866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70767" y="3651973"/>
            <a:ext cx="71860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386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70767" y="4364253"/>
            <a:ext cx="718608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54061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9547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770479"/>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059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993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Доказательный вызов.</a:t>
            </a:r>
            <a:r>
              <a:rPr sz="1350" b="0"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a:t>
            </a:r>
          </a:p>
        </p:txBody>
      </p:sp>
      <p:sp>
        <p:nvSpPr>
          <p:cNvPr id="8" name="Rounded Rectangle 7"/>
          <p:cNvSpPr/>
          <p:nvPr/>
        </p:nvSpPr>
        <p:spPr>
          <a:xfrm>
            <a:off x="758952" y="36374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522573"/>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Признак в выводе.</a:t>
            </a:r>
            <a:r>
              <a:rPr sz="1350" b="0" i="0">
                <a:solidFill>
                  <a:srgbClr val="141B2E"/>
                </a:solidFill>
                <a:latin typeface="Arial"/>
              </a:rPr>
              <a:t> Вызов инструмента подписан именем сервера.</a:t>
            </a:r>
          </a:p>
        </p:txBody>
      </p:sp>
      <p:sp>
        <p:nvSpPr>
          <p:cNvPr id="10" name="Rounded Rectangle 9"/>
          <p:cNvSpPr/>
          <p:nvPr/>
        </p:nvSpPr>
        <p:spPr>
          <a:xfrm>
            <a:off x="502920" y="47398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8678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64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1882" y="3348990"/>
            <a:ext cx="37749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643"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1882" y="3631057"/>
            <a:ext cx="3774965"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643"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1882" y="4971351"/>
            <a:ext cx="3774965"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20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4147" y="1126236"/>
            <a:ext cx="373120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1652" y="1126236"/>
            <a:ext cx="534519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204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4147" y="1400810"/>
            <a:ext cx="3731201"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1652" y="1400810"/>
            <a:ext cx="534519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204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4147" y="2047367"/>
            <a:ext cx="3731201"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1652" y="2047367"/>
            <a:ext cx="5345195"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204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4147" y="2854579"/>
            <a:ext cx="3731201"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1652" y="2854579"/>
            <a:ext cx="534519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204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4147" y="3501136"/>
            <a:ext cx="3731201"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1652" y="3501136"/>
            <a:ext cx="534519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204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4147" y="4147693"/>
            <a:ext cx="37312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1652" y="4147693"/>
            <a:ext cx="534519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50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7140" y="1126236"/>
            <a:ext cx="36724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95906" y="1126236"/>
            <a:ext cx="56609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503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7140" y="1408303"/>
            <a:ext cx="3672461"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695906" y="1408303"/>
            <a:ext cx="5660941"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503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7140" y="2244725"/>
            <a:ext cx="367246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695906" y="2244725"/>
            <a:ext cx="566094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503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7140" y="2913189"/>
            <a:ext cx="367246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695906" y="2913189"/>
            <a:ext cx="566094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503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7140" y="3581654"/>
            <a:ext cx="367246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695906" y="3581654"/>
            <a:ext cx="566094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503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7140" y="4250118"/>
            <a:ext cx="367246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695906" y="4250118"/>
            <a:ext cx="56609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49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7065" y="1126236"/>
            <a:ext cx="35144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47865" y="1126236"/>
            <a:ext cx="51089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496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7065" y="1408303"/>
            <a:ext cx="351449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47865" y="1408303"/>
            <a:ext cx="510898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496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7065" y="1923414"/>
            <a:ext cx="351449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47865" y="1923414"/>
            <a:ext cx="510898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496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7065" y="2438527"/>
            <a:ext cx="351449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47865" y="2438527"/>
            <a:ext cx="510898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496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7065" y="3128899"/>
            <a:ext cx="3514495"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47865" y="3128899"/>
            <a:ext cx="510898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496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7065" y="3994530"/>
            <a:ext cx="3514495"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47865" y="3994530"/>
            <a:ext cx="510898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Фон, не очередь.</a:t>
            </a:r>
            <a:r>
              <a:rPr sz="1350" b="0"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Предел — на одновременность.</a:t>
            </a:r>
            <a:r>
              <a:rPr sz="1350" b="0"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Общего предела на то, сколько субагентов можно вызвать за всю сессию,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533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5497" y="3377152"/>
            <a:ext cx="50713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5339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5497" y="3659219"/>
            <a:ext cx="507135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5339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5497" y="4174331"/>
            <a:ext cx="507135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5339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5497" y="4689443"/>
            <a:ext cx="507135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Сессии стоят памяти машины</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594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1565" y="2182228"/>
            <a:ext cx="65652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594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1565" y="2464295"/>
            <a:ext cx="65652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594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1565" y="2994012"/>
            <a:ext cx="65652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594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1565" y="3523729"/>
            <a:ext cx="656528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13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028" y="1274191"/>
            <a:ext cx="5299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13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028" y="1556258"/>
            <a:ext cx="52998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13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028" y="2268537"/>
            <a:ext cx="529981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13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028" y="3163379"/>
            <a:ext cx="52998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13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028" y="3875659"/>
            <a:ext cx="52998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2079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52895" y="2561162"/>
            <a:ext cx="621126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0461" y="2561162"/>
            <a:ext cx="264638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207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52895" y="2843229"/>
            <a:ext cx="621126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0461" y="2843229"/>
            <a:ext cx="2646386"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2079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52895" y="3920633"/>
            <a:ext cx="621126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0461" y="3920633"/>
            <a:ext cx="264638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56732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533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Пока расхождение видно до работы,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независимы, обе сессии нужны разом, каталог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обоснуйте её рядом с остальными четырьмя.</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9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1019" y="1131735"/>
            <a:ext cx="42645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1867" y="1131735"/>
            <a:ext cx="43649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9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1019" y="1413802"/>
            <a:ext cx="42645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1867" y="1413802"/>
            <a:ext cx="43649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9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1019" y="2126081"/>
            <a:ext cx="42645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1867" y="2126081"/>
            <a:ext cx="43649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9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1019" y="2838361"/>
            <a:ext cx="42645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1867" y="2838361"/>
            <a:ext cx="43649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9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1019" y="3550640"/>
            <a:ext cx="42645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1867" y="3550640"/>
            <a:ext cx="43649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9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1019" y="4262920"/>
            <a:ext cx="426454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1867" y="4262920"/>
            <a:ext cx="43649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74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9504" y="2923455"/>
            <a:ext cx="636734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7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9504" y="3205522"/>
            <a:ext cx="636734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74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9504" y="3917801"/>
            <a:ext cx="636734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74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9504" y="4264956"/>
            <a:ext cx="63673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24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4580" y="2501095"/>
            <a:ext cx="583226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24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4580" y="2783162"/>
            <a:ext cx="58322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24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4580" y="3495442"/>
            <a:ext cx="58322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247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4580" y="4207721"/>
            <a:ext cx="583226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19285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24962" y="1927352"/>
            <a:ext cx="252001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1283" y="1927352"/>
            <a:ext cx="466556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19285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24962" y="2186940"/>
            <a:ext cx="252001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1283" y="2186940"/>
            <a:ext cx="466556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19285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24962" y="2789682"/>
            <a:ext cx="252001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1283" y="2789682"/>
            <a:ext cx="466556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19285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24962" y="3246374"/>
            <a:ext cx="252001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1283" y="3246374"/>
            <a:ext cx="466556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79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010" y="1881733"/>
            <a:ext cx="267583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79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010" y="2163800"/>
            <a:ext cx="267583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79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010" y="2510955"/>
            <a:ext cx="267583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79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010" y="2858109"/>
            <a:ext cx="267583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79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010" y="3205264"/>
            <a:ext cx="267583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7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010" y="3552418"/>
            <a:ext cx="267583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7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010" y="4082135"/>
            <a:ext cx="267583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79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010" y="4611852"/>
            <a:ext cx="267583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38109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43596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 начале занятия ответ на него вы держали при себе. Сейчас вслух: у кого он изменился и что именно его изменило.»</a:t>
            </a:r>
          </a:p>
        </p:txBody>
      </p:sp>
      <p:sp>
        <p:nvSpPr>
          <p:cNvPr id="5" name="Rounded Rectangle 4"/>
          <p:cNvSpPr/>
          <p:nvPr/>
        </p:nvSpPr>
        <p:spPr>
          <a:xfrm>
            <a:off x="502920" y="34029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095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634"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849" y="1181303"/>
            <a:ext cx="68419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5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634"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849" y="1463370"/>
            <a:ext cx="6841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5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634"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849" y="1993087"/>
            <a:ext cx="6841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5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634"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849" y="2522804"/>
            <a:ext cx="6841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5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634"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849" y="3052521"/>
            <a:ext cx="6841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5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634"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849" y="3582238"/>
            <a:ext cx="6841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