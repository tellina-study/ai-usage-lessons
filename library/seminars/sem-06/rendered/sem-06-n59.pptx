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Теперь внутрь одной сессии, где копий не бывает. Роль стартует в том каталоге, где стоит вызвавшая её сессия, и уйти из него не может: смена каталога внутри роли не переживает её собственных вызовов. Общая папка у ролей — штатный режим, в котором они работают почти всегда.</a:t>
            </a:r>
          </a:p>
          <a:p/>
          <a:p>
            <a:r>
              <a:t>Три факта устройства и три поломки из них.</a:t>
            </a:r>
          </a:p>
          <a:p/>
          <a:p>
            <a:r>
              <a:t>Первое: каталог тот же, и право правки есть у всякой роли, которой его не отняли строкой. Отсюда перекрытая правка: кто записал позже, тот перекрыл — целиком, когда роль переписывает файл вместо правки участка.</a:t>
            </a:r>
          </a:p>
          <a:p/>
          <a:p>
            <a:r>
              <a:t>Второе: состояние репозитория роль получает снимком на момент старта, и этот снимок по ходу работы не обновляется. Отсюда работа по состоянию, которого уже нет: файл, которого «не было», создаётся заново поверх.</a:t>
            </a:r>
          </a:p>
          <a:p/>
          <a:p>
            <a:r>
              <a:t>Третье: сессия получает итог роли, её шагов она не видит. Отсюда два успешных отчёта, по которым столкновения не видно вовсе.</a:t>
            </a:r>
          </a:p>
          <a:p/>
          <a:p>
            <a:r>
              <a:t>И вывод: так и устроено, и это нормально — роль работает там, где лежит работа, иначе итог некуда возвращать.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rPr i="1"/>
              <a:t>Если спросят, можно ли роли запретить писать.</a:t>
            </a:r>
            <a:r>
              <a:t> Можно, и это разбиралось в основании ступени: список инструментов — состав арсенала, и чего в нём нет, того роль физически не сделает. Для читающих ролей это и есть ответ. Для пишущих остаётся раскладка.</a:t>
            </a:r>
          </a:p>
          <a:p/>
          <a:p>
            <a:r>
              <a:rPr i="1"/>
              <a:t>Если спросят, почему снимок не обновляют.</a:t>
            </a:r>
            <a:r>
              <a:t> Он и нужен как точка отсчёта: роль должна понимать, в каком состоянии репозиторий был на входе. Обновляемый снимок сделал бы поведение роли зависящим от чужого темпа работы. Платим за это тем, что к середине работы снимок устарел.</a:t>
            </a:r>
          </a:p>
          <a:p/>
          <a:p>
            <a:r>
              <a:rPr i="1"/>
              <a:t>Если прозвучит «пусть роли читают файл перед каждой записью».</a:t>
            </a:r>
            <a:r>
              <a:t> Это и есть правильный приём, он стоит следующим экраном. И у него есть предел: между чтением и записью остаётся промежуток, и он не нулевой.</a:t>
            </a:r>
          </a:p>
          <a:p/>
          <a:p>
            <a:r>
              <a:rPr i="1"/>
              <a:t>Если спросят, сколько ролей одновременно это выдерживает.</a:t>
            </a:r>
            <a:r>
              <a:t> Устройство допускает двадцать разом — это считалось в прошлом кейсе. Сколько выдерживает одна папка — вопрос раскладки, и он вынесен в конец кейса на обсуждение.</a:t>
            </a:r>
          </a:p>
          <a:p/>
          <a:p>
            <a:r>
              <a:rPr i="1"/>
              <a:t>Если спросят, видно ли в переписке, какая роль какой файл правила.</a:t>
            </a:r>
            <a:r>
              <a:t> Видно, что роль работала и что она вернула. Какие именно записи она сделала по ходу, в переписке не остаётся — восстанавливать это приходится по самим файлам и по истории репозитория.</a:t>
            </a:r>
          </a:p>
          <a:p/>
          <a:p>
            <a:r>
              <a:rPr i="1"/>
              <a:t>Если прозвучит «значит, пишущих ролей лучше вообще не иметь».</a:t>
            </a:r>
            <a:r>
              <a:t> Это рабочая позиция, и часть команд так и живёт: роли читают и докладывают, пишет сессия. Цена названа честно — всё написанное пишется в одном темпе, последовательно.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Роли в одной папке: что здесь ломается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08295"/>
            <a:ext cx="82296" cy="9829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136311"/>
            <a:ext cx="10643616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Роль стартует в том каталоге, где стоит вызвавшая её сессия, и уйти из него не может: смена каталога внутри роли не переживает её собственных вызовов. Общая папка у ролей — штатный режим, в котором они работают почти всегда.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18215"/>
            <a:ext cx="11183112" cy="2602102"/>
          </a:xfrm>
          <a:prstGeom prst="roundRect">
            <a:avLst>
              <a:gd name="adj" fmla="val 11713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01095"/>
            <a:ext cx="4581314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КАК УСТРОЕНО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13418" y="2501095"/>
            <a:ext cx="5943429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ИЗ ЭТОГО ЛОМАЕТСЯ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83162"/>
            <a:ext cx="4581314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каталог у роли тот же, что у вызвавшей её сессии; инструмент правки есть у всякой роли, которой его не отняли строкой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3418" y="2783162"/>
            <a:ext cx="5943429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две роли правят одни файлы; та, что записала позже, перекрывает работу первой — и перекрывает целиком, когда переписывает файл вместо правки участка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3495442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3495442"/>
            <a:ext cx="4581314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состояние репозитория роль получает снимком на момент своего старта, и снимок по ходу работы не обновляется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3418" y="3495442"/>
            <a:ext cx="5943429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роль пишет по состоянию, которого в каталоге уже нет: создаёт заново файл, которого «не было», или правит строку, которую рядом уже переписали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4207721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4207721"/>
            <a:ext cx="458131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вызвавшая сессия получает итог роли; шагов, которыми он получен, она не видит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418" y="4207721"/>
            <a:ext cx="5943429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оба итога приходят успешными, и по ним столкновение не видно — видно его в самих файлах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247259"/>
            <a:ext cx="82296" cy="9829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375275"/>
            <a:ext cx="10643616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Так и устроено, и это нормально: роль работает там, где лежит работа, иначе итог было бы некуда возвращать. Поэтому первая защита здесь — раскладка зон. Изоляция у роли тоже бывает, и её цена разбирается дальше в кейсе.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