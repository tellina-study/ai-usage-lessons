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Документация харнесса об устройстве контекстных окон приводит свой пример: роль прочитала 6100 токенов файлов, вы получили итог в 420 токенов — это и есть экономия контекста. Разница на порядок, и направление то же самое, что мы сейчас получили счётом: сорок файлов остаются в окне роли, в окно родителя приходит только итог.</a:t>
            </a:r>
          </a:p>
          <a:p/>
          <a:p>
            <a:r>
              <a:t>Но это один показательный сценарий автора документации, не измерение по множеству прогонов. И здесь же честный пробел: сколько контекста экономит делегирование по сравнению с той же работой в основной сессии, по измерению на выборке, не нашлось ни у одного источника. Пример его не закрывает — он его иллюстрирует числом.</a:t>
            </a:r>
          </a:p>
          <a:p/>
          <a:p>
            <a:r>
              <a:t>Если спросят, почему тогда вообще его показывать, если это не измерение: потому что направление и порядок величины реальны и подтверждены механикой предыдущего слайда. Нечестным было бы подать иллюстрацию за статистику молча; здесь её природа названа прямо, и этого достаточно, чтобы пользоваться числом как ориентиром. Доказательством оно не работает.</a:t>
            </a:r>
          </a:p>
          <a:p/>
          <a:p>
            <a:r>
              <a:t>Если спросят, что именно считалось бы честным измерением: один и тот же вопрос, прогнанный в двух режимах на выборке настоящих сессий — чтение в основном окне против делегирования, — с замером занятой доли окна в обоих. Такой работы в открытых источниках нет; если кто-то из вас её сделает на своём проекте, это ровно та цифра, которой курсу не хватает.</a:t>
            </a:r>
          </a:p>
          <a:p/>
          <a:p>
            <a:r>
              <a:t>Если спросят, не слишком ли удобно число 6100 к 420: оно и подобрано автором документации под иллюстрацию, об этом и подпись на экране. Доверять стоит порядку величины — разнице в десятки раз. Вторая значащая цифра здесь ничего не значит, и спорить о ней смысла нет.</a:t>
            </a:r>
          </a:p>
          <a:p/>
          <a:p>
            <a:r>
              <a:t>Если спросят, зависит ли экономия от размера ответа роли: зависит прямо. Роль, которую просят вернуть короткий вывод, возвращает сотни токенов; роль, которую просят пересказать прочитанное, вернёт тысячи, и экономия съедается форматом ответа. Это же соображение стоит за критерием через два экрана.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Пример есть, измерения на выборке — нет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726844"/>
            <a:ext cx="32004" cy="5257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2668" y="1781708"/>
            <a:ext cx="10730484" cy="4160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38"/>
              </a:lnSpc>
              <a:spcAft>
                <a:spcPts val="300"/>
              </a:spcAft>
            </a:pPr>
            <a:r>
              <a:rPr sz="1300" b="1" i="1">
                <a:solidFill>
                  <a:srgbClr val="6B7685"/>
                </a:solidFill>
                <a:latin typeface="Arial"/>
              </a:rPr>
              <a:t>«The subagent read 6,100 tokens of files. You got a 420-token result. That's the context savings.»</a:t>
            </a:r>
            <a:r>
              <a:rPr sz="1300" b="0" i="1">
                <a:solidFill>
                  <a:srgbClr val="6B7685"/>
                </a:solidFill>
                <a:latin typeface="Arial"/>
              </a:rPr>
              <a:t> — документация харнесса об устройстве контекстных окон, один показательный сценарий.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956712"/>
            <a:ext cx="82296" cy="746760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3084728"/>
            <a:ext cx="10643616" cy="49072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860"/>
              </a:lnSpc>
              <a:spcAft>
                <a:spcPts val="300"/>
              </a:spcAft>
            </a:pPr>
            <a:r>
              <a:rPr sz="1500" b="1" i="0">
                <a:solidFill>
                  <a:srgbClr val="141B2E"/>
                </a:solidFill>
                <a:latin typeface="Arial"/>
              </a:rPr>
              <a:t>Разница на порядок — но это один вымышленный пример автора документации, не статистика по множеству реальных прогонов.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4370984"/>
            <a:ext cx="11183112" cy="836295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0664" y="4508144"/>
            <a:ext cx="10707624" cy="56197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300"/>
              </a:spcAft>
            </a:pPr>
            <a:r>
              <a:rPr sz="1250" b="1" i="1">
                <a:solidFill>
                  <a:srgbClr val="6B7685"/>
                </a:solidFill>
                <a:latin typeface="Arial"/>
              </a:rPr>
              <a:t>Честный пробел.</a:t>
            </a:r>
            <a:r>
              <a:rPr sz="1250" b="0" i="1">
                <a:solidFill>
                  <a:srgbClr val="6B7685"/>
                </a:solidFill>
                <a:latin typeface="Arial"/>
              </a:rPr>
              <a:t> Сколько контекста реально экономит делегирование по сравнению с тем же объёмом работы в основной сессии, по измерению на выборке сессий, — не нашлось ни у одного источника. Это число восполняет пробел дидактическим примером, не статистикой.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