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харнесса об устройстве контекста приводит свой пример: роль прочитала 6100 токенов файлов, вы получили итог в 420 токенов — это и есть экономия контекста. Разница на порядок, и направление то же самое, что мы сейчас получили счётом: сорок файлов остаются в контексте роли, в сессию приходит только итог.</a:t>
            </a:r>
          </a:p>
          <a:p/>
          <a:p>
            <a:r>
              <a:t>Но это один показательный сценарий автора документации, не измерение по множеству прогонов. И здесь же честный пробел: сколько контекста экономит делегирование по сравнению с той же работой в основной сессии, по измерению на выборке, не нашлось ни у одного источника. Пример его не закрывает — он его иллюстрирует числом.</a:t>
            </a:r>
          </a:p>
          <a:p/>
          <a:p>
            <a:r>
              <a:t>Если спросят, почему тогда вообще его показывать, если это не измерение: потому что направление и порядок величины реальны и подтверждены механикой предыдущего слайда. Нечестным было бы подать иллюстрацию за статистику молча; здесь её природа названа прямо, и этого достаточно, чтобы пользоваться числом как ориентиром. Доказательством оно не работает.</a:t>
            </a:r>
          </a:p>
          <a:p/>
          <a:p>
            <a:r>
              <a:t>Если спросят, что именно считалось бы честным измерением: один и тот же вопрос, прогнанный в двух режимах на выборке настоящих сессий — чтение в рабочей сессии против делегирования, — с замером занятой доли контекста в обоих. Такой работы в открытых источниках нет; если кто-то из вас её сделает на своём проекте, это ровно та цифра, которой курсу не хватает.</a:t>
            </a:r>
          </a:p>
          <a:p/>
          <a:p>
            <a:r>
              <a:t>Если спросят, не слишком ли удобно число 6100 к 420: оно и подобрано автором документации под иллюстрацию, об этом и подпись на экране. Доверять стоит порядку величины — разнице в десятки раз. Вторая значащая цифра здесь ничего не значит, и спорить о ней смысла нет.</a:t>
            </a:r>
          </a:p>
          <a:p/>
          <a:p>
            <a:r>
              <a:t>Если спросят, зависит ли экономия от размера ответа роли: зависит прямо. Роль, которую просят вернуть короткий вывод, возвращает сотни токенов; роль, которую просят пересказать прочитанное, вернёт тысячи, и экономия съедается форматом ответа. Это же соображение стоит за критерием через два экрана.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Пример есть, измерения на выборке — нет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26844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81708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«The subagent read 6,100 tokens of files. You got a 420-token result. That's the context savings.»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— документация харнесса об устройстве контекста, один показательный сценарий.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5671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08472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Разница на порядок — но это один вымышленный пример автора документации, не статистика по множеству реальных прогонов.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70984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4508144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Сколько контекста реально экономит делегирование по сравнению с тем же объёмом работы в основной сессии, по измерению на выборке сессий, — не нашлось ни у одного источника. Это число восполняет пробел дидактическим примером, не статистикой.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