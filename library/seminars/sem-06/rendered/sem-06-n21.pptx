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Разбираю все четыре. Ничего — статус зелёный — доказало ровно одно: процесс сервера поднят и ответил на рукопожатие. Обращался ли к нему агент в этой задаче — отдельный факт, статус его не несёт.</a:t>
            </a:r>
          </a:p>
          <a:p/>
          <a:p>
            <a:r>
              <a:t>Статус подробнее — сузил круг причин: различает «процесс не поднялся», «список инструментов не получен», «нужна авторизация». Вызывал ли агент сервер именно сейчас, и это не показывает.</a:t>
            </a:r>
          </a:p>
          <a:p/>
          <a:p>
            <a:r>
              <a:t>Вопрос агенту — иногда вскрывает причину сразу: агент признаётся, что не нашёл способа проверить и ответил по смыслу задачи. Но в ответ приходит пересказ его собственного понимания, наблюдения за транспортом в этом пересказе нет.</a:t>
            </a:r>
          </a:p>
          <a:p/>
          <a:p>
            <a:r>
              <a:t>Ни одна из трёх проверок не соврала. Каждая сказала правду о своём, и ни одна — о том, ради чего её делали. Работу агента с сервером доказывает четвёртая: вызов инструмента в выводе подписан именем сервера. Пять дней человек проверял — и проверял не то.</a:t>
            </a:r>
          </a:p>
          <a:p/>
          <a:p>
            <a:r>
              <a:t>А теперь про вас. Поднимите руку, у кого прямо сейчас подключён хоть один сервер. Теперь — у кого за последнюю неделю имя этого сервера появлялось в выводе агента. Разница между двумя руками и есть этот кейс.</a:t>
            </a:r>
          </a:p>
          <a:p/>
          <a:p>
            <a:r>
              <a:t>Если спросят, почему «спросить агента» вообще в списке, если ему нельзя верить: это дешёвый шаг, который иногда сразу вскрывает причину. Цена ошибки здесь в готовности остановиться на таком ответе.</a:t>
            </a:r>
          </a:p>
          <a:p/>
          <a:p>
            <a:r>
              <a:t>Если спросят, что считать «видимым следом»: строку вызова инструмента, подписанную именем сервера, в выводе той же сессии — её видно без дополнительных команд.</a:t>
            </a:r>
          </a:p>
          <a:p/>
          <a:p>
            <a:r>
              <a:t>Если спросят, почему тогда не проверять именованным вызовом всё подряд: он стоит одной строки в запросе, и при подозрении на тишину его стоит делать всегда; общая привычка называть сервер по имени разбирается на следующих двух слайдах.</a:t>
            </a:r>
          </a:p>
          <a:p/>
          <a:p>
            <a:r>
              <a:t>Если спросят, можно ли было заметить раньше без всякой проверки: заказчик и оказался тем, кто заметил, — пять дней это единственный сигнал, который сработал.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Три проверки — правда. Правда о другом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3234055"/>
          </a:xfrm>
          <a:prstGeom prst="roundRect">
            <a:avLst>
              <a:gd name="adj" fmla="val 942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1519458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ПРОВЕРКА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1562" y="1126236"/>
            <a:ext cx="469839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ДОКАЗАЛА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6256" y="1126236"/>
            <a:ext cx="416059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ЧЕГО НЕ ДОКАЗАЛА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08303"/>
            <a:ext cx="1519458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ничего — статус зелёный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1562" y="1408303"/>
            <a:ext cx="4698390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процесс сервера поднят и ответил на рукопожатие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6256" y="1408303"/>
            <a:ext cx="4160591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что агент обращался к нему в этой задаче — это отдельный факт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192341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1923414"/>
            <a:ext cx="1519458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статус подробнее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1562" y="1923414"/>
            <a:ext cx="4698390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различает «процесс не поднялся», «список инструментов не получен», «нужна авторизация» — круг причин сужается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256" y="1923414"/>
            <a:ext cx="4160591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вызывал ли агент сервер именно сейчас: статус живёт отдельно от конкретной задачи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61378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613786"/>
            <a:ext cx="1519458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спросить агента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1562" y="2613786"/>
            <a:ext cx="4698390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иногда вскрывает причину сразу: агент признаётся, что не нашёл способа проверить и ответил по смыслу задачи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256" y="2613786"/>
            <a:ext cx="4160591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агент пересказывает своё понимание; наблюдения за транспортом в пересказе нет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12889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128899"/>
            <a:ext cx="1519458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попросить обратиться к серверу по имени и показать вызов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1562" y="3128899"/>
            <a:ext cx="4698390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вызов инструмента в выводе подписан именем сервера — это видимый факт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256" y="3128899"/>
            <a:ext cx="4160591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требует заранее знать имя сервера и чуть более точной формулировки задачи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2003"/>
            <a:ext cx="82296" cy="73101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470019"/>
            <a:ext cx="10643616" cy="4749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98"/>
              </a:lnSpc>
              <a:spcAft>
                <a:spcPts val="300"/>
              </a:spcAft>
            </a:pPr>
            <a:r>
              <a:rPr sz="1450" b="1" i="0">
                <a:solidFill>
                  <a:srgbClr val="141B2E"/>
                </a:solidFill>
                <a:latin typeface="Arial"/>
              </a:rPr>
              <a:t>Статус говорил правду — о том, что процесс поднят.</a:t>
            </a:r>
            <a:r>
              <a:rPr sz="1450" b="1" i="0">
                <a:solidFill>
                  <a:srgbClr val="141B2E"/>
                </a:solidFill>
                <a:latin typeface="Arial"/>
              </a:rPr>
              <a:t> Работу агента доказывает одно: вызов, подписанный именем сервера. Три честные проверки за неделю дали ноль фактов об этом.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37607"/>
            <a:ext cx="11183112" cy="821082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5365623"/>
            <a:ext cx="10634472" cy="565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У кого прямо сейчас подключён хоть один сервер — и когда вы последний раз видели его имя в выводе агента?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