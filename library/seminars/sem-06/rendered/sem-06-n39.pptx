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править — известно. Где править — лежит в сорока файлах, из которых нужны четыре. Выберите карточку. И сразу вторым ходом: назовите вслух, за счёт чего она выигрывает.</a:t>
            </a:r>
          </a:p>
          <a:p/>
          <a:p>
            <a:r>
              <a:t>Вот это второе и есть моя просьба. Карточку мне покажут руки, а основание выбора я хочу услышать словами: что именно ваш вариант выигрывает у остальных четырёх. На следующем экране мы это основание проверим счётом файлов.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прозвучит «быстрее».</a:t>
            </a:r>
            <a:r>
              <a:t> А оно прозвучит — это самая обычная догадка на этом месте. Повторяю её вслух как версию зала и записываю на виду. Не спорю, не поправляю, не намекаю: весь следующий слайд ровно об этом, и без произнесённого «быстрее» ему нечего опровергать. Задавленная догадка возвращается через неделю целой.</a:t>
            </a:r>
          </a:p>
          <a:p/>
          <a:p>
            <a:r>
              <a:rPr i="1"/>
              <a:t>Если выберут вторую сессию.</a:t>
            </a:r>
            <a:r>
              <a:t> Принимаю всерьёз и благодарю: это первое, что приходит в голову любому, кто работает в двух вкладках. Прошу только добавить вслух, что произойдёт дальше, когда ответ получен, — ответ почти всегда приходит сам: «перенесу». Вот это слово и разбираем следующим экраном.</a:t>
            </a:r>
          </a:p>
          <a:p/>
          <a:p>
            <a:r>
              <a:rPr i="1"/>
              <a:t>Если выберут коллегу.</a:t>
            </a:r>
            <a:r>
              <a:t> Принимаю наравне с четвёртой карточкой: у обеих есть своя правда, и она разобрана на следующем экране построчно. Стоит сказать отдельно, что коллега — единственный вариант, способный ответить за минуту, и единственный, который зависит от чужого расписания.</a:t>
            </a:r>
          </a:p>
          <a:p/>
          <a:p>
            <a:r>
              <a:rPr i="1"/>
              <a:t>Если зал молчит и карточки не выбирает.</a:t>
            </a:r>
            <a:r>
              <a:t> Спрашиваю иначе: кто за последний месяц ловил себя на том, что просит агента найти, где в проекте живёт одно-единственное правило? Руки поднимаются, и после них карточка выбирается сама.</a:t>
            </a:r>
          </a:p>
          <a:p/>
          <a:p>
            <a:r>
              <a:rPr i="1"/>
              <a:t>Если спросят, можно ли выбрать две.</a:t>
            </a:r>
            <a:r>
              <a:t> Можно, и это честный ответ: в живой работе четвёртую совмещают с третьей — сначала роль, потом короткий разговор с тем, кто эти миграции писал. Прошу тогда назвать, какая из двух первая и почему.</a:t>
            </a:r>
          </a:p>
          <a:p/>
          <a:p>
            <a:r>
              <a:rPr i="1"/>
              <a:t>Если прозвучит ответ, которого нет на карточках</a:t>
            </a:r>
            <a:r>
              <a:t> — «спросить того, кто это писал», «посмотреть в истории коммитов», «записать вопрос скиллом на будущее»: записываю шестым вариантом и возвращаю на разборе. Карточки задают поле выбора; границей этого поля они не являются.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с этим чтением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71523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26387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«Что править — известно. Где править — лежит в сорока файлах, из которых нужны четыре.»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9336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82138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«Выберите карточку — и назовите вслух, за счёт чего она выигрывает.»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прочитать все сорок файлов самому, в этой же сессии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открыть вторую сессию, спросить там и перенести список руками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позвать коллегу, который давно работает с тарифами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поручить роли: прочитает в своём контексте и вернёт список мест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править по памяти, без поиска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