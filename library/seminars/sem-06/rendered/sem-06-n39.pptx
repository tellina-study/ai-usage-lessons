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— да или нет, а ответ собирается из контроллера, пяти конфигов, пятнадцати миграций и десятка тестов. Выберите карточку. И сразу вторым ходом: назовите вслух, за счёт чего она выигрывает.</a:t>
            </a:r>
          </a:p>
          <a:p/>
          <a:p>
            <a:r>
              <a:t>Вот это второе и есть моя просьба. Карточку мне покажут руки, а основание выбора я хочу услышать словами: что именно ваш вариант выигрывает у остальных четырёх. На следующем экране мы это основание проверим счётом файлов.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прозвучит «быстрее».</a:t>
            </a:r>
            <a:r>
              <a:t> А оно прозвучит — это самая обычная догадка на этом месте. Повторяю её вслух как версию зала и записываю на виду. Не спорю, не поправляю, не намекаю: весь следующий слайд ровно об этом, и без произнесённого «быстрее» ему нечего опровергать. Задавленная догадка возвращается через неделю целой.</a:t>
            </a:r>
          </a:p>
          <a:p/>
          <a:p>
            <a:r>
              <a:rPr i="1"/>
              <a:t>Если выберут коллегу или скилл.</a:t>
            </a:r>
            <a:r>
              <a:t> Принимаю наравне с третьей карточкой: у обеих есть своя правда, и она разобрана на следующем экране построчно. Тем, кто выбрал коллегу, стоит сказать отдельно, что это единственный вариант, который может ответить за минуту, — и единственный, который зависит от чужого расписания.</a:t>
            </a:r>
          </a:p>
          <a:p/>
          <a:p>
            <a:r>
              <a:rPr i="1"/>
              <a:t>Если зал молчит и карточки не выбирает.</a:t>
            </a:r>
            <a:r>
              <a:t> Спрашиваю иначе: кто за последний месяц ловил себя на том, что просит агента найти, где в проекте живёт одно-единственное правило? Руки поднимаются, и после них карточка выбирается сама.</a:t>
            </a:r>
          </a:p>
          <a:p/>
          <a:p>
            <a:r>
              <a:rPr i="1"/>
              <a:t>Если спросят, можно ли выбрать две.</a:t>
            </a:r>
            <a:r>
              <a:t> Можно, и это честный ответ: в живой работе третью и четвёртую совмещают — сначала роль, потом тот же вопрос скиллом, когда он повторился. Прошу тогда назвать, какая из двух первая и почему.</a:t>
            </a:r>
          </a:p>
          <a:p/>
          <a:p>
            <a:r>
              <a:rPr i="1"/>
              <a:t>Если прозвучит ответ, которого нет на карточках</a:t>
            </a:r>
            <a:r>
              <a:t> — «спросить того, кто это писал», «посмотреть в истории коммитов»: записываю шестым вариантом и возвращаю на разборе. Карточки задают поле выбора; границей этого поля они не являются.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делать с этим чтением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591970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646834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«Вопрос — да или нет, а ответ собирается из контроллера, пяти конфигов, пятнадцати миграций и десятка тестов.»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138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741828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«Выберите карточку — и назовите вслух, за счёт чего она выигрывает.»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04284"/>
            <a:ext cx="2119579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104284"/>
            <a:ext cx="1900123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прочитать все файлы самому, в этой же сессии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8803" y="4104284"/>
            <a:ext cx="2119579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8531" y="4104284"/>
            <a:ext cx="1900123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позвать коллегу, который давно работает с тарифами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4686" y="4104284"/>
            <a:ext cx="2119579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4414" y="4104284"/>
            <a:ext cx="1900123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завести субагента: пусть читает все файлы в своём окне и вернёт короткий ответ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0569" y="4104284"/>
            <a:ext cx="2119579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0297" y="4104284"/>
            <a:ext cx="1900123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сохранить вопрос как скилл на будущее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6452" y="4104284"/>
            <a:ext cx="2119579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6180" y="4104284"/>
            <a:ext cx="1900123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ответить по памяти, без проверки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