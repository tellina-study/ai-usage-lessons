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случай этого блока начинаем с конца — с того, чем он кончился.</a:t>
            </a:r>
          </a:p>
          <a:p/>
          <a:p>
            <a:r>
              <a:t>Пять рабочих дней разработчик верил зелёной отметке подключения. Каждое утро он просил агента разобрать входящие задачи и каждое утро получал ответ, который звучал как итог работы. К пятнице выяснилось: в трекер агент не заходил ни разу.</a:t>
            </a:r>
          </a:p>
          <a:p/>
          <a:p>
            <a:r>
              <a:t>При этом никто не ошибся. Сервер собран честно, права вычеркнуты, ключ лежит в переменной окружения. Проверка тоже была настоящей: статус горел зелёным и говорил правду. Отвечал он на другой вопрос — поднялся ли процесс.</a:t>
            </a:r>
          </a:p>
          <a:p/>
          <a:p>
            <a:r>
              <a:t>Дальше смотрим, как неделя дошла до пятницы и чем её стоило проверять.</a:t>
            </a:r>
          </a:p>
          <a:p/>
          <a:p>
            <a:r>
              <a:t>Если спросят, не повтор ли это первого случая: там мы решали, подключать ли вообще и с какими правами. Здесь сервер уже подключён и собран честно — ломается другое: разница между «процесс поднялся» и «агент обратился к серверу».</a:t>
            </a:r>
          </a:p>
          <a:p/>
          <a:p>
            <a:r>
              <a:t>Если спросят, зачем отдельный кейс на это: интуиция здесь ошибается систематически — зелёный индикатор читается как «агент пользуется сервером», а индикатор по конструкции отвечает только за процесс.</a:t>
            </a:r>
          </a:p>
          <a:p/>
          <a:p>
            <a:r>
              <a:t>Если спросят, понадобится ли это тому, у кого один-единственный сервер: да, ровно в той же мере — число серверов не меняет механику статуса.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447544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44754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341625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Пять дней он верил зелёной галочке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59302"/>
            <a:ext cx="9509760" cy="1139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Пять рабочих дней разработчик верил зелёной отметке подключения. Проверка была настоящей и говорила правду — о том, что процесс поднят. За эти пять дней агент ни разу не заглянул в трекер.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