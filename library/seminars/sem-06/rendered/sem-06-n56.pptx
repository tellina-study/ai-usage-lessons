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друг от друга не зависят, обе сессии нужны разом, каталог у них один. Ни одна из сессий в этой истории не сделала ничего странного: одна начала с ветки, другая продолжила по прочитанному.</a:t>
            </a:r>
          </a:p>
          <a:p/>
          <a:p>
            <a:r>
              <a:t>Выберите, что здесь заводят или меняют, чтобы это не повторилось, — и обоснуйте выбор рядом с остальными четырьмя. Состав верного ответа до разбора не называю: разбор пройдёт по всем пяти, и у каждого хода найдётся случай, где он работает.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прозвучит «коммитить перед переключением».</a:t>
            </a:r>
            <a:r>
              <a:t> Рабочий ход, его называют первым. На разборе стоит спросить, что он делает с ветками: восстановить потерянное он позволяет, одну ветку на каталог отменить — нет.</a:t>
            </a:r>
          </a:p>
          <a:p/>
          <a:p>
            <a:r>
              <a:rPr i="1"/>
              <a:t>Если прозвучит «по очереди».</a:t>
            </a:r>
            <a:r>
              <a:t> Это честный ответ, и его стоит защитить вслух: столкновений не будет вовсе. Цена названа в той же строке разбора.</a:t>
            </a:r>
          </a:p>
          <a:p/>
          <a:p>
            <a:r>
              <a:rPr i="1"/>
              <a:t>Если прозвучит «роли вместо второй сессии».</a:t>
            </a:r>
            <a:r>
              <a:t> Продуктивная путаница, и она ведёт прямо в середину кейса: роли убирают спор о ветке и оставляют спор о файле.</a:t>
            </a:r>
          </a:p>
          <a:p/>
          <a:p>
            <a:r>
              <a:rPr i="1"/>
              <a:t>Если прозвучит «своя копия каждой сессии».</a:t>
            </a:r>
            <a:r>
              <a:t> Спросить, что в этой копии своё и что общее. Ответ редко называют целиком, и он пригодится через экран.</a:t>
            </a:r>
          </a:p>
          <a:p/>
          <a:p>
            <a:r>
              <a:rPr i="1"/>
              <a:t>Если прозвучит «развести по файлам».</a:t>
            </a:r>
            <a:r>
              <a:t> Спросить, где эта договорённость держится на устройстве и где только на памяти участников.</a:t>
            </a:r>
          </a:p>
          <a:p/>
          <a:p>
            <a:r>
              <a:rPr i="1"/>
              <a:t>Если прозвучит «пусть агент сам разбирается, он умный».</a:t>
            </a:r>
            <a:r>
              <a:t> Разобраться он может только по состоянию файлов, а в состоянии не записано, кто его сделал — это уже видно из сцены.</a:t>
            </a:r>
          </a:p>
          <a:p/>
          <a:p>
            <a:r>
              <a:rPr i="1"/>
              <a:t>Если прозвучит шестой вариант, которого на карточках нет.</a:t>
            </a:r>
            <a:r>
              <a:t> Принять и записать: набор карточек закрывает ходы, которые дальше разбираются, и не закрывает все возможные. Чаще всего так приносят очередь на общий файл и назначенного владельца каталога — оба хода пригодятся в конце кейса.</a:t>
            </a:r>
          </a:p>
          <a:p/>
          <a:p>
            <a:r>
              <a:rPr i="1"/>
              <a:t>Если зал выберет дружно один ответ.</a:t>
            </a:r>
            <a:r>
              <a:t> Спросить про рабочее место: что придётся сделать, прежде чем в новой копии получится запустить сборку. Единодушие здесь обычно держится на том, что эту часть не считали.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Обе задачи нужны. Что здесь меняют?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22602"/>
            <a:ext cx="11183112" cy="476631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677466"/>
            <a:ext cx="64008" cy="36690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59762"/>
            <a:ext cx="10643616" cy="202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Задачи друг от друга не зависят, обе сессии нужны разом, каталог у них один.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66745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94761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здесь заводят или меняют, чтобы это не повторилось, — и обоснуйте выбор рядом с остальными четырьмя. Состав верного ответа до разбора не называю.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5721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5721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коммитить перед каждым переключением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25721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25721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работать по очереди, в одной сессии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25721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25721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вместо второй сессии — роли в первой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25721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25721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каждой сессии — свою копию репозитория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25721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25721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развести по файлам и договориться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