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 этим делают в понедельник. Пять приёмов, у каждого названо, чего он не закрывает.</a:t>
            </a:r>
          </a:p>
          <a:p/>
          <a:p>
            <a:r>
              <a:t>Развести зоны до запуска: у каждого исполнителя свой набор файлов. Документация харнесса предписывает это прямым текстом там, где копий не дают вовсе — напарникам в команде агентов.</a:t>
            </a:r>
          </a:p>
          <a:p/>
          <a:p>
            <a:r>
              <a:t>Читать файл прямо перед записью. Править участок, не переписывая файл целиком: тогда чужая правка выживает. Давать непересекающиеся задачи, а сведение вести отдельным проходом.</a:t>
            </a:r>
          </a:p>
          <a:p/>
          <a:p>
            <a:r>
              <a:t>И пятый: признак успеха брать из самого файла — перечитать результат, сверить время правки. Он ловит то, что четыре предыдущих пропустили.</a:t>
            </a:r>
          </a:p>
          <a:p/>
          <a:p>
            <a:r>
              <a:t>---</a:t>
            </a:r>
          </a:p>
          <a:p/>
          <a:p>
            <a:r>
              <a:rPr b="1"/>
              <a:t>Справка.</a:t>
            </a:r>
          </a:p>
          <a:p/>
          <a:p>
            <a:r>
              <a:rPr i="1"/>
              <a:t>Если спросят, почему чтение перед записью не закрывает вопрос целиком.</a:t>
            </a:r>
            <a:r>
              <a:t> Между чтением и записью остаётся промежуток. Он короткий и не нулевой, и этого достаточно, чтобы чужая запись легла между ними. Приём снижает частоту, обещать он ничего не может.</a:t>
            </a:r>
          </a:p>
          <a:p/>
          <a:p>
            <a:r>
              <a:rPr i="1"/>
              <a:t>Если спросят про «править участок, не переписывать целиком».</a:t>
            </a:r>
            <a:r>
              <a:t> Разница видна на любом общем файле: правка участка оставляет соседние строки чужими, переписывание файла приносит ваше представление о нём целиком. Второе удобнее и дороже.</a:t>
            </a:r>
          </a:p>
          <a:p/>
          <a:p>
            <a:r>
              <a:rPr i="1"/>
              <a:t>Если спросят, кому принадлежит общий файл.</a:t>
            </a:r>
            <a:r>
              <a:t> Это и есть вопрос, который идёт в конец кейса на обсуждение: назначить владельца, выстроить очередь или вынести общий файл в отдельный проход — ответ зависит от того, как часто его трогают.</a:t>
            </a:r>
          </a:p>
          <a:p/>
          <a:p>
            <a:r>
              <a:rPr i="1"/>
              <a:t>Если прозвучит «пятый приём — это же обычная проверка».</a:t>
            </a:r>
            <a:r>
              <a:t> Да, и его приходится называть отдельно, потому что при параллельной работе все привычные признаки успеха сходятся. Что это значит на деле — следующий экран.</a:t>
            </a:r>
          </a:p>
          <a:p/>
          <a:p>
            <a:r>
              <a:rPr i="1"/>
              <a:t>Если спросят, кто должен раскладывать зоны — человек или сессия.</a:t>
            </a:r>
            <a:r>
              <a:t> Решает человек, выдавая задачи: зоны называются в самой постановке, по именам файлов или каталогов. Отданное на усмотрение исполнителей разъезжается, потому что каждый видит только свою задачу.</a:t>
            </a:r>
          </a:p>
          <a:p/>
          <a:p>
            <a:r>
              <a:rPr i="1"/>
              <a:t>Если спросят, достаточно ли этих пяти.</a:t>
            </a:r>
            <a:r>
              <a:t> Они закрывают то, что встречается чаще всего. Ни один из них не обещает, что столкновения не будет, и это сказано в правой колонке у каждого.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Чем это нивелируют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22628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1450644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Четыре приёма из пяти — про раскладку и порядок записи, пятый ловит то, что они пропустили. Ни один не требует отдельной копии, и все пять работают там, где её не бывает.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36900"/>
            <a:ext cx="5454396" cy="3021838"/>
          </a:xfrm>
          <a:prstGeom prst="roundRect">
            <a:avLst>
              <a:gd name="adj" fmla="val 10086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846628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7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ПРИЁМ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20948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развести зоны до запуска: у каждого исполнителя свой набор файлов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3611930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3611930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читать файл прямо перед записью, не опираться на прочитанное в начале работы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4102912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4102912"/>
            <a:ext cx="5088636" cy="3186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править участок, не переписывать файл целиком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4421555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4421555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давать непересекающиеся задачи, а сведение результатов вести отдельным проходом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4912537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4912537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признак успеха брать из самого файла: перечитать результат, сверить время правки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1636" y="2736900"/>
            <a:ext cx="5454396" cy="3021838"/>
          </a:xfrm>
          <a:prstGeom prst="roundRect">
            <a:avLst>
              <a:gd name="adj" fmla="val 10086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4516" y="2846628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7"/>
              </a:lnSpc>
              <a:spcAft>
                <a:spcPts val="0"/>
              </a:spcAft>
            </a:pPr>
            <a:r>
              <a:rPr sz="1100" b="1" i="0">
                <a:solidFill>
                  <a:srgbClr val="8A6200"/>
                </a:solidFill>
                <a:latin typeface="Arial"/>
              </a:rPr>
              <a:t>ЧЕГО ОН НЕ ЗАКРЫВАЕТ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4516" y="3120948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общий файл, нужный двоим; он остаётся отдельной работой, и чьей именно — решают заранее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14516" y="3611930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14516" y="3611930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промежуток между чтением и записью остаётся, и он не нулевой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14516" y="4102912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14516" y="4102912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структурную переделку файла так не сделать — там правка и есть «целиком»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14516" y="4593894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14516" y="4593894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сам этот проход не случается: его кто-то делает, и это видимая работа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14516" y="5084876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14516" y="5084876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ловит столкновение, которое уже случилось, и ничего не предотвращает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