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Герой тот же — разработчик, который два занятия подряд заводил здесь хук и скилл. Сцена другая: продукт, в котором он работает каждый день, с тарифами и двумя годами миграций. Сессия открыта с утра под одну правку — выгрузку отчёта.</a:t>
            </a:r>
          </a:p>
          <a:p/>
          <a:p>
            <a:r>
              <a:t>В чат пишет технический директор: «а у нас проверяется, что бесплатный тариф не может пригласить больше пяти участников? Клиент жалуется, что пригласил восьмого». Ответ на одно слово.</a:t>
            </a:r>
          </a:p>
          <a:p/>
          <a:p>
            <a:r>
              <a:t>На деле лимит живёт в четырёх местах: middleware при добавлении участника, конфиг тарифов, отдельная миграция для старых аккаунтов, клиентская проверка на случай недоступности сервера. Миграций пятнадцать, лимит менялся в трёх — листать приходится все. Сорок с лишним файлов, минут двадцать. Ответ верный: да, но для аккаунтов до миграции двадцать четвёртого года не применяется.</a:t>
            </a:r>
          </a:p>
          <a:p/>
          <a:p>
            <a:r>
              <a:t>Дальше он возвращается к своей правке. И агент переспрашивает то, что ему объясняли утром: что выгружать и в каком виде. Час ушёл на повторное объяснение.</a:t>
            </a:r>
          </a:p>
          <a:p/>
          <a:p>
            <a:r>
              <a:t>Заметьте, за что он заплатил. Ответ верный, чтение быстрое. Нужное влезло в окно целиком и вытеснило работу, ради которой сессию открывали. Это второй промах из начала занятия — вот он целиком.</a:t>
            </a:r>
          </a:p>
          <a:p/>
          <a:p>
            <a:r>
              <a:t>Если спросят, почему нельзя было сразу знать, где искать: потому что это обычная ситуация любого продукта, где правило менялось годами, мелкими правками. Документации, которая держала бы все четыре точки в одном месте, здесь никогда не было, и завести её задним числом стоит дороже, чем один раз прочитать сорок файлов.</a:t>
            </a:r>
          </a:p>
          <a:p/>
          <a:p>
            <a:r>
              <a:t>Если спросят, почему сцена не на демо-репозитории занятия: в нём файлов меньше десятка. Сцена на сорок файлов там была бы подогнана под вывод, а вывод от этого не стал бы вернее. Герой тот же, проект другой — и это сказано на экране прямо.</a:t>
            </a:r>
          </a:p>
          <a:p/>
          <a:p>
            <a:r>
              <a:t>Если спросят, при чём тут правка выгрузки, если вопрос был про лимит: именно при том, что ни при чём. Вытеснило работу чтение, не предстоящая правка. Будь вопрос из той же области, разделить две причины на одной сцене не вышло бы.</a:t>
            </a:r>
          </a:p>
          <a:p/>
          <a:p>
            <a:r>
              <a:t>Если спросят, не проще ли было открыть второй чат и спросить там: это и есть верное направление, и через два экрана мы его разберём вместе с четырьмя другими. Разница между вторым чатом и ролью названа в базе ступени: роль зовут изнутри сессии, итог возвращается в неё сам, и права у роли можно урезать списком.</a:t>
            </a:r>
          </a:p>
          <a:p/>
          <a:p>
            <a:r>
              <a:t>Если спросят, почему цена — час, когда чтения было двадцать минут: двадцать минут он потратил на дело, ответ техническому директору был нужен. Час ушёл на то, чтобы заново сказать уже сказанное. Это единственная часть дня, которую можно было не тратить.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Ответ он получил. Правку начал заново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89355"/>
            <a:ext cx="11183112" cy="3506724"/>
          </a:xfrm>
          <a:prstGeom prst="roundRect">
            <a:avLst>
              <a:gd name="adj" fmla="val 8691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308811"/>
            <a:ext cx="329184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9"/>
              </a:lnSpc>
              <a:spcAft>
                <a:spcPts val="0"/>
              </a:spcAft>
            </a:pPr>
            <a:r>
              <a:rPr sz="1550" b="1" i="0">
                <a:solidFill>
                  <a:srgbClr val="02809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" y="1308811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Тот же разработчик, что заводил здесь хук и скилл. Сцена другая: продукт, где он работает каждый день, — тарифы, участники, два года миграций. Сессия открыта с утра под одну правку — выгрузку отчёта.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841449"/>
            <a:ext cx="329184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9"/>
              </a:lnSpc>
              <a:spcAft>
                <a:spcPts val="0"/>
              </a:spcAft>
            </a:pPr>
            <a:r>
              <a:rPr sz="1550" b="1" i="0">
                <a:solidFill>
                  <a:srgbClr val="028090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" y="1841449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Технический директор спрашивает в чате: «а у нас проверяется, что бесплатный тариф не может пригласить больше пяти участников? Клиент жалуется, что пригласил восьмого». Вопрос на одно слово.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374087"/>
            <a:ext cx="329184" cy="7349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9"/>
              </a:lnSpc>
              <a:spcAft>
                <a:spcPts val="0"/>
              </a:spcAft>
            </a:pPr>
            <a:r>
              <a:rPr sz="1550" b="1" i="0">
                <a:solidFill>
                  <a:srgbClr val="02809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2374087"/>
            <a:ext cx="10360152" cy="7349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Лимит живёт в четырёх местах: его проверяет middleware при добавлении участника, значение задано в конфиге тарифов, для аккаунтов до смены тарифной сетки он переопределён отдельной миграцией, и клиентский компонент дублирует ту же проверку на случай недоступности сервера.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3109036"/>
            <a:ext cx="329184" cy="7349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9"/>
              </a:lnSpc>
              <a:spcAft>
                <a:spcPts val="0"/>
              </a:spcAft>
            </a:pPr>
            <a:r>
              <a:rPr sz="1550" b="1" i="0">
                <a:solidFill>
                  <a:srgbClr val="028090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3109036"/>
            <a:ext cx="10360152" cy="7349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Миграций за два года пятнадцать, лимит менялся в трёх — чтобы не упустить переопределение, листать приходится все. Открытых файлов набирается больше сорока, чтения — минут двадцать. Ответ выходит верный: «да, но для аккаунтов до миграции 2024 года не применяется».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843985"/>
            <a:ext cx="329184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9"/>
              </a:lnSpc>
              <a:spcAft>
                <a:spcPts val="0"/>
              </a:spcAft>
            </a:pPr>
            <a:r>
              <a:rPr sz="1550" b="1" i="0">
                <a:solidFill>
                  <a:srgbClr val="028090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" y="3843985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Он возвращается к своей правке — и агент переспрашивает то, что ему объясняли утром: что именно выгружать и в каком виде. Сессию приходится начинать заново.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125669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253685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Час ушёл на то, чтобы объяснить правку второй раз. Ответ при этом был верный, и чтение шло быстро: нужное влезло в окно целиком и вытеснило работу, ради которой сессию открывали. Это второй промах из начала занятия, предъявленный целиком.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