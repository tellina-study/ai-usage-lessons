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Герой тот же — разработчик, который два занятия подряд заводил здесь хук и скилл. Продукт, в котором он работает каждый день: тарифы, участники, два года миграций. Задача дня обычная — завести тариф «Команда», двадцать участников вместо пяти.</a:t>
            </a:r>
          </a:p>
          <a:p/>
          <a:p>
            <a:r>
              <a:t>Утром он открывает сессию и минут пятнадцать объясняет задачу: как тариф называется, кому доступен, что делать со старыми аккаунтами, какие случаи проверить. Править они будут здесь.</a:t>
            </a:r>
          </a:p>
          <a:p/>
          <a:p>
            <a:r>
              <a:t>Но прежде чем править, нужен список: где лимит участников вообще проверяется. Пропустишь одно место — новый тариф пройдёт конфиг и упрётся в проверку, про которую никто уже не помнит.</a:t>
            </a:r>
          </a:p>
          <a:p/>
          <a:p>
            <a:r>
              <a:t>Агент ищет. Находит четыре места: middleware, конфиг тарифов, отдельная миграция для старых аккаунтов, клиентская проверка. Миграций пятнадцать, лимит менялся в трёх — листать приходится все. Сорок с лишним файлов, минут двадцать.</a:t>
            </a:r>
          </a:p>
          <a:p/>
          <a:p>
            <a:r>
              <a:t>Он говорит: теперь правь по этому списку. И агент переспрашивает то, что ему объясняли утром: как называется тариф и сколько в нём участников.</a:t>
            </a:r>
          </a:p>
          <a:p/>
          <a:p>
            <a:r>
              <a:t>Заметьте, за что он заплатил. Список верный, чтение быстрое. Сорок файлов влезли в контекст целиком и вытеснили задачу, ради которой сессию открывали. Это второй промах из начала занятия — вот он целиком.</a:t>
            </a:r>
          </a:p>
          <a:p/>
          <a:p>
            <a:r>
              <a:t>Если спросят прямо сейчас, почему он не открыл вторую сессию и не спросил там: потому что править будет эта. Вторая сессия ответ даст — и оставит его у себя; в рабочую вы переносите его руками и своим пересказом. Полностью разбираем через два экрана, вместе с четырьмя другими вариантами.</a:t>
            </a:r>
          </a:p>
          <a:p/>
          <a:p>
            <a:r>
              <a:t>Если спросят, почему тогда не перенести во вторую сессию всю работу целиком: потому что задача объяснена здесь, и объяснять её второй раз — ровно та потеря, которую мы считаем. Переезд не экономит, он платит ту же цену заранее.</a:t>
            </a:r>
          </a:p>
          <a:p/>
          <a:p>
            <a:r>
              <a:t>Если спросят, почему нельзя было сразу знать, где искать: потому что это обычная ситуация любого продукта, где правило менялось годами, мелкими правками. Документации, которая держала бы все четыре точки в одном месте, здесь никогда не было, и завести её задним числом стоит дороже, чем один раз прочитать сорок файлов.</a:t>
            </a:r>
          </a:p>
          <a:p/>
          <a:p>
            <a:r>
              <a:t>Если спросят, почему сцена не на демо-репозитории занятия: в нём файлов меньше десятка. Сцена на сорок файлов там была бы подогнана под вывод, а вывод от этого не стал бы вернее. Герой тот же, проект другой — и это сказано на экране прямо.</a:t>
            </a:r>
          </a:p>
          <a:p/>
          <a:p>
            <a:r>
              <a:t>Если спросят, почему цена — полчаса, когда чтения было двадцать минут: двадцать минут он потратил на дело, список был нужен. Полчаса ушло на то, чтобы заново сказать уже сказанное и вернуться в прерванную работу. Это единственная часть дня, которую можно было не тратить.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Нашёл все четыре места. Правку начал заново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1649"/>
            <a:ext cx="11183112" cy="3709035"/>
          </a:xfrm>
          <a:prstGeom prst="roundRect">
            <a:avLst>
              <a:gd name="adj" fmla="val 8217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21105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221105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Тот же разработчик, что заводил здесь хук и скилл. Сцена другая: продукт, где он работает каждый день, — тарифы, участники, два года миграций. Задача дня — завести тариф «Команда»: двадцать участников вместо пяти.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05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195605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 открыта с утра. Минут пятнадцать он объясняет агенту задачу: как тариф называется, кому доступен, что делать со старыми аккаунтами, какие случаи проверить. Правку они делают здесь же.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869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48869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Прежде чем править, нужен список мест, где лимит участников вообще проверяется. Пропустишь одно — новый тариф пройдёт конфиг и упрётся в проверку, про которую никто уже не помнит.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21330"/>
            <a:ext cx="329184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021330"/>
            <a:ext cx="10360152" cy="9372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ищет и находит четыре: middleware при добавлении участника, конфиг тарифов, отдельная миграция для аккаунтов до смены тарифной сетки, клиентский компонент с той же проверкой на случай недоступности сервера. Миграций за два года пятнадцать, лимит менялся в трёх — листать приходится все. Открытых файлов больше сорока, чтения — минут двадцать.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5859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395859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«Теперь правь по этому списку» — и агент переспрашивает то, что ему объясняли утром: как называется тариф и сколько в нём участников. Объяснять приходится второй раз.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02100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14902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Полчаса ушло на то, чтобы сказать уже сказанное и вернуться туда, где он остановился. Список при этом верный, и чтение шло быстро: нужное влезло в контекст целиком и вытеснило работу, ради которой сессию открывали. Это второй промах из начала занятия, предъявленный целиком.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