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частей субагента одним экраном. К этому экрану возвращаются все три случая ступени, поэтому проще разобрать его целиком один раз.</a:t>
            </a:r>
          </a:p>
          <a:p/>
          <a:p>
            <a:r>
              <a:rPr b="1"/>
              <a:t>Где объявляется.</a:t>
            </a:r>
            <a:r>
              <a:t> Файл </a:t>
            </a:r>
            <a:r>
              <a:rPr>
                <a:latin typeface="Consolas"/>
              </a:rPr>
              <a:t>.claude/agents/&lt;имя&gt;.md</a:t>
            </a:r>
            <a:r>
              <a:t> в репозитории. В светлой карточке стоит выдержка из настоящего файла субагента: </a:t>
            </a:r>
            <a:r>
              <a:rPr>
                <a:latin typeface="Consolas"/>
              </a:rPr>
              <a:t>name: diff-reviewer</a:t>
            </a:r>
            <a:r>
              <a:t>, </a:t>
            </a:r>
            <a:r>
              <a:rPr>
                <a:latin typeface="Consolas"/>
              </a:rPr>
              <a:t>tools: Read, Grep, Glob</a:t>
            </a:r>
            <a:r>
              <a:t> — три инструмента вместо всех доступных. По полю </a:t>
            </a:r>
            <a:r>
              <a:rPr>
                <a:latin typeface="Consolas"/>
              </a:rPr>
              <a:t>name</a:t>
            </a:r>
            <a:r>
              <a:t> субагента зовут явно. </a:t>
            </a:r>
            <a:r>
              <a:rPr>
                <a:latin typeface="Consolas"/>
              </a:rPr>
              <a:t>description</a:t>
            </a:r>
            <a:r>
              <a:t> говорит, когда его звать и когда нет, — это читает автовыбор. </a:t>
            </a:r>
            <a:r>
              <a:rPr>
                <a:latin typeface="Consolas"/>
              </a:rPr>
              <a:t>tools</a:t>
            </a:r>
            <a:r>
              <a:t> — список прав, поле необязательное. Тело файла — системный промпт субагента целиком, то есть всё, что он про свою работу знает.</a:t>
            </a:r>
          </a:p>
          <a:p/>
          <a:p>
            <a:r>
              <a:rPr b="1"/>
              <a:t>Как позвать и кого позвали на самом деле.</a:t>
            </a:r>
            <a:r>
              <a:t> Явный вызов — </a:t>
            </a:r>
            <a:r>
              <a:rPr>
                <a:latin typeface="Consolas"/>
              </a:rPr>
              <a:t>@agent-&lt;имя&gt;</a:t>
            </a:r>
            <a:r>
              <a:t>: он гарантирует именно этого субагента. Второй способ — не писать ничего, тогда выбирает модель, по описанию. Кого позвали, видно по строке в чате: имя субагента и задача в скобках. Стоит там </a:t>
            </a:r>
            <a:r>
              <a:rPr>
                <a:latin typeface="Consolas"/>
              </a:rPr>
              <a:t>general-purpose</a:t>
            </a:r>
            <a:r>
              <a:t> вместо имени — субагента не вызвали вовсе, выбор до него не долетел.</a:t>
            </a:r>
          </a:p>
          <a:p/>
          <a:p>
            <a:r>
              <a:t>Маршрутизацию решает описание, и читать это стоит буквально: модель смотрит на </a:t>
            </a:r>
            <a:r>
              <a:rPr>
                <a:latin typeface="Consolas"/>
              </a:rPr>
              <a:t>description</a:t>
            </a:r>
            <a:r>
              <a:t> как на условие «когда этого субагента звать и когда нет». Имя она не интерпретирует, поэтому слово «ревьюер» внутри имени для автовыбора не значит ничего. Отсюда практический вывод: описание субагента пишется как список поводов его позвать. Титул должности в нём не работает.</a:t>
            </a:r>
          </a:p>
          <a:p/>
          <a:p>
            <a:r>
              <a:t>Строка в чате доказывает ровно одно: харнесс решил позвать этого субагента. Правильность его работы строка не подтверждает — это отдельный вопрос, со своей проверкой. Зато она разводит два случая, со стороны выглядящих одинаково: «субагент отработал не так» и «субагента вообще не вызывали». Без этой строки их путают и чинят не то.</a:t>
            </a:r>
          </a:p>
          <a:p/>
          <a:p>
            <a:r>
              <a:rPr b="1"/>
              <a:t>Что приходит на вход.</a:t>
            </a:r>
            <a:r>
              <a:t> Четыре вещи. Системный промпт субагента — тело его файла, не промпт харнесса целиком. Задача, сформулированная вызывающей сессией своими словами: дословно ваша реплика туда не попадает. Иерархия файлов инструкций — </a:t>
            </a:r>
            <a:r>
              <a:rPr>
                <a:latin typeface="Consolas"/>
              </a:rPr>
              <a:t>CLAUDE.md</a:t>
            </a:r>
            <a:r>
              <a:t> и </a:t>
            </a:r>
            <a:r>
              <a:rPr>
                <a:latin typeface="Consolas"/>
              </a:rPr>
              <a:t>AGENTS.md</a:t>
            </a:r>
            <a:r>
              <a:t> всех уровней. И снимок репозитория на момент старта.</a:t>
            </a:r>
          </a:p>
          <a:p/>
          <a:p>
            <a:r>
              <a:t>Переписки сессии, которая субагента позвала, на входе нет. Нет и файлов, прочитанных агентом этой сессии, и её автопамяти. Канала для них попросту не существует, и дисциплина автора субагента тут ни при чём — это устройство. По той же причине агент не видит промежуточных действий субагента: задача передаётся один раз, итог возвращается один раз, диалога между этими двумя событиями не бывает.</a:t>
            </a:r>
          </a:p>
          <a:p/>
          <a:p>
            <a:r>
              <a:rPr b="1"/>
              <a:t>Что уходит обратно.</a:t>
            </a:r>
            <a:r>
              <a:t> Только итог — финальный текст. Вызовы инструментов, которые субагент сделал по дороге, вызвавшей сессии не видны ни один. Канал односторонний.</a:t>
            </a:r>
          </a:p>
          <a:p/>
          <a:p>
            <a:r>
              <a:rPr b="1"/>
              <a:t>Права — три состояния записи `tools`.</a:t>
            </a:r>
            <a:r>
              <a:t> Интуиция эти три исхода обычно путает, поэтому держать их стоит рядом. Поля нет вовсе: субагент получает все инструменты, доступные субагентам, — противоположность тому, что подсказывает пустое место. Список указан и пуст: субагент не получает ни одного инструмента и при этом остаётся живым — он запускается, читает задачу и отвечает тем, что умеет сам. Запись не резолвится: харнесс не запускает субагента вовсе. Со стороны это похоже на отсутствие самого субагента — права тут уже ни при чём.</a:t>
            </a:r>
          </a:p>
          <a:p/>
          <a:p>
            <a:r>
              <a:t>Отнять право частично этим механизмом нельзя. «Читать всё, кроме одного каталога» так не записывается: список работает на уровне целого инструмента, не отдельного действия внутри него. Если нужна именно такая граница, её держат другим механизмом.</a:t>
            </a:r>
          </a:p>
          <a:p/>
          <a:p>
            <a:r>
              <a:t>Стоит знать и про исключение, которое легко спутать с обычным вызовом. Есть режим, наследующий всё целиком — тот же промпт, те же права, всю историю; в документации он называется форком. Изоляции контекста у него нет, поэтому экономия, ради которой субагента заводят, в этом режиме не возникает вовсе. На занятии он не используется.</a:t>
            </a:r>
          </a:p>
          <a:p/>
          <a:p>
            <a:r>
              <a:rPr b="1"/>
              <a:t>Чем оплачивается.</a:t>
            </a:r>
            <a:r>
              <a:t> Мультиагентная работа обходится примерно в пятнадцать раз дороже обычного чата — это оценка поставщика харнесса, и на экране она стоит с такой подписью. Измерения на выборке за ней нет, поэтому пользоваться ей стоит как порядком величины: субагент — ход, который платит токенами за освобождённый контекст.</a:t>
            </a:r>
          </a:p>
          <a:p/>
          <a:p>
            <a:r>
              <a:t>Само поле прав на этом занятии не собирается: три разбора ступени идут по другим развилкам. Поле стоит здесь, в первом блоке, с настоящими значениями, а что даёт каждое из трёх его состояний — в пятом.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Субагент целиком, одним экраном</a:t>
            </a:r>
          </a:p>
        </p:txBody>
      </p:sp>
      <p:pic>
        <p:nvPicPr>
          <p:cNvPr id="3" name="Picture 2" descr="subagent-n38-subagent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