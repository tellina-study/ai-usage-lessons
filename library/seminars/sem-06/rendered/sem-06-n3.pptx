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Сразу общее по всем пяти: платит подключённость. Сервер, к которому за сессию не обратились ни разу, стоит столько же, сколько рабочий. Поэтому вопрос «кто чем пользовался» счёт не уменьшает.</a:t>
            </a:r>
          </a:p>
          <a:p/>
          <a:p>
            <a:r>
              <a:t>«Ничего» на короткой задаче незаметно. Плата при этом внесена и держится весь сеанс: на длинной задаче сжатие приходит раньше, и часть решений уходит в пересказ.</a:t>
            </a:r>
          </a:p>
          <a:p/>
          <a:p>
            <a:r>
              <a:t>Отключить лишнее — снимает плату целиком, и это дороже, чем кажется: нужно заранее знать, что понадобится, а отключённый нужный сервер возвращает работу руками.</a:t>
            </a:r>
          </a:p>
          <a:p/>
          <a:p>
            <a:r>
              <a:t>Описания по требованию: при старте остаются имена и инструкция сервера, полную схему модель подтягивает, когда инструмент ей нужен. Это уже поведение по умолчанию, поэтому ваше действие здесь проверочное.</a:t>
            </a:r>
          </a:p>
          <a:p/>
          <a:p>
            <a:r>
              <a:t>Набор под задачу: личная область даёт свой набор, общий файл остаётся командным. Цена — вторая запись о том, что подключено.</a:t>
            </a:r>
          </a:p>
          <a:p/>
          <a:p>
            <a:r>
              <a:t>Сжатие описания инструментов не затрагивает: они приходят заново в каждый контекст.</a:t>
            </a:r>
          </a:p>
          <a:p/>
          <a:p>
            <a:r>
              <a:t>Отсюда порядок: сначала проверить режим, потом разобрать набор.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t>Если спросят, почему проверка стоит первой, а разбор набора — второй: проверка не требует ни согласования с командой, ни знания о том, что понадобится в следующей задаче, и закрывает половину счёта сразу. Разбор набора требует и того, и другого.</a:t>
            </a:r>
          </a:p>
          <a:p/>
          <a:p>
            <a:r>
              <a:t>Если спросят, нельзя ли просто вычистить чужие серверы из проектного файла: можно, но это решение за команду, а не за одного человека — коллеге они нужны ровно так же, как вам трекер. Личная область решает то же самое, никому ничего не ломая.</a:t>
            </a:r>
          </a:p>
          <a:p/>
          <a:p>
            <a:r>
              <a:t>Если спросят, насколько велика экономия от получения описаний по требованию: измеренный порядок величины на следующем экране, вместе с источником. Там же названо, что остаётся в контексте даже после неё.</a:t>
            </a:r>
          </a:p>
          <a:p/>
          <a:p>
            <a:r>
              <a:t>Если спросят, не проще ли отключить вообще всё и подключать по необходимости: это рабочий режим для одиночной работы и плохой для общей: подключение из проектного файла приезжает вместе с репозиторием именно затем, чтобы каждый не собирал его заново.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причина сжатия. Вот что лежит в контексте до вашего первого вопроса.</a:t>
            </a:r>
          </a:p>
          <a:p/>
          <a:p>
            <a:r>
              <a:t>Системная часть — от клиента: его инструкции и описания его собственных инструментов. Файлы инструкций проекта — из репозитория; их состав вы собрали сами за три занятия. И от каждого подключённого сервера две вещи: имена всех его инструментов и его инструкция о себе, обрезанная по две тысячи с небольшим символов.</a:t>
            </a:r>
          </a:p>
          <a:p/>
          <a:p>
            <a:r>
              <a:t>Полные схемы инструментов при старте не приходят: модель подтягивает схему, когда решает, что инструмент ей может понадобиться. Это поведение по умолчанию, и именно оно делает четвёртый подключённый сервер терпимым.</a:t>
            </a:r>
          </a:p>
          <a:p/>
          <a:p>
            <a:r>
              <a:t>Отменяется отсрочка двумя способами. Флаг </a:t>
            </a:r>
            <a:r>
              <a:rPr>
                <a:latin typeface="Consolas"/>
              </a:rPr>
              <a:t>alwaysLoad</a:t>
            </a:r>
            <a:r>
              <a:t> у отдельного сервера грузит все его схемы сразу — тот самый, который нашёлся в чужих строках. И переменная окружения, выключающая отложенную загрузку целиком.</a:t>
            </a:r>
          </a:p>
          <a:p/>
          <a:p>
            <a:r>
              <a:t>Когда отсрочки нет, счёт идёт по полным схемам: в замере — девяносто три определения, от сорока двух до пятидесяти пяти тысяч токенов, около двадцати одного процента контекста в двести тысяч. Та же цифра, которую мы назвали ценой подключения.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t>Если спросят, кто запрашивает у сервера этот список: клиент, сам, на уровне протокола, до того как модель вообще что-то увидела. Это та же механика, которую мы разбирали на одностраничнике.</a:t>
            </a:r>
          </a:p>
          <a:p/>
          <a:p>
            <a:r>
              <a:t>Если спросят, зачем обрезка по две тысячи символов: сервер может прислать инструкцию о себе любой длины, и без ограничения один разговорчивый сервер занял бы контекст в одиночку. Предел настраивается переменной, по умолчанию он есть.</a:t>
            </a:r>
          </a:p>
          <a:p/>
          <a:p>
            <a:r>
              <a:t>Если спросят, почему тогда вообще существует флаг </a:t>
            </a:r>
            <a:r>
              <a:rPr>
                <a:latin typeface="Consolas"/>
              </a:rPr>
              <a:t>alwaysLoad</a:t>
            </a:r>
            <a:r>
              <a:t>: для инструмента, который нужен буквально на каждом шаге, подтягивание схемы по требованию само стоит вызова. Документация называет цену прямо: каждый описанный вперёд инструмент занимает место, которое иначе досталось бы разговору.</a:t>
            </a:r>
          </a:p>
          <a:p/>
          <a:p>
            <a:r>
              <a:t>Если спросят, откуда цифра двадцать один процент: внешний разбор состава контекста на девяноста трёх определениях инструментов, 2026 год, тот же источник, что на слайде цены подключения. Это верхняя граница для режима без отсрочки, не цена каждой сессии, — так она и названа в обоих местах.</a:t>
            </a:r>
          </a:p>
          <a:p/>
          <a:p>
            <a:r>
              <a:t>Если спросят, как посмотреть это у себя: карточка сервера в сессии показывает, что он описал, а переменная окружения проверяется там же, где вы смотрите остальное окружение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он завёл в тот же день. Четыре строки, и первые две — проверка, не настройка.</a:t>
            </a:r>
          </a:p>
          <a:p/>
          <a:p>
            <a:r>
              <a:t>В проектном файле у двух серверов снят флаг принудительной загрузки описаний: теперь их схемы приходят по требованию. Переменная, выключающая отложенную загрузку, в окружении не выставлена; у неё есть и пороговое значение — пока определения занимают меньше названной доли контекста, они грузятся сразу.</a:t>
            </a:r>
          </a:p>
          <a:p/>
          <a:p>
            <a:r>
              <a:t>Третья строка — на стороне самого сервера: в команде запуска передаются только нужные наборы инструментов. Официальный сервер GitHub так и объясняет этот флаг — он снижает объём контекста. И сразу оговорка: флаги проверяйте по текущей версии. У того же сервера режим выдачи наборов по требованию существовал и был снят в мае прошлого года — поиск вам его ещё покажет.</a:t>
            </a:r>
          </a:p>
          <a:p/>
          <a:p>
            <a:r>
              <a:t>Четвёртая, единственная, которая требует работы: серверы под свою работу он перенёс в личную область. Проектный файл остался командным, чужие серверы из него никто не выбросил.</a:t>
            </a:r>
          </a:p>
          <a:p/>
          <a:p>
            <a:r>
              <a:t>В сцене было наоборот: флаг стоял, поставил его другой человек, а платил каждый, кто открывал сессию.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t>Если спросят про снятый режим подробнее: у официального сервера GitHub были флаг и переменная окружения, включавшие выдачу наборов по запросу модели, плюс три служебных инструмента для этого. Удалены одним запросом на внесение правок в мае 2026: двадцать четыре файла, пятьдесят одна строка добавлена, девятьсот сорок две удалены. Причина, названная автором, — долг по поддержке и то, что режим работал только локально. Вывода «так делать не нужно» там нет.</a:t>
            </a:r>
          </a:p>
          <a:p/>
          <a:p>
            <a:r>
              <a:t>Если спросят, зачем тогда об этом говорить: затем, что это обычная судьба флага. Поиск выдаёт страницу прежней версии, она читается как действующая инструкция, и проверить это можно одним способом — открыть описание текущей версии сервера.</a:t>
            </a:r>
          </a:p>
          <a:p/>
          <a:p>
            <a:r>
              <a:t>Если спросят, где лежит личная область: в том же файле настроек пользователя, который мы разбирали, выбирая, куда положить ключ.</a:t>
            </a:r>
          </a:p>
          <a:p/>
          <a:p>
            <a:r>
              <a:t>Если спросят, не проще ли держать всё в проектном файле: проще, пока наборы у всех совпадают. Как только работа разная, общий файл берёт с каждого плату за все работы сразу — это мы и увидели в сцене.</a:t>
            </a:r>
          </a:p>
          <a:p/>
          <a:p>
            <a:r>
              <a:t>Если спросят, что записывать рядом с оставленным флагом: какой инструмент требует загрузки при старте и почему его схема нужна на каждом шаге. Исключение без причины через месяц неотличимо от случайной строки.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то же самое, но не у нас и с источниками. Четыре случая, все прочитаны по первоисточнику.</a:t>
            </a:r>
          </a:p>
          <a:p/>
          <a:p>
            <a:r>
              <a:t>Первый: проблему назвал сам автор протокола. Определения инструментов перегружают контекст — так открывается его разбор. Взамен предложено представлять серверы кодовым интерфейсом, который агент читает по требованию; в разобранном примере — сто пятьдесят тысяч токенов против двух. Серверы при этом остались подключёнными.</a:t>
            </a:r>
          </a:p>
          <a:p/>
          <a:p>
            <a:r>
              <a:t>Второй, из документации того же производителя: набор из пяти известных серверов занимает около пятидесяти пяти тысяч токенов определений до начала работы. Та же цифра, которую мы называли ценой подключения, — теперь из второго независимого источника. Загрузка по требованию снимает больше восьмидесяти пяти процентов. И отдельно: точность выбора падает, когда инструментов больше тридцати-пятидесяти.</a:t>
            </a:r>
          </a:p>
          <a:p/>
          <a:p>
            <a:r>
              <a:t>Третий: команда сократила свой набор встроенных инструментов с сорока до тринадцати и замерила прирост — два-пять процентных пунктов.</a:t>
            </a:r>
          </a:p>
          <a:p/>
          <a:p>
            <a:r>
              <a:t>Четвёртый, обратный: другая команда попробовала подгружать инструменты по требованию и отказалась — смена набора на ходу обнуляет кэш и путает модель. Они маскируют лишние, оставляя определения на месте.</a:t>
            </a:r>
          </a:p>
          <a:p/>
          <a:p>
            <a:r>
              <a:t>Одинакового ответа у отрасли нет. Посмотрите, в каком режиме грузится у вас.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t>Если спросят, значит ли это, что от самого протокола отказываются: нет, и это стоит сказать прямо. Ни один из четырёх первоисточников серверы не снимает: речь всюду о том, в каком виде описания попадают в контекст. Формулировку «компании отказываются от MCP» ни один проверенный источник не подтверждает.</a:t>
            </a:r>
          </a:p>
          <a:p/>
          <a:p>
            <a:r>
              <a:t>Если спросят про пример со ста пятьюдесятью тысячами токенов: это конкретный разобранный в статье случай с двумя серверами, методика замера на странице не раскрыта. Как порядок величины он полезен, как отраслевая норма — нет, и статья этого не обещает.</a:t>
            </a:r>
          </a:p>
          <a:p/>
          <a:p>
            <a:r>
              <a:t>Если спросят, почему предел тридцать-пятьдесят инструментов важнее цены: потому что это уже не про деньги. Переполнение контекста стоит токенов, а падение точности выбора означает, что агент берёт неподходящий инструмент — и это заметно по результату, а не по счёту.</a:t>
            </a:r>
          </a:p>
          <a:p/>
          <a:p>
            <a:r>
              <a:t>Если спросят про четвёртый случай подробнее: причины названы две — определения инструментов лежат в начале контекста, поэтому любое изменение набора обнуляет кэш для всего, что идёт дальше; и модель путается, когда прошлые шаги ссылаются на инструмент, которого в текущем наборе уже нет.</a:t>
            </a:r>
          </a:p>
          <a:p/>
          <a:p>
            <a:r>
              <a:t>Если спросят, где это всё можно прочитать: ссылки и дословные цитаты собраны в материалах занятия, каждая с датой чтения страницы.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Прямо: что держать подключённым. Сервер нужен в большинстве сессий проекта. Описания его инструментов приходят по требованию, и это проверено. Наборов у него столько, сколько нужно задаче.</a:t>
            </a:r>
          </a:p>
          <a:p/>
          <a:p>
            <a:r>
              <a:t>Справа — чего не делать никогда. Держать в общем проектном файле то, что нужно одному человеку: для этого есть личная область. Ставить флаг принудительной загрузки, не записав причину рядом. Полагаться на флаг, найденный поиском: его могли снять, и проверяется это по описанию текущей версии.</a:t>
            </a:r>
          </a:p>
          <a:p/>
          <a:p>
            <a:r>
              <a:t>И четвёртое, важнее остальных. Считать, что большой контекст снимает вопрос, не стоит: точность выбора инструмента падает, когда доступных больше тридцати-пятидесяти. Переполнение стоит токенов, а это стоит неподходящего инструмента — и видно по результату, а не по счёту.</a:t>
            </a:r>
          </a:p>
          <a:p/>
          <a:p>
            <a:r>
              <a:t>Теперь в конфигурации пять файлов. Пятый дал агенту руки: под правами, которые мы вычеркнули сами, с проверкой, которую умеем делать, и по цене, которую теперь видим. Контекст у агента один и конечный. Следующий вопрос — что в него всё равно не помещается, когда работы становится больше.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t>Если спросят, как часто пересматривать набор серверов: по событию, не по календарю — когда добавляется новый сервер и когда задача проекта меняется. Тот же структурный критерий, что в двух предыдущих случаях блока.</a:t>
            </a:r>
          </a:p>
          <a:p/>
          <a:p>
            <a:r>
              <a:t>Если спросят, что делать с сервером, который нужен редко, но по-настоящему: держать его в личной области и подключать на время работы с ним. Плата идёт за подключённость, значит отключённый он не стоит ничего.</a:t>
            </a:r>
          </a:p>
          <a:p/>
          <a:p>
            <a:r>
              <a:t>Если спросят, чем кончилось у разработчика: два флага сняты, свои серверы он перенёс в личную область, в проектном файле осталось то, что нужно всей команде. Сжатие на следующей длинной задаче пришло позже, и это единственное, что он замерил, — честно сказать так, а не называть процент.</a:t>
            </a:r>
          </a:p>
          <a:p/>
          <a:p>
            <a:r>
              <a:t>Если спросят, относится ли предел тридцать-пятьдесят к серверам или к инструментам: к инструментам. Один сервер приносит и десять, и сорок инструментов, поэтому счёт ведут по инструментам, а решения принимают по серверам — и в этом расхождении легко недосчитаться.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Доступ наружу у агента уже есть: сервер отдаёт ему то, чего в репозитории не было. Второй ход встречный. Часть работы уходит отдельному исполнителю со своим контекстом; делегировать так вы уже умеете, и это не стоит ни строчки настройки.</a:t>
            </a:r>
          </a:p>
          <a:p/>
          <a:p>
            <a:r>
              <a:t>Первая развилка ступени — цена поиска, который нужен не сам по себе, а чтобы продолжить работу здесь же. Что с ней делать, я спрошу через несколько экранов. Догадку, которая придёт вам сейчас, запомните: мы её проверим.</a:t>
            </a:r>
          </a:p>
          <a:p/>
          <a:p>
            <a:r>
              <a:t>Если спросят, при чём тут предыдущий блок: доступ наружу увеличивает то, что агент способен сделать сам за один присест, и вместе с объёмом работы растёт объём чтения, который эта работа втягивает в контекст сессии. Два хода встречные, а предел у них один и тот же.</a:t>
            </a:r>
          </a:p>
          <a:p/>
          <a:p>
            <a:r>
              <a:t>Если прозвучит «так ведь отдельный исполнитель просто прочитает быстрее» — не спорить и не подтверждать. Это та самая догадка, которую я прошу запомнить: записываю её вслух как версию зала и возвращаюсь к ней на разборе. Там её проверяет счёт файлов, и этого достаточно.</a:t>
            </a:r>
          </a:p>
          <a:p/>
          <a:p>
            <a:r>
              <a:t>Если спросят, почему развилка стоит раньше устройства роли: потому что следующие два экрана отвечают на вопрос «что это такое», а развилка задаёт вопрос «зачем». Устройство без причины запоминается как описание формата файла, и ровно на это указал владелец кругом раньше.</a:t>
            </a:r>
          </a:p>
          <a:p/>
          <a:p>
            <a:r>
              <a:t>Если спросят, сколько стоит само делегирование: заведение роли — ноль строчек настройки, это правда. Масштаб стоит иначе, и цифра для него стоит шестым блоком на одностраничнике, а подробности и честный пробел — в свидетельствах третьего кейса ступени.</a:t>
            </a:r>
          </a:p>
          <a:p/>
          <a:p>
            <a:r>
              <a:t>Если спросят, откуда взялись сорок файлов: это сцена через два экрана, обычный продуктовый случай, где одно правило разъехалось по кодовой базе за два года. Число названо там и держится всем кейсом.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Одна вещь, которая нужна во всех трёх разборах этой ступени. И сразу разведём два слова, которые дальше всё время будут стоять рядом.</a:t>
            </a:r>
          </a:p>
          <a:p/>
          <a:p>
            <a:r>
              <a:t>Агент — это то, что работает в вашей сессии и с чем вы разговариваете. Роль, в документации её зовут субагентом, — отдельный исполнитель, которого агент зовёт под одну задачу. Агент один; ролей он может позвать сколько нужно.</a:t>
            </a:r>
          </a:p>
          <a:p/>
          <a:p>
            <a:r>
              <a:t>Верхний ярус — чем контекст занят к моменту, когда вы написали первую строку. Системная часть от харнесса: какие есть инструменты, как отвечать, что делать запрещено. Файлы инструкций проекта, всеми уровнями — от корня до папки. Описания всех подключённых серверов, целиком, до первого вашего вопроса. И четвёртое — разговор: задача, ответы агента и содержимое каждого прочитанного файла. Первые три вы не писали и не выбирали, четвёртое растёт с каждым открытым файлом. Отсюда и ответ, почему контекст кончается раньше, чем кажется по длине переписки.</a:t>
            </a:r>
          </a:p>
          <a:p/>
          <a:p>
            <a:r>
              <a:t>Нижний ярус — кто этот контекст держит. Слева ваша рабочая сессия: здесь лежит правка, сюда же нужен результат чтения. В середине роль: контекст свой, те же три верхние полосы, а вместо разговора — одна задача текстом. Сорок файлов лягут туда и закроются вместе с ролью, обратно уйдёт только итог — сам, без вашего участия.</a:t>
            </a:r>
          </a:p>
          <a:p/>
          <a:p>
            <a:r>
              <a:t>Справа — вторая сессия. Контекст у неё тоже свой, и рабочий остаётся чистым. Но обратного канала нет: ответ переносите вы, руками и своим пересказом.</a:t>
            </a:r>
          </a:p>
          <a:p/>
          <a:p>
            <a:r>
              <a:t>Если спросят, чем роль отличается от второй сессии по существу: тремя вещами, и все три на схеме. Итог возвращается сам, в тот контекст, где лежит работа. Поведение роли задано файлом, поэтому второй вызов повторяет первый. И права роли можно урезать списком — у второй сессии списка прав нет.</a:t>
            </a:r>
          </a:p>
          <a:p/>
          <a:p>
            <a:r>
              <a:t>Если спросят, почему полосы верхнего яруса одинаковой ширины: потому что измеренной доли у нас нет. Постоянную плату за подключённые серверы занятие измерило в прошлом блоке, в токенах; остальные три источника на выборке никто не мерил. Нарисовать шкалу с долями было бы проще и было бы враньём.</a:t>
            </a:r>
          </a:p>
          <a:p/>
          <a:p>
            <a:r>
              <a:t>Если спросят, кто решает, звать роль по имени или дать модели выбрать самой: оба способа реальны, и устройство вызова — следующий экран целиком. Явный вызов снимает вопрос маршрутизации; выбор моделью зависит от того, насколько точно описание роли называет задачу.</a:t>
            </a:r>
          </a:p>
          <a:p/>
          <a:p>
            <a:r>
              <a:t>Если спросят про исключение «форк»: есть режим, который наследует всё целиком — тот же промпт, те же права, всю переписку. Изоляции контекста у него нет вовсе, и в наших сценах мы им не пользуемся; путать его с обычным вызовом роли не стоит.</a:t>
            </a:r>
          </a:p>
          <a:p/>
          <a:p>
            <a:r>
              <a:t>Если спросят, помнит ли роль прошлый вызов: не помнит. Каждый вызов поднимает контекст с нуля, между вызовами не переносится ничего. Это то же свойство, из которого первый кейс получает свою пользу, прочитанное с другой стороны: контекст одноразовый и потому чистый.</a:t>
            </a:r>
          </a:p>
          <a:p/>
          <a:p>
            <a:r>
              <a:t>Если спросят, какая часть схемы важнее для сегодняшнего кейса: золотая стрелка. Именно из «итог возвращается сам, туда, где лежит работа» следует всё, что мы будем считать через три экрана.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разбирать кейсы — вся роль сразу, шесть частей. К этому экрану я возвращаюсь всю ступень.</a:t>
            </a:r>
          </a:p>
          <a:p/>
          <a:p>
            <a:r>
              <a:t>Где объявляется — файл </a:t>
            </a:r>
            <a:r>
              <a:rPr>
                <a:latin typeface="Consolas"/>
              </a:rPr>
              <a:t>.claude/agents/&lt;имя&gt;.md</a:t>
            </a:r>
            <a:r>
              <a:t> в репозитории. </a:t>
            </a:r>
            <a:r>
              <a:rPr>
                <a:latin typeface="Consolas"/>
              </a:rPr>
              <a:t>name</a:t>
            </a:r>
            <a:r>
              <a:t> — по нему роль зовут явно. </a:t>
            </a:r>
            <a:r>
              <a:rPr>
                <a:latin typeface="Consolas"/>
              </a:rPr>
              <a:t>description</a:t>
            </a:r>
            <a:r>
              <a:t> — когда её звать и когда нет, это читает автовыбор. </a:t>
            </a:r>
            <a:r>
              <a:rPr>
                <a:latin typeface="Consolas"/>
              </a:rPr>
              <a:t>tools</a:t>
            </a:r>
            <a:r>
              <a:t> — список прав, необязательный. Тело файла — системный промпт роли целиком.</a:t>
            </a:r>
          </a:p>
          <a:p/>
          <a:p>
            <a:r>
              <a:t>Как позвать: явно, через </a:t>
            </a:r>
            <a:r>
              <a:rPr>
                <a:latin typeface="Consolas"/>
              </a:rPr>
              <a:t>@agent-&lt;имя&gt;</a:t>
            </a:r>
            <a:r>
              <a:t>, либо не писать ничего — тогда выбирает модель, по описанию. Кого позвали на самом деле, видно по строке в чате: имя роли и задача в скобках. Стоит </a:t>
            </a:r>
            <a:r>
              <a:rPr>
                <a:latin typeface="Consolas"/>
              </a:rPr>
              <a:t>general-purpose</a:t>
            </a:r>
            <a:r>
              <a:t> — роль не вызвали вовсе.</a:t>
            </a:r>
          </a:p>
          <a:p/>
          <a:p>
            <a:r>
              <a:t>Вход, блок третий: собственный промпт роли, задача от вызывающей сессии, иерархия файлов инструкций, снимок репозитория. Переписки сессии там нет — канала для неё не существует.</a:t>
            </a:r>
          </a:p>
          <a:p/>
          <a:p>
            <a:r>
              <a:t>Выход, блок четвёртый: только итог. Промежуточные вызовы родителю не видны, канал односторонний.</a:t>
            </a:r>
          </a:p>
          <a:p/>
          <a:p>
            <a:r>
              <a:t>Пятый — три состояния списка прав. Поля нет вовсе: роль получает все инструменты. Список указан и пуст: ни одного, но роль живая. Запись не резолвится: роль не запускается. Интуиция эти три исхода обычно путает.</a:t>
            </a:r>
          </a:p>
          <a:p/>
          <a:p>
            <a:r>
              <a:t>Шестой — чем оплачивается. Делегирование стоит токенов заметно больше обычного чата; число и честный пробел — в свидетельствах третьего кейса.</a:t>
            </a:r>
          </a:p>
          <a:p/>
          <a:p>
            <a:r>
              <a:t>Если спросят, почему маршрутизацию решает описание: модель читает его как условие «когда эту роль звать и когда нет». Название она не интерпретирует вовсе, поэтому слово «ревьюер» в имени роли для автовыбора не значит ничего.</a:t>
            </a:r>
          </a:p>
          <a:p/>
          <a:p>
            <a:r>
              <a:t>Если спросят, что именно доказывает строка в чате: ровно одно — харнесс решил позвать эту роль. Правильность её работы строка не подтверждает; это разные вопросы, и ко второму мы вернёмся на провале третьего кейса. Зато она разводит два разных случая: «роль отработала не так» и «роль вообще не вызывали».</a:t>
            </a:r>
          </a:p>
          <a:p/>
          <a:p>
            <a:r>
              <a:t>Если спросят, чего физически нет на входе: истории переписки, файлов, которые уже прочитал родитель, и автопамяти основной сессии. Это свойство устройства, не дисциплина автора роли — канала для них попросту нет. По той же причине родитель не видит промежуточных действий: задача передаётся один раз, итог возвращается один раз, диалога между ними не бывает.</a:t>
            </a:r>
          </a:p>
          <a:p/>
          <a:p>
            <a:r>
              <a:t>Если спросят про исключение «форк»: есть режим, который наследует всё целиком — тот же промпт, те же права, всю историю. Мы им сегодня не пользуемся, но путать его с обычным вызовом не стоит: изоляции контекста у форка нет вовсе.</a:t>
            </a:r>
          </a:p>
          <a:p/>
          <a:p>
            <a:r>
              <a:t>Если спросят, можно ли отнять право частично — «читать всё, кроме одного каталога»: этим механизмом нельзя. Он работает на уровне целого инструмента, не действия внутри него.</a:t>
            </a:r>
          </a:p>
          <a:p/>
          <a:p>
            <a:r>
              <a:t>Если спросят, где поле прав собирают руками: в третьем кейсе ступени, вместе с именем и форматом ответа. Что из третьего состояния пятого блока получается на материале самого курса, увидим там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Герой тот же — разработчик, который два занятия подряд заводил здесь хук и скилл. Продукт, в котором он работает каждый день: тарифы, участники, два года миграций. Задача дня обычная — завести тариф «Команда», двадцать участников вместо пяти.</a:t>
            </a:r>
          </a:p>
          <a:p/>
          <a:p>
            <a:r>
              <a:t>Утром он открывает сессию и минут пятнадцать объясняет задачу: как тариф называется, кому доступен, что делать со старыми аккаунтами, какие случаи проверить. Править они будут здесь.</a:t>
            </a:r>
          </a:p>
          <a:p/>
          <a:p>
            <a:r>
              <a:t>Но прежде чем править, нужен список: где лимит участников вообще проверяется. Пропустишь одно место — новый тариф пройдёт конфиг и упрётся в проверку, про которую никто уже не помнит.</a:t>
            </a:r>
          </a:p>
          <a:p/>
          <a:p>
            <a:r>
              <a:t>Агент ищет. Находит четыре места: middleware, конфиг тарифов, отдельная миграция для старых аккаунтов, клиентская проверка. Миграций пятнадцать, лимит менялся в трёх — листать приходится все. Сорок с лишним файлов, минут двадцать.</a:t>
            </a:r>
          </a:p>
          <a:p/>
          <a:p>
            <a:r>
              <a:t>Он говорит: теперь правь по этому списку. И агент переспрашивает то, что ему объясняли утром: как называется тариф и сколько в нём участников.</a:t>
            </a:r>
          </a:p>
          <a:p/>
          <a:p>
            <a:r>
              <a:t>Заметьте, за что он заплатил. Список верный, чтение быстрое. Сорок файлов влезли в контекст целиком и вытеснили задачу, ради которой сессию открывали. Это второй промах из начала занятия — вот он целиком.</a:t>
            </a:r>
          </a:p>
          <a:p/>
          <a:p>
            <a:r>
              <a:t>Если спросят прямо сейчас, почему он не открыл вторую сессию и не спросил там: потому что править будет эта. Вторая сессия ответ даст — и оставит его у себя; в рабочую вы переносите его руками и своим пересказом. Полностью разбираем через два экрана, вместе с четырьмя другими вариантами.</a:t>
            </a:r>
          </a:p>
          <a:p/>
          <a:p>
            <a:r>
              <a:t>Если спросят, почему тогда не перенести во вторую сессию всю работу целиком: потому что задача объяснена здесь, и объяснять её второй раз — ровно та потеря, которую мы считаем. Переезд не экономит, он платит ту же цену заранее.</a:t>
            </a:r>
          </a:p>
          <a:p/>
          <a:p>
            <a:r>
              <a:t>Если спросят, почему нельзя было сразу знать, где искать: потому что это обычная ситуация любого продукта, где правило менялось годами, мелкими правками. Документации, которая держала бы все четыре точки в одном месте, здесь никогда не было, и завести её задним числом стоит дороже, чем один раз прочитать сорок файлов.</a:t>
            </a:r>
          </a:p>
          <a:p/>
          <a:p>
            <a:r>
              <a:t>Если спросят, почему сцена не на демо-репозитории занятия: в нём файлов меньше десятка. Сцена на сорок файлов там была бы подогнана под вывод, а вывод от этого не стал бы вернее. Герой тот же, проект другой — и это сказано на экране прямо.</a:t>
            </a:r>
          </a:p>
          <a:p/>
          <a:p>
            <a:r>
              <a:t>Если спросят, почему цена — полчаса, когда чтения было двадцать минут: двадцать минут он потратил на дело, список был нужен. Полчаса ушло на то, чтобы заново сказать уже сказанное и вернуться в прерванную работу. Это единственная часть дня, которую можно было не тратить.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править — известно. Где править — лежит в сорока файлах, из которых нужны четыре. Выберите карточку. И сразу вторым ходом: назовите вслух, за счёт чего она выигрывает.</a:t>
            </a:r>
          </a:p>
          <a:p/>
          <a:p>
            <a:r>
              <a:t>Вот это второе и есть моя просьба. Карточку мне покажут руки, а основание выбора я хочу услышать словами: что именно ваш вариант выигрывает у остальных четырёх. На следующем экране мы это основание проверим счётом файлов.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прозвучит «быстрее».</a:t>
            </a:r>
            <a:r>
              <a:t> А оно прозвучит — это самая обычная догадка на этом месте. Повторяю её вслух как версию зала и записываю на виду. Не спорю, не поправляю, не намекаю: весь следующий слайд ровно об этом, и без произнесённого «быстрее» ему нечего опровергать. Задавленная догадка возвращается через неделю целой.</a:t>
            </a:r>
          </a:p>
          <a:p/>
          <a:p>
            <a:r>
              <a:rPr i="1"/>
              <a:t>Если выберут вторую сессию.</a:t>
            </a:r>
            <a:r>
              <a:t> Принимаю всерьёз и благодарю: это первое, что приходит в голову любому, кто работает в двух вкладках. Прошу только добавить вслух, что произойдёт дальше, когда ответ получен, — ответ почти всегда приходит сам: «перенесу». Вот это слово и разбираем следующим экраном.</a:t>
            </a:r>
          </a:p>
          <a:p/>
          <a:p>
            <a:r>
              <a:rPr i="1"/>
              <a:t>Если выберут коллегу.</a:t>
            </a:r>
            <a:r>
              <a:t> Принимаю наравне с четвёртой карточкой: у обеих есть своя правда, и она разобрана на следующем экране построчно. Стоит сказать отдельно, что коллега — единственный вариант, способный ответить за минуту, и единственный, который зависит от чужого расписания.</a:t>
            </a:r>
          </a:p>
          <a:p/>
          <a:p>
            <a:r>
              <a:rPr i="1"/>
              <a:t>Если зал молчит и карточки не выбирает.</a:t>
            </a:r>
            <a:r>
              <a:t> Спрашиваю иначе: кто за последний месяц ловил себя на том, что просит агента найти, где в проекте живёт одно-единственное правило? Руки поднимаются, и после них карточка выбирается сама.</a:t>
            </a:r>
          </a:p>
          <a:p/>
          <a:p>
            <a:r>
              <a:rPr i="1"/>
              <a:t>Если спросят, можно ли выбрать две.</a:t>
            </a:r>
            <a:r>
              <a:t> Можно, и это честный ответ: в живой работе четвёртую совмещают с третьей — сначала роль, потом короткий разговор с тем, кто эти миграции писал. Прошу тогда назвать, какая из двух первая и почему.</a:t>
            </a:r>
          </a:p>
          <a:p/>
          <a:p>
            <a:r>
              <a:rPr i="1"/>
              <a:t>Если прозвучит ответ, которого нет на карточках</a:t>
            </a:r>
            <a:r>
              <a:t> — «спросить того, кто это писал», «посмотреть в истории коммитов», «записать вопрос скиллом на будущее»: записываю шестым вариантом и возвращаю на разборе. Карточки задают поле выбора; границей этого поля они не являются.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Сервер, которым не воспользовались, стоит столько же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3873119"/>
          </a:xfrm>
          <a:prstGeom prst="roundRect">
            <a:avLst>
              <a:gd name="adj" fmla="val 786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1301723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3827" y="1126236"/>
            <a:ext cx="3735813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ЧТО ДЕЛАЕТ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15944" y="1126236"/>
            <a:ext cx="5340903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ЧТО НЕ ДЕЛАЕТ / ОГРАНИЧЕНИЕ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00810"/>
            <a:ext cx="1301723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ничего — контекст большой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3827" y="1400810"/>
            <a:ext cx="3735813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оставляет всё как есть: на короткой задаче этого и не заметно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5944" y="1400810"/>
            <a:ext cx="5340903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плату вы уже внесли, и она держится весь сеанс: на длинной задаче сжатие приходит раньше, и часть принятых решений уходит в пересказ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04736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047367"/>
            <a:ext cx="1301723" cy="8072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отключить серверы, которыми не пользуетесь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3827" y="2047367"/>
            <a:ext cx="3735813" cy="8072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снимает плату целиком: у неподключённого сервера в контексте нет ни имён, ни инструкции о себе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5944" y="2047367"/>
            <a:ext cx="5340903" cy="8072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требует знать заранее, что понадобится; отключённый нужный возвращает ту работу руками, с которой начинался первый случай блока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85457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854579"/>
            <a:ext cx="1301723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получать описания по требованию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3827" y="2854579"/>
            <a:ext cx="3735813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оставляет при старте имена инструментов и инструкцию сервера; полную схему модель подтягивает, когда инструмент ей понадобился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5944" y="2854579"/>
            <a:ext cx="5340903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это поведение по умолчанию — значит ваше действие здесь проверочное: не отменил ли его флаг у сервера или переменная окружения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50113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501136"/>
            <a:ext cx="1301723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держать набор серверов под задачу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3827" y="3501136"/>
            <a:ext cx="3735813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личная область подключения даёт набор под вашу работу, общий проектный файл при этом остаётся командным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5944" y="3501136"/>
            <a:ext cx="5340903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заводит вторую запись о том, что подключено: расхождение личного и проектного набора придётся держать в голове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414769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4147693"/>
            <a:ext cx="1301723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чаще сжимать разговор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3827" y="4147693"/>
            <a:ext cx="3735813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освобождает место, занятое историей разговора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5944" y="4147693"/>
            <a:ext cx="5340903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описания инструментов сжатием не уходят: они приходят заново в каждый контекст, отдельно от истории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981066"/>
            <a:ext cx="82296" cy="112471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109082"/>
            <a:ext cx="1064361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7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Из сочетания колонок:</a:t>
            </a:r>
            <a:r>
              <a:rPr sz="1350" b="1" i="0">
                <a:solidFill>
                  <a:srgbClr val="141B2E"/>
                </a:solidFill>
                <a:latin typeface="Arial"/>
              </a:rPr>
              <a:t> плата идёт за подключённость — сервер, к которому за сессию не обратились ни разу, стоит столько же, сколько рабочий. Поэтому работают две меры, и в таком порядке: сначала проверить, что описания приходят по требованию, — это ничего не стоит и часто уже включено; потом разобрать набор серверов под задачу — это работа, и её делают один раз.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лежит в контексте до вашего первого вопроса</a:t>
            </a:r>
          </a:p>
        </p:txBody>
      </p:sp>
      <p:pic>
        <p:nvPicPr>
          <p:cNvPr id="3" name="Picture 2" descr="mcp-n31-tsepoch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4029"/>
            <a:ext cx="11183112" cy="29076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Описания — по требованию. Набор — под задачу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22654"/>
            <a:ext cx="11183112" cy="2771775"/>
          </a:xfrm>
          <a:prstGeom prst="roundRect">
            <a:avLst>
              <a:gd name="adj" fmla="val 1099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185813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" y="1642110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Consolas"/>
              </a:rPr>
              <a:t>.mcp.json</a:t>
            </a:r>
            <a:r>
              <a:rPr sz="1350" b="0" i="0">
                <a:solidFill>
                  <a:srgbClr val="141B2E"/>
                </a:solidFill>
                <a:latin typeface="Arial"/>
              </a:rPr>
              <a:t>: у сервера снят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alwaysLoad: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true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— описания его инструментов приходят по требованию. Флаг оставляют одному инструменту, который нужен на каждом шаге, и записывают рядом, почему.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239077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174748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Окружение проекта: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ENABLE_TOOL_SEARCH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не выставлен в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false</a:t>
            </a:r>
            <a:r>
              <a:rPr sz="1350" b="0" i="0">
                <a:solidFill>
                  <a:srgbClr val="141B2E"/>
                </a:solidFill>
                <a:latin typeface="Arial"/>
              </a:rPr>
              <a:t>. Пороговое значение вида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auto:10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— компромисс: пока определения занимают меньше названной доли контекста, они грузятся сразу.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30245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707386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Команда запуска сервера: только нужные наборы инструментов — </a:t>
            </a:r>
            <a:r>
              <a:rPr sz="1350" b="0" i="0">
                <a:solidFill>
                  <a:srgbClr val="141B2E"/>
                </a:solidFill>
                <a:latin typeface="Arial"/>
              </a:rPr>
              <a:t>--toolsets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repos,issues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вместо полного набора. Проверяйте флаги по текущей версии сервера: у официального сервера GitHub режим выдачи наборов по требованию был и снят в мае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365836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42335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Личная область подключения: серверы под свою работу — там. Общий проектный файл остаётся командным, и чужие три сервера из него никто не выбрасывает.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61941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989957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Проектный файл говорит, что подключено у всех. Личная область — что подключено у вас. Режим загрузки описаний решает, во что это обходится до первого вопроса.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Описания убрали со старта. Серверы оставили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81278"/>
            <a:ext cx="11183112" cy="3783329"/>
          </a:xfrm>
          <a:prstGeom prst="roundRect">
            <a:avLst>
              <a:gd name="adj" fmla="val 805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300734"/>
            <a:ext cx="329184" cy="9372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1300734"/>
            <a:ext cx="10360152" cy="9372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Автор протокола назвал это проблемой.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«Определения инструментов перегружают контекст» — так открывается его собственный разбор. Ход взамен: представлять серверы кодовым интерфейсом, который агент читает по требованию; в разобранном в статье примере — 150 000 токенов против 2 000. Серверы остались на месте (Anthropic, инженерный блог, 04.11.2025).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237994"/>
            <a:ext cx="329184" cy="9372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2237994"/>
            <a:ext cx="10360152" cy="9372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Счёт на пяти серверах.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Набор GitHub, Slack, Sentry, Grafana, Splunk занимает около 55 000 токенов определений до начала работы; загрузка по требованию снимает больше 85%, подтягивая 3–5 нужных инструментов. Там же: точность выбора падает, когда доступных инструментов больше 30–50 (документация того же производителя, обращение 07.10.2026).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175254"/>
            <a:ext cx="329184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3175254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Сократили собственный набор.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Встроенных инструментов было 40, оставили 13 ядра — и замерили: успешность на двух наборах задач выросла на 2–5 процентных пункта. Предел площадки — 128 инструментов на запрос (GitHub, инженерный блог, 19.11.2025).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910203"/>
            <a:ext cx="329184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910203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Попробовали и отказались.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Подгружать инструменты по требованию пробовали и отказались: смена набора посреди работы обнуляет кэш и путает модель на прошлых шагах. Ход взамен — маскировать лишние, оставляя определения на месте (Manus, 18.07.2025).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74005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5502021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Посмотрите, в каком режиме описания грузятся у вас, и держите набор под задачу. Одинакового ответа у отрасли нет: последняя строка прямо обратна трём предыдущим.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Сколько серверов держать подключёнными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66621"/>
            <a:ext cx="82296" cy="14554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294637"/>
            <a:ext cx="10643616" cy="1199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В конфигурации теперь пять файлов: к четырём, с которых мы начали занятие, добавился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.mcp.json</a:t>
            </a:r>
            <a:r>
              <a:rPr sz="1500" b="1" i="0">
                <a:solidFill>
                  <a:srgbClr val="141B2E"/>
                </a:solidFill>
                <a:latin typeface="Arial"/>
              </a:rPr>
              <a:t>. Он дал агенту руки — под правами, которые мы вычеркнули сами, с проверкой, которую умеем делать, и по цене, которую теперь видим. Контекст у агента при этом один и конечный, и описания инструментов в нём — одна из статей. Следующий вопрос — что в этот контекст всё равно не помещается, когда работы становится больше.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289553"/>
            <a:ext cx="5454396" cy="2703195"/>
          </a:xfrm>
          <a:prstGeom prst="roundRect">
            <a:avLst>
              <a:gd name="adj" fmla="val 11275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399282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ДЕРЖАТЬ ПОДКЛЮЧЁННЫМ В ПРОЕКТНОМ ФАЙЛЕ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73602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сервер нужен в большинстве сессий этого проекта, а не одному человеку под одну задачу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4164583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4164583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описания его инструментов приходят по требованию — проверено, а не предположено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65556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4655565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наборов инструментов у него столько, сколько нужно задаче, а не всё, что сервер умеет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3289553"/>
            <a:ext cx="5454396" cy="2703195"/>
          </a:xfrm>
          <a:prstGeom prst="roundRect">
            <a:avLst>
              <a:gd name="adj" fmla="val 11275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4516" y="3399282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НЕ НУЖНО НИКОГДА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3673602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держать в общем проектном файле то, что нужно одному человеку: для этого есть личная область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14516" y="4164583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14516" y="4164583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ставить флаг принудительной загрузки описаний, не записав рядом причину: через месяц это чужая строка без объяснения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14516" y="465556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14516" y="4655565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считать, что большой контекст снимает вопрос: точность выбора инструмента падает после 30–50 доступных, и это видно по результату, а не по счёту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14516" y="531888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14516" y="5318886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полагаться на флаг, найденный поиском: у сервера его могли снять — проверяется по описанию текущей версии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590038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59003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95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484120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7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Сорок файлов ради четырёх нужных мест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1796"/>
            <a:ext cx="9509760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4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Что править — известно. Где править — лежит в сорока файлах, и прочитать их надо туда же, где эта правка уже объяснена.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Субагент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Агент, роль и контекст каждого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Роль целиком, одним экраном</a:t>
            </a:r>
          </a:p>
        </p:txBody>
      </p:sp>
      <p:pic>
        <p:nvPicPr>
          <p:cNvPr id="3" name="Picture 2" descr="subagent-n37-rol-tselik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72281"/>
            <a:ext cx="11183112" cy="53119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Нашёл все четыре места. Правку начал заново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01649"/>
            <a:ext cx="11183112" cy="3709035"/>
          </a:xfrm>
          <a:prstGeom prst="roundRect">
            <a:avLst>
              <a:gd name="adj" fmla="val 8217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221105"/>
            <a:ext cx="329184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1221105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Тот же разработчик, что заводил здесь хук и скилл. Сцена другая: продукт, где он работает каждый день, — тарифы, участники, два года миграций. Задача дня — завести тариф «Команда»: двадцать участников вместо пяти.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956054"/>
            <a:ext cx="329184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1956054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Сессия открыта с утра. Минут пятнадцать он объясняет агенту задачу: как тариф называется, кому доступен, что делать со старыми аккаунтами, какие случаи проверить. Правку они делают здесь же.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488692"/>
            <a:ext cx="329184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2488692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Прежде чем править, нужен список мест, где лимит участников вообще проверяется. Пропустишь одно — новый тариф пройдёт конфиг и упрётся в проверку, про которую никто уже не помнит.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021330"/>
            <a:ext cx="329184" cy="9372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021330"/>
            <a:ext cx="10360152" cy="9372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Агент ищет и находит четыре: middleware при добавлении участника, конфиг тарифов, отдельная миграция для аккаунтов до смены тарифной сетки, клиентский компонент с той же проверкой на случай недоступности сервера. Миграций за два года пятнадцать, лимит менялся в трёх — листать приходится все. Открытых файлов больше сорока, чтения — минут двадцать.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958590"/>
            <a:ext cx="329184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958590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«Теперь правь по этому списку» — и агент переспрашивает то, что ему объясняли утром: как называется тариф и сколько в нём участников. Объяснять приходится второй раз.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1008"/>
            <a:ext cx="82296" cy="121920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149024"/>
            <a:ext cx="10643616" cy="963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Полчаса ушло на то, чтобы сказать уже сказанное и вернуться туда, где он остановился. Список при этом верный, и чтение шло быстро: нужное влезло в контекст целиком и вытеснило работу, ради которой сессию открывали. Это второй промах из начала занятия, предъявленный целиком.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делать с этим чтением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71523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2668" y="1726387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38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«Что править — известно. Где править — лежит в сорока файлах, из которых нужны четыре.»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93365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821381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«Выберите карточку — и назовите вслух, за счёт чего она выигрывает.»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183837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183837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прочитать все сорок файлов самому, в этой же сессии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8803" y="4183837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8531" y="4183837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открыть вторую сессию, спросить там и перенести список руками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4686" y="4183837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4414" y="4183837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позвать коллегу, который давно работает с тарифами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0569" y="4183837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0297" y="4183837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поручить роли: прочитает в своём контексте и вернёт список мест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66452" y="4183837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6180" y="4183837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править по памяти, без поиска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