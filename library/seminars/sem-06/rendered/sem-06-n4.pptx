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с того, что прозвучало. «Быстрее» — проверяем счётом, по строкам.</a:t>
            </a:r>
          </a:p>
          <a:p/>
          <a:p>
            <a:r>
              <a:t>Прочитать самому: полный контроль над порядком чтения, но контекст сессии занимает содержимое сорока файлов, из которых для правки нужны четыре. Вторая сессия: рабочий контекст остаётся чистым, и это правда — но список придётся переносить руками, а править агент будет по вашему пересказу. Условие про старые аккаунты выпадает из пересказа первым. Коллега: единственный вариант, способный ответить за минуту, и единственный, который зависит от чужого расписания. Роль: сорок файлов открываются и закрываются в её контексте, список приходит обратно сам. По памяти: мгновенно, но четвёртое место помнит не всякий из тех, кто его писал.</a:t>
            </a:r>
          </a:p>
          <a:p/>
          <a:p>
            <a:r>
              <a:t>Теперь про «быстрее». Роль открывает все сорок файлов и читает их целиком. Двадцать минут чтения остаются двадцатью минутами: ни одна строчка не читается быстрее оттого, что её читает другой процесс.</a:t>
            </a:r>
          </a:p>
          <a:p/>
          <a:p>
            <a:r>
              <a:t>Выигрыш лежит в двух других местах. Чтение остаётся в контексте роли, и этот контекст закрывается вместе с ней. А список возвращается туда, где лежит правка, — сам, без вашего пересказа. Вторая сессия даёт только первое из двух.</a:t>
            </a:r>
          </a:p>
          <a:p/>
          <a:p>
            <a:r>
              <a:t>Если спросят, зачем тогда вообще заводить роль, если время то же самое: ради того, что останется доступно дальше в этой же сессии. Двадцать минут чтения ушли на дело — список был нужен. Полчаса на повторное объяснение можно было не тратить вовсе, и экономит роль именно их. Механика разделения — на схеме базы ступени и на одностраничнике «Роль целиком», блоки третий и четвёртый.</a:t>
            </a:r>
          </a:p>
          <a:p/>
          <a:p>
            <a:r>
              <a:t>Если прозвучит «пересказ — ерунда, я просто скопирую ответ целиком»: тогда вы скопируете в рабочий контекст ровно то, от чего уходили, плюс потратите своё время на передачу. Чем короче то, что вы переносите, тем больше в нём потеряно; чем длиннее — тем меньше смысла было уносить чтение.</a:t>
            </a:r>
          </a:p>
          <a:p/>
          <a:p>
            <a:r>
              <a:t>Если прозвучит «а если запустить несколько ролей разом, тогда быстрее?»: тогда да, и это следующий кейс ступени целиком. Но быстрее там становится очередь из нескольких независимых задач; чтение одного вопроса остаётся тем же. Для одного поиска по сорока файлам выигрыша по времени нет ни при каком числе ролей.</a:t>
            </a:r>
          </a:p>
          <a:p/>
          <a:p>
            <a:r>
              <a:t>Если спросят, почему коллега вынесен в отдельную строку, если это не инструмент: потому что в жизни он первый кандидат и часто правильный. Строка нужна, чтобы это было сказано вслух: иначе вариант выглядит забытым.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Документация харнесса об устройстве контекста приводит свой пример: роль прочитала 6100 токенов файлов, вы получили итог в 420 токенов — это и есть экономия контекста. Разница на порядок, и направление то же самое, что мы сейчас получили счётом: сорок файлов остаются в контексте роли, в сессию приходит только итог.</a:t>
            </a:r>
          </a:p>
          <a:p/>
          <a:p>
            <a:r>
              <a:t>Но это один показательный сценарий автора документации, не измерение по множеству прогонов. И здесь же честный пробел: сколько контекста экономит делегирование по сравнению с той же работой в основной сессии, по измерению на выборке, не нашлось ни у одного источника. Пример его не закрывает — он его иллюстрирует числом.</a:t>
            </a:r>
          </a:p>
          <a:p/>
          <a:p>
            <a:r>
              <a:t>Если спросят, почему тогда вообще его показывать, если это не измерение: потому что направление и порядок величины реальны и подтверждены механикой предыдущего слайда. Нечестным было бы подать иллюстрацию за статистику молча; здесь её природа названа прямо, и этого достаточно, чтобы пользоваться числом как ориентиром. Доказательством оно не работает.</a:t>
            </a:r>
          </a:p>
          <a:p/>
          <a:p>
            <a:r>
              <a:t>Если спросят, что именно считалось бы честным измерением: один и тот же вопрос, прогнанный в двух режимах на выборке настоящих сессий — чтение в рабочей сессии против делегирования, — с замером занятой доли контекста в обоих. Такой работы в открытых источниках нет; если кто-то из вас её сделает на своём проекте, это ровно та цифра, которой курсу не хватает.</a:t>
            </a:r>
          </a:p>
          <a:p/>
          <a:p>
            <a:r>
              <a:t>Если спросят, не слишком ли удобно число 6100 к 420: оно и подобрано автором документации под иллюстрацию, об этом и подпись на экране. Доверять стоит порядку величины — разнице в десятки раз. Вторая значащая цифра здесь ничего не значит, и спорить о ней смысла нет.</a:t>
            </a:r>
          </a:p>
          <a:p/>
          <a:p>
            <a:r>
              <a:t>Если спросят, зависит ли экономия от размера ответа роли: зависит прямо. Роль, которую просят вернуть короткий вывод, возвращает сотни токенов; роль, которую просят пересказать прочитанное, вернёт тысячи, и экономия съедается форматом ответа. Это же соображение стоит за критерием через два экрана.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Контекст роли чище вашего, но не чист от всего подряд. Свой промпт и свежее начало она получает — и вместе с ними, по умолчанию, описания всех подключённых серверов целиком, даже тех, что её задаче не нужны. Это третья полоса нашей схемы — она наследуется.</a:t>
            </a:r>
          </a:p>
          <a:p/>
          <a:p>
            <a:r>
              <a:t>Дословно из документации по устранению ошибок: роли наследуют каждое описание инструмента из вызвавшей сессии, и это может заполнить их контекст ещё до первого шага — отключайте серверы, которыми не пользуетесь, прежде чем заводить роли.</a:t>
            </a:r>
          </a:p>
          <a:p/>
          <a:p>
            <a:r>
              <a:t>Фокус работает для содержимого репозитория. За подключёнными серверами следят отдельно — тем же списком прав, который стоит пятым блоком на одностраничнике.</a:t>
            </a:r>
          </a:p>
          <a:p/>
          <a:p>
            <a:r>
              <a:t>Если спросят, почему это не противоречит прошлым слайдам: не противоречит, оба про один контракт. Этот называет то, что входит в контракт дополнительно и по умолчанию, помимо желания автора роли. Экономия контекста остаётся, просто считается с этой оговоркой.</a:t>
            </a:r>
          </a:p>
          <a:p/>
          <a:p>
            <a:r>
              <a:t>Если спросят, сколько это стоит: цифру зал уже видел в прошлом блоке занятия, там постоянная плата за подключённые серверы измерена в токенах и в доле контекста. Здесь важно другое: эта плата вносится ещё раз, отдельно, в контекст каждой заведённой роли.</a:t>
            </a:r>
          </a:p>
          <a:p/>
          <a:p>
            <a:r>
              <a:t>Если спросят, можно ли подключить сервер только роли, не трогая сессию: можно, и это обратный приём той же механики. Роль умеет объявить нужный ей сервер у себя — он поднимается на её старте и отключается на её завершении, а контекст вызвавшей сессии его описаний не видит вовсе. Для тяжёлого сервера, нужного одной задаче, это дешевле, чем держать его подключённым всю сессию.</a:t>
            </a:r>
          </a:p>
          <a:p/>
          <a:p>
            <a:r>
              <a:t>Если спросят, относится ли то же к хукам и скиллам: механика у них своя, и сегодня мы её не разбираем. Здесь достаточно одного: отключение ненужных серверов — осознанный ход перед заведением роли. Разовая уборка в начале дня его не заменяет, потому что сессия обрастает серверами по ходу работы.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Делегировать чтение имеет смысл, когда из десятков файлов нужно вынести короткий вывод: список мест в несколько строк, по которому дальше и работают. Сорок файлов поиска и четыре файла правки — ровно этот случай.</a:t>
            </a:r>
          </a:p>
          <a:p/>
          <a:p>
            <a:r>
              <a:t>Если дальше работать придётся со всем прочитанным объёмом — рефакторинг, который трогает те же сорок файлов, — читать их придётся в любом случае, и делать это в своём контексте тогда входит в саму работу: дальше с содержимым работать вам.</a:t>
            </a:r>
          </a:p>
          <a:p/>
          <a:p>
            <a:r>
              <a:t>Что мы заводим ради контекста — решаем по тому, что останется в контексте после ответа, и не по тому, сколько файлов пришлось открыть. Интуиция говорила: отдельный исполнитель прочитает быстрее. Проверка показала: сорок файлов остаются сорока файлами и тем же временем, а меняются двое — чей контекст их держит и куда сам возвращается итог.</a:t>
            </a:r>
          </a:p>
          <a:p/>
          <a:p>
            <a:r>
              <a:t>И к себе. Назовите про себя место в своём проекте, где перед правкой приходится искать по десяткам файлов, а находятся три-четыре строки. Назвали — вот первый кандидат на делегирование. А если править вы будете все эти же десятки файлов, кандидат не он.</a:t>
            </a:r>
          </a:p>
          <a:p/>
          <a:p>
            <a:r>
              <a:t>Если спросят про границу из прошлого слайда: тот же принцип применяется и к ней. Подключили роли лишние серверы — обратно всё равно вернётся только итог, но контекст роли будет занят раньше и сильнее, чем нужно. Экономия считается с этой оговоркой; критерий она оставляет в силе и уточняет только размер самой экономии.</a:t>
            </a:r>
          </a:p>
          <a:p/>
          <a:p>
            <a:r>
              <a:t>Если спросят, где именно проходит граница между «коротким выводом» и «работой со всем объёмом»: по тому, нужен ли вам дальше весь материал или адреса внутри него. Герою понадобились четыре места из сорока файлов; содержимое остальных тридцати шести не пригодилось бы ему больше никогда. Рефакторинг тех же сорока — другое дело: там содержимое и есть предмет работы.</a:t>
            </a:r>
          </a:p>
          <a:p/>
          <a:p>
            <a:r>
              <a:t>Если спросят, можно ли попросить роль вернуть пересказ прочитанного вместо вывода: технически можно, и экономия на этом кончается. Роль, которой велели пересказать сорок файлов, вернёт в ваш контекст те же сорок файлов, только своими словами. Формат ответа роли — часть критерия, не деталь оформления. Ровно та же арифметика, что со второй сессией: чем длиннее то, что возвращается, тем меньше смысла было уносить чтение.</a:t>
            </a:r>
          </a:p>
          <a:p/>
          <a:p>
            <a:r>
              <a:t>Если на вопрос «к себе» ответят вслух и спросят разбор: беру один пример, не больше, и проверяю его двумя пунктами критерия вслух. Остальные прошу держать при себе до следующего занятия — перенос на свои репозитории там и будет работой.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Следующая развилка — практика. Задачу принесу я, раскладывать будем вместе, а решение, чем её ускорять, принимает зал.</a:t>
            </a:r>
          </a:p>
          <a:p/>
          <a:p>
            <a:r>
              <a:t>Средств для этого больше одного, и одно из них — то, о котором ступень: отдельный исполнитель. Остальные старше его и часто дешевле. Весь кейс о том, как между ними выбирают. Выбор этот делает сама задача, и увидеть его можно только разложив её.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прозвучит «а зачем раскладывать, если можно просто начать делать».</a:t>
            </a:r>
            <a:r>
              <a:t> Честный вопрос, и практика — развёрнутый ответ на него. Задача, взятая целиком, допускает один порядок работы: от начала к концу. Разложенная допускает несколько, и среди них бывает заметно короче. Увидеть это можно только после раскладки, поэтому она идёт первой.</a:t>
            </a:r>
          </a:p>
          <a:p/>
          <a:p>
            <a:r>
              <a:rPr i="1"/>
              <a:t>Если спросят, почему развилка задана вопросом.</a:t>
            </a:r>
            <a:r>
              <a:t> Потому что ответ на него у зала уже есть, и он наполовину верный. Ускорить получится, но средство придёт не с той стороны, с которой его ждут. Утверждение на развилке отняло бы у практики её работу; вопрос её оставляет.</a:t>
            </a:r>
          </a:p>
          <a:p/>
          <a:p>
            <a:r>
              <a:rPr i="1"/>
              <a:t>Если спросят, не повтор ли это прошлого кейса.</a:t>
            </a:r>
            <a:r>
              <a:t> Прошлый отвечал на вопрос «что делать, когда чтение под один ответ не помещается в контекст сессии»: исполнитель читает в своём контексте. Этот отвечает на другой: «что делать, когда задача одна, а срок у неё — понедельник». Общее у них одно — отдельный исполнитель как один из ходов; причины его завести разные, и границы у этих причин тоже разные.</a:t>
            </a:r>
          </a:p>
          <a:p/>
          <a:p>
            <a:r>
              <a:rPr i="1"/>
              <a:t>Чего на развилке нет.</a:t>
            </a:r>
            <a:r>
              <a:t> Нет слова «роль» и нет названия средства: развилка называет наблюдаемую проблему и не называет решения — то же соглашение, что на пяти остальных развилках занятия. Если кто-то уже произнёс слово «субагент» вслух, поправлять не нужно: к нему мы придём, просто это одна карточка из пяти.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Пятница, без двадцати шесть. В чат приходит одна фраза: к понедельнику форма должна быть готова к рекламе. Это вся постановка, другой не будет.</a:t>
            </a:r>
          </a:p>
          <a:p/>
          <a:p>
            <a:r>
              <a:t>Первый ход за вами. Что в этой задаче лежит? Называйте кусками, я записываю на экран.</a:t>
            </a:r>
          </a:p>
          <a:p/>
          <a:p>
            <a:r>
              <a:t>Шесть. Теперь второй ход, и он весит больше первого: по каждому куску — от чего он зависит. Нужен ли ему итог другого куска. Лезет ли он в тот же файл, что сосед.</a:t>
            </a:r>
          </a:p>
          <a:p/>
          <a:p>
            <a:r>
              <a:t>И пока идёт второй ход, назовите вслух первое, что просится: сколько исполнителей вы бы завели на эти шесть кусков. Своё число запомните — через два экрана мы его проверим.</a:t>
            </a:r>
          </a:p>
          <a:p/>
          <a:p>
            <a:r>
              <a:t>Считаем, что вышло. Независимых кусков три из шести. Один ждёт, пока появится поле, — на узком экране нечего проверять, пока проверять не на чем. Один лезет в тот же файл, что и поле. Один повторяется после каждого из остальных.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зал назовёт другие куски.</a:t>
            </a:r>
            <a:r>
              <a:t> Это нормально и даже лучше: раскладка у каждого своя, и спорить о её составе полезнее, чем о числе. Держать нужно одно — чтобы по каждому названному куску прозвучал ответ на вопрос второго хода. Шесть строк на экране — опора на случай, если зал встанет; списывать с них нечего.</a:t>
            </a:r>
          </a:p>
          <a:p/>
          <a:p>
            <a:r>
              <a:rPr i="1"/>
              <a:t>Если спросят, почему прогон перед выкладкой попал в куски.</a:t>
            </a:r>
            <a:r>
              <a:t> Потому что его называют почти всегда, и это точный ответ: работа есть, время она занимает. Отличается он от соседей другим — он повторяется после каждого из них, то есть в задаче он стоит пять раз. На этом отличии держится одна из карточек следующего экрана.</a:t>
            </a:r>
          </a:p>
          <a:p/>
          <a:p>
            <a:r>
              <a:rPr i="1"/>
              <a:t>Если зал сразу назовёт средство вместо куска.</a:t>
            </a:r>
            <a:r>
              <a:t> Записать и вернуть к ходу: средство выбираем на следующем экране, здесь договариваемся, из чего задача состоит. Иначе выбор средства уедет вперёд раскладки, а именно раскладка его и решает.</a:t>
            </a:r>
          </a:p>
          <a:p/>
          <a:p>
            <a:r>
              <a:rPr i="1"/>
              <a:t>Если спросят, зачем называть число исполнителей вслух.</a:t>
            </a:r>
            <a:r>
              <a:t> Чтобы его было с чем сверить. Названное про себя число легко задним числом поправить; названное вслух остаётся. Через два экрана рядом с ним встанет число независимых кусков, и сверять будет что.</a:t>
            </a:r>
          </a:p>
          <a:p/>
          <a:p>
            <a:r>
              <a:rPr i="1"/>
              <a:t>Если зал молчит.</a:t>
            </a:r>
            <a:r>
              <a:t> Начать с конца: спросить, что обязано быть сделано к понедельнику, чтобы рекламу можно было запускать. Два куска из шести называются сразу, остальные подтягиваются за ними.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Задача разложена. Чем ускоряем? Выберите карточку — и назовите кусок, на котором ваше средство работает. Карточка без куска не считается: ровно в этой паре и лежит весь выбор.</a:t>
            </a:r>
          </a:p>
          <a:p/>
          <a:p>
            <a:r>
              <a:t>Пять средств. Отдельный исполнитель, о котором ступень, — одно из них, третья карточка слева. Остальные четыре старше его, и каждое из них на каком-то из наших шести кусков дешевле.</a:t>
            </a:r>
          </a:p>
          <a:p/>
          <a:p>
            <a:r>
              <a:t>Обоснование обязательно: назовите кусок и назовите, за счёт чего ваше средство на нём выигрывает.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прозвучит «роли, и на все куски сразу».</a:t>
            </a:r>
            <a:r>
              <a:t> Сильный ответ и честный — его называют чаще остальных, и ровно его через экран проверит разбор. Спорить сейчас не нужно. Если так ответили многие, тем лучше: зал и наш разработчик ошибутся одинаково, и дальше будет интереснее.</a:t>
            </a:r>
          </a:p>
          <a:p/>
          <a:p>
            <a:r>
              <a:rPr i="1"/>
              <a:t>Если прозвучит «сузить задачу».</a:t>
            </a:r>
            <a:r>
              <a:t> Недооценённый ход, и он единственный, который убирает работу вовсе. Стоит спросить у отвечающего, кто в его проекте имеет право сузить: чаще это не исполнитель, и тогда ход становится разговором о сроке.</a:t>
            </a:r>
          </a:p>
          <a:p/>
          <a:p>
            <a:r>
              <a:rPr i="1"/>
              <a:t>Если прозвучит «по очереди».</a:t>
            </a:r>
            <a:r>
              <a:t> Защитимо: порядок один и предсказуемый, ничего не сталкивается. Пусть отвечающий назовёт, на каком числе кусков его ответ начнёт проигрывать.</a:t>
            </a:r>
          </a:p>
          <a:p/>
          <a:p>
            <a:r>
              <a:rPr i="1"/>
              <a:t>Если прозвучит «несколько сессий».</a:t>
            </a:r>
            <a:r>
              <a:t> Спросить, что будет, когда две сессии дойдут до поля и до сообщений об ошибках: оба куска живут в одном файле. Это та развилка, про которую будет отдельный разговор дальше в занятии.</a:t>
            </a:r>
          </a:p>
          <a:p/>
          <a:p>
            <a:r>
              <a:rPr i="1"/>
              <a:t>Если зал выбирает молча.</a:t>
            </a:r>
            <a:r>
              <a:t> Просить обоснование нужно до разбора, не после: половина ценности голосования в том, что кусок и условие проговариваются вслух раньше, чем их назовёт разбор.</a:t>
            </a:r>
          </a:p>
          <a:p/>
          <a:p>
            <a:r>
              <a:rPr i="1"/>
              <a:t>Если спросят, можно ли выбрать две карточки.</a:t>
            </a:r>
            <a:r>
              <a:t> Нельзя, и это намеренно: карточка плюс кусок — уже полный ответ. Две карточки означают два куска, то есть две раскладки, и выбор перестаёт что-либо значить.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Таблицу читать вслух я не буду, пройдём по решению.</a:t>
            </a:r>
          </a:p>
          <a:p/>
          <a:p>
            <a:r>
              <a:t>По очереди: порядок предсказуемый, но три независимых куска ждут друг друга без причины — ожидания складываются. Несколько сессий: куски идут одновременно, только поле и сообщения живут в одном файле, и две сессии в одной папке дойдут до него обе. Повторяемое в проверку: прогон перед выкладкой уходит из очереди совсем, писать её надо заранее и один раз. Сузить: для рекламы нужны поле и согласие, два куска из шести — и решает это тот, кто отвечает за срок.</a:t>
            </a:r>
          </a:p>
          <a:p/>
          <a:p>
            <a:r>
              <a:t>Роли работают на трёх независимых. А теперь поворот, ради которого кейс и собран. Ни одно из пяти средств не ускоряет все шесть кусков. Параллельность лежит в задаче, и в этой её ровно на три куска: роли берут её там, где она есть, и умножают ошибку там, где её нет.</a:t>
            </a:r>
          </a:p>
          <a:p/>
          <a:p>
            <a:r>
              <a:t>Поставьте рядом два числа. Исполнителей, которое вы назвали вслух. И независимых кусков — три.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как проверять независимость быстрее, чем мы это сделали.</a:t>
            </a:r>
            <a:r>
              <a:t> По-инженерному и дёшево: смотрим, пересекаются ли куски по файлам и нужен ли одному итог другого. Разные файлы и ни одной общей зависимости — независимы. Один и тот же файл, общий модуль или «сначала переименуем, потом поправим вызовы» — зависимы, и читать их дальше стоит уже не как параллельную работу.</a:t>
            </a:r>
          </a:p>
          <a:p/>
          <a:p>
            <a:r>
              <a:rPr i="1"/>
              <a:t>Если спросят, выходит ли, что число исполнителей вообще ни при чём.</a:t>
            </a:r>
            <a:r>
              <a:t> При чём, но вторым номером: число исполнителей задаёт потолок выигрыша, а дают выигрыш независимые куски. Там, где независимости нет, рост числа исполнителей меняет знак и начинает работать против. Держать проще всего так: сначала считаем в задаче независимые куски, потом заводим под них исполнителей — ровно столько, сколько кусков насчитали.</a:t>
            </a:r>
          </a:p>
          <a:p/>
          <a:p>
            <a:r>
              <a:rPr i="1"/>
              <a:t>Если спросят, откуда берётся «умножают ошибку».</a:t>
            </a:r>
            <a:r>
              <a:t> Из измерения, оно будет через два экрана, вместе с источником и условиями эксперимента. Сейчас достаточно направления: зависимые шаги, разведённые по исполнителям, теряют связь, которую следующий шаг должен был увидеть.</a:t>
            </a:r>
          </a:p>
          <a:p/>
          <a:p>
            <a:r>
              <a:rPr i="1"/>
              <a:t>Если спросят про несколько сессий подробнее.</a:t>
            </a:r>
            <a:r>
              <a:t> Папка, которую две сессии правят одновременно, — отдельная развилка со своей ценой и своей защитой, и она разбирается дальше в занятии. Здесь достаточно факта: на наших кусках такое пересечение есть, и оно решает выбор между этой карточкой и соседней.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 уточнение под поворот. Три роли на три независимых куска пошли бы одновременно: это механика харнесса, настраивать её не нужно. Роль уходит в фон, основная сессия её не ждёт.</a:t>
            </a:r>
          </a:p>
          <a:p/>
          <a:p>
            <a:r>
              <a:t>Предел — на одновременность, двадцать по умолчанию; двадцать первая падает явной ошибкой и в очередь не встаёт. Общего предела на число ролей за сессию нет.</a:t>
            </a:r>
          </a:p>
          <a:p/>
          <a:p>
            <a:r>
              <a:t>Отсюда следует: одновременность бесплатна, и вся цена решения лежит на раскладке.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что будет на двадцать первой задаче при пределе двадцать.</a:t>
            </a:r>
            <a:r>
              <a:t> Она не потеряется и не подождёт своей очереди сама: харнесс откажет явной ошибкой, и запустить её нужно будет руками, когда освободится место. Молчаливой очереди здесь нет, и это к лучшему — иначе двадцать первый кусок тихо ждал бы, пока его считают проверенным.</a:t>
            </a:r>
          </a:p>
          <a:p/>
          <a:p>
            <a:r>
              <a:rPr i="1"/>
              <a:t>Если спросят про версию и переменную.</a:t>
            </a:r>
            <a:r>
              <a:t> Параллельный режим по умолчанию появился в интерактивной сессии начиная с версии 2.1.232; предел задаётся переменной окружения CLAUDE_CODE_MAX_CONCURRENT_SUBAGENTS, ошибка на превышении — «Concurrent subagent limit reached». Номер версии на экран намеренно не вынесен: он устаревает быстрее, чем сам факт.</a:t>
            </a:r>
          </a:p>
          <a:p/>
          <a:p>
            <a:r>
              <a:rPr i="1"/>
              <a:t>Если спросят, не стоит ли сразу поднять предел.</a:t>
            </a:r>
            <a:r>
              <a:t> Двадцать одновременных ролей — это двадцать контекстов и двадцать счетов за токены. Упереться в двадцать на обычной работе трудно; если упёрлись, стоит сначала перечитать, точно ли там двадцать независимых кусков, и только потом трогать переменную.</a:t>
            </a:r>
          </a:p>
          <a:p/>
          <a:p>
            <a:r>
              <a:rPr i="1"/>
              <a:t>Если спросят, видно ли, чем занята фоновая роль.</a:t>
            </a:r>
            <a:r>
              <a:t> Видно, что она работает, и виден её итог. Ход работы — нет, и это та самая потерянная видимость, которую ступень называет ценой делегирования. На трёх независимых кусках она почти не мешает: итог каждого проверяется отдельно. На зависимых мешает сильно — именно там нужно было бы видеть, что одна роль успела узнать раньше другой.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Через неделю он берётся за тот кусок, который мы в раскладке поставили неделимым: новое поле и изменение проверки формы. Исполнителей берёт по числу, которое в пятницу просилось само, — больше одного. Зовёт второго: тестировщика, который прогоняет сценарии через форму и проверяет поведение, не только код. Обе роли получают один и тот же кусок.</a:t>
            </a:r>
          </a:p>
          <a:p/>
          <a:p>
            <a:r>
              <a:t>Диф-ревьюер проверяет код, видит, что проверка написана верно, возвращает </a:t>
            </a:r>
            <a:r>
              <a:rPr>
                <a:latin typeface="Consolas"/>
              </a:rPr>
              <a:t>PASS</a:t>
            </a:r>
            <a:r>
              <a:t>. Тестировщик прогоняет обычные сценарии, проблем не находит, тоже возвращает </a:t>
            </a:r>
            <a:r>
              <a:rPr>
                <a:latin typeface="Consolas"/>
              </a:rPr>
              <a:t>PASS</a:t>
            </a:r>
            <a:r>
              <a:t>. Правка уходит в показ. Заказчик вводит адрес с пробелом перед доменом — случай, который не вошёл ни в код, который читали построчно, ни в сценарии, которые прогоняли руками.</a:t>
            </a:r>
          </a:p>
          <a:p/>
          <a:p>
            <a:r>
              <a:t>Оба ответа честные. Картина, которую он из них собрал, — «кусок проверен» — не описывает ничего.</a:t>
            </a:r>
          </a:p>
          <a:p/>
          <a:p>
            <a:r>
              <a:t>И обратите внимание, что он здесь повторил. Число исполнителей. Условия под ним не было: кусок был один и неделимый, и две роли его не распараллелили — они его разрезали. Разрез кому-то нужно держать, и этого он не поручил никому.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диф-ревьюер не поймал пробел в адресе.</a:t>
            </a:r>
            <a:r>
              <a:t> Он проверял код </a:t>
            </a:r>
            <a:r>
              <a:rPr>
                <a:latin typeface="Consolas"/>
              </a:rPr>
              <a:t>validateForm</a:t>
            </a:r>
            <a:r>
              <a:t> и видел, что логика написана верно. Пробел перед доменом не относится к тому, что этот кусок менял в коде: случай поведенческий, не структурный. Роль отработала ровно по своему описанию.</a:t>
            </a:r>
          </a:p>
          <a:p/>
          <a:p>
            <a:r>
              <a:rPr i="1"/>
              <a:t>Если спросят, чем это отличается от трёх независимых кусков.</a:t>
            </a:r>
            <a:r>
              <a:t> Там между кусками зазора не было — они и так лежали врозь, и каждый закрывался целиком. Здесь две разные роли делят один кусок на стороны, и граница между сторонами оказалась никому не поручена. Разница ровно в том, было ли что делить.</a:t>
            </a:r>
          </a:p>
          <a:p/>
          <a:p>
            <a:r>
              <a:rPr i="1"/>
              <a:t>Если спросят, виноват ли тестировщик.</a:t>
            </a:r>
            <a:r>
              <a:t> Нет, и это важно не смазать: он прогнал те сценарии, которые ему поручили, и честно о них отчитался. Подвела здесь не роль и не формулировка </a:t>
            </a:r>
            <a:r>
              <a:rPr>
                <a:latin typeface="Consolas"/>
              </a:rPr>
              <a:t>PASS</a:t>
            </a:r>
            <a:r>
              <a:t>. Подвело то, что никто не записал, где кончается зона каждого.</a:t>
            </a:r>
          </a:p>
          <a:p/>
          <a:p>
            <a:r>
              <a:rPr i="1"/>
              <a:t>Если спросят, поймал ли бы промежуток человек без ролей.</a:t>
            </a:r>
            <a:r>
              <a:t> Не обязательно. Но человек, читающий кусок целиком, по крайней мере имел шанс споткнуться о пробел; два отчёта, каждый верный в своих границах, этот шанс забирают — именно потому, что оба зелёные. Проверка, которая закрывает часть поля и молчит про остальное, опаснее отсутствия проверки ровно настолько, насколько ей верят.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Быстрее не стало — те же сорок файлов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3990149"/>
          </a:xfrm>
          <a:prstGeom prst="roundRect">
            <a:avLst>
              <a:gd name="adj" fmla="val 763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99902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31128" y="1126236"/>
            <a:ext cx="37137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91158" y="1126236"/>
            <a:ext cx="566568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8303"/>
            <a:ext cx="999024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прочитать самому, в этой же сессии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31128" y="1408303"/>
            <a:ext cx="3713726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полный контроль над тем, что и в каком порядке читается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91158" y="1408303"/>
            <a:ext cx="5665689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контекст сессии занимает содержимое сорока файлов, из которых для правки нужны четыре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4472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244725"/>
            <a:ext cx="999024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вторая сессия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31128" y="2244725"/>
            <a:ext cx="37137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рабочий контекст остаётся чистым: сорок файлов ложатся в чужой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1158" y="2244725"/>
            <a:ext cx="5665689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список придётся переносить руками, и править агент будет по вашему пересказу — условие про старые аккаунты выпадает из пересказа первым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131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13189"/>
            <a:ext cx="999024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позвать коллегу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31128" y="2913189"/>
            <a:ext cx="37137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единственный вариант, который может ответить за минуту — если коллега свеж в теме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91158" y="2913189"/>
            <a:ext cx="5665689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единственный вариант, который зависит от чужого расписания: решает, свободен ли человек прямо сейчас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5816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581654"/>
            <a:ext cx="999024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поручить роли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31128" y="3581654"/>
            <a:ext cx="37137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сорок файлов открываются и закрываются в отдельном, одноразовом контексте; список приходит обратно сам, в ту же сессию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91158" y="3581654"/>
            <a:ext cx="5665689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быстрее не становится: роль открывает и читает все сорок файлов, время чтения то же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25011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250118"/>
            <a:ext cx="999024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править по памяти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31128" y="4250118"/>
            <a:ext cx="3713726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мгновенно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91158" y="4250118"/>
            <a:ext cx="5665689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четвёртое место — клиентскую проверку — помнит не всякий из тех, кто её писал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098097"/>
            <a:ext cx="82296" cy="112471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226113"/>
            <a:ext cx="1064361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Двадцать минут чтения из сцены остаются двадцатью минутами: сорок файлов — это сорок файлов, где бы их ни читали. Меняются двое. Первое — чей контекст их держит: контекст роли закрывается вместе с ней. Второе — куда возвращается список: от роли он приходит сам, в ту сессию, где лежит правка, из второй сессии его переносите вы.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Пример есть, измерения на выборке — нет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726844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781708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1" i="1">
                <a:solidFill>
                  <a:srgbClr val="6B7685"/>
                </a:solidFill>
                <a:latin typeface="Arial"/>
              </a:rPr>
              <a:t>«The subagent read 6,100 tokens of files. You got a 420-token result. That's the context savings.»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— документация харнесса об устройстве контекста, один показательный сценарий.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5671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08472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Разница на порядок — но это один вымышленный пример автора документации, не статистика по множеству реальных прогонов.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370984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4508144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Сколько контекста реально экономит делегирование по сравнению с тем же объёмом работы в основной сессии, по измерению на выборке сессий, — не нашлось ни у одного источника. Это число восполняет пробел дидактическим примером, не статистикой.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Чистый контекст — не от всего подряд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95984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450848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1" i="1">
                <a:solidFill>
                  <a:srgbClr val="6B7685"/>
                </a:solidFill>
                <a:latin typeface="Arial"/>
              </a:rPr>
              <a:t>«Subagents inherit every MCP tool definition from the parent session, which can fill their context window before the first turn. Disable MCP servers you are not using before spawning subagents.»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— документация харнесса об устранении ошибок.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833878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961894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Это третья полоса со схемы базы — «описания подключённых серверов». В контекст роли она переезжает целиком. Для нашего поиска по лимиту участников: если в сессии подключены трекер задач и почтовый сервер из прошлого раздела занятия, роль, которой нужно прочитать сорок файлов кода, получает их описания бесплатно.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720590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84860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Фокус из прошлых двух слайдов — про содержимое репозитория. За тем, что подключено серверами, следят отдельно: тем же списком инструментов роли, который стоит пятым блоком на одностраничнике ступени.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остаётся в контексте после ответа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9027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87043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Что мы заводим ради контекста — решаем по тому, что останется в контексте после ответа, и не по тому, сколько файлов пришлось открыть. Интуиция говорила: отдельный исполнитель прочитает быстрее. Проверка показала: сорок файлов остаются сорока файлами и тем же временем, а меняются двое — чей контекст их держит и куда сам возвращается итог.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731998"/>
            <a:ext cx="11183112" cy="1908810"/>
          </a:xfrm>
          <a:prstGeom prst="roundRect">
            <a:avLst>
              <a:gd name="adj" fmla="val 1596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326863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2951454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Делегировать чтение имеет смысл, когда из десятков файлов нужно вынести короткий вывод: факт, да/нет, список мест в несколько строк, по которому дальше и работают. Сорок файлов поиска, четыре файла правки — ровно этот случай.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400358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686403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Если дальше работать придётся со всем прочитанным объёмом — рефакторинг тех же сорока файлов, — читать их придётся в любом случае; делать это в своём контексте тогда входит в саму работу, потому что с этим содержимым дальше работать вам.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094579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5222595"/>
            <a:ext cx="10634472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К себе.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Назовите про себя место в своём проекте, где перед правкой приходится искать по десяткам файлов, а находятся три-четыре строки. Назвали — вот первый кандидат на делегирование. Если править вы будете все эти же десятки файлов, кандидат не он.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59003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59003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48412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Задача пришла одной фразой. Чем ускоряем?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0179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Одна фраза, один срок. Средств ускорить больше одного, и выбирает между ними сама задача.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Задача к понедельнику. Раскладываем вместе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31087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085951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«К понедельнику форма должна быть готова к рекламе.»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77898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805914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Пятница, вечер. Это вся постановка.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80919"/>
            <a:ext cx="11183112" cy="2730753"/>
          </a:xfrm>
          <a:prstGeom prst="roundRect">
            <a:avLst>
              <a:gd name="adj" fmla="val 1116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63799"/>
            <a:ext cx="533428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ХОД 1 · ЧТО В ЗАДАЧЕ ЛЕЖИТ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66384" y="2663799"/>
            <a:ext cx="519046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ХОД 2 · ОТ ЧЕГО ЭТО ЗАВИСИТ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45866"/>
            <a:ext cx="533428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«телефон» и проверка формата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66384" y="2945866"/>
            <a:ext cx="5190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 от чего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29302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293021"/>
            <a:ext cx="533428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сообщения об ошибках — к одному виду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66384" y="3293021"/>
            <a:ext cx="5190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тот же файл, что у поля: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src/validate.js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6401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640175"/>
            <a:ext cx="533428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текст согласия на обработку данных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66384" y="3640175"/>
            <a:ext cx="5190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 от чего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98733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987330"/>
            <a:ext cx="533428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проверка формы на узком экране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6384" y="3987330"/>
            <a:ext cx="5190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поля: пока поля нет, проверять нечего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433448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4334484"/>
            <a:ext cx="533428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перед выкладкой: ветка, тесты, сборка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66384" y="4334484"/>
            <a:ext cx="5190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 от чего, и повторяется после каждого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68163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681639"/>
            <a:ext cx="533428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письмо-подтверждение заявителю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66384" y="4681639"/>
            <a:ext cx="5190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 от чего, кода не касается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50415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63217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Независимых кусков — три из шести.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Один ждёт поля. Один лезет в тот же файл. Один повторяется после каждого из остальных.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ускоряем?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583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186330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«Чем ускоряем эту задачу? Выберите карточку — и назовите кусок, на котором ваше средство работает.»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разложить и делать куски по очереди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8803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78531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вести куски в нескольких сессиях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4686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4414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раздать куски ролям и запустить разом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0569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0297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повторяемое в проверку, которая гоняется сама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6452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76180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сузить задачу — к понедельнику нужно не всё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Параллельность лежит в задаче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3749166"/>
          </a:xfrm>
          <a:prstGeom prst="roundRect">
            <a:avLst>
              <a:gd name="adj" fmla="val 8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7302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СРЕДСТВО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2396" y="1126236"/>
            <a:ext cx="351303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1730" y="1126236"/>
            <a:ext cx="513511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8303"/>
            <a:ext cx="1730292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разложить и делать куски по очереди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2396" y="1408303"/>
            <a:ext cx="3513030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один предсказуемый порядок, ничего ни с чем не сталкивается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1730" y="1408303"/>
            <a:ext cx="513511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три независимых куска ждут друг друга без причины: ожидания складываются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192341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1923414"/>
            <a:ext cx="1730292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вести куски в нескольких сессиях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2396" y="1923414"/>
            <a:ext cx="3513030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куски идут одновременно, у каждой сессии свой контекст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1730" y="1923414"/>
            <a:ext cx="513511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две сессии в одной папке правят одни и те же файлы — у нас это поле и сообщения об ошибках, один </a:t>
            </a:r>
            <a:r>
              <a:rPr sz="1200" b="0" i="0">
                <a:solidFill>
                  <a:srgbClr val="141B2E"/>
                </a:solidFill>
                <a:latin typeface="Consolas"/>
              </a:rPr>
              <a:t>src/validate.js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43852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438527"/>
            <a:ext cx="173029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раздать куски ролям и запустить разом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2396" y="2438527"/>
            <a:ext cx="351303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одновременность даёт харнесс, настраивать её не нужно; у каждой роли свой контекст и короткий итог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1730" y="2438527"/>
            <a:ext cx="513511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берёт параллельность там, где она есть: на поле и сообщениях две роли увидят разные версии одного файла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12889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128899"/>
            <a:ext cx="1730292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вынести повторяемое в проверку, которая гоняется сама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2396" y="3128899"/>
            <a:ext cx="3513030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прогон перед выкладкой уходит из очереди совсем — его делает не человек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1730" y="3128899"/>
            <a:ext cx="513511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писать проверку надо заранее и один раз; в пятницу, когда задача уже пришла, она ускорит только следующую такую задачу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99453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994530"/>
            <a:ext cx="1730292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сузить задачу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2396" y="3994530"/>
            <a:ext cx="3513030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для рекламы нужны поле и согласие — два куска из шести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21730" y="3994530"/>
            <a:ext cx="513511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решает это не исполнитель: сузить может тот, кто отвечает за срок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857114"/>
            <a:ext cx="82296" cy="118770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4985130"/>
            <a:ext cx="10643616" cy="931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Поворот.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Ни одно из пяти средств не ускоряет все шесть кусков. Параллельность лежит в задаче, и в этой её ровно на три куска: роли берут её там, где она есть, и умножают ошибку там, где её нет — на куске, который лезет в чужой файл, и на куске, который стоит в очереди. Поставьте рядом два числа: исполнителей, которое вы назвали вслух, и независимых кусков, которое вышло из раскладки.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Фон, не очередь — и предел на двадцать разом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420416"/>
            <a:ext cx="82296" cy="16916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548432"/>
            <a:ext cx="10643616" cy="1435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Фон, не очередь.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С определённой версии харнесса параллельный режим включён по умолчанию в интерактивной сессии: роль уходит в фон, основная сессия не ждёт её, прежде чем продолжить.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Предел — на одновременность, не на количество за сессию.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 умолчанию одновременно может работать не больше двадцати ролей; попытка завести двадцать первую падает отдельной, явной ошибкой. Число меняется переменной окружения. Общего предела на то, сколько ролей можно вызвать за всю сессию, — нет.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Через неделю: один кусок, две роли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71244"/>
            <a:ext cx="82296" cy="19278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699260"/>
            <a:ext cx="10643616" cy="16718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Через неделю разработчик берётся за кусок, который в раскладке стоял неделимым: новое поле и изменение проверки формы. Исполнителей берёт по числу, которое просилось в пятницу, — больше одного, — и зовёт второго: тестировщика, который прогоняет сценарии через форму и проверяет поведение, не только код. Обе роли получают один и тот же кусок. Диф-ревьюер проверяет код, находит, что проверка написана верно, и возвращает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PASS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в коде, который он читал, проблем нет. Тестировщик прогоняет обычные сценарии через форму, проблем не находит и тоже возвращает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PASS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форма ведёт себя ожидаемо на тех сценариях, которые он прогнал.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66616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294632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Правка уходит в показ. Заказчик вводит адрес с пробелом перед доменом — сценарий, который не вошёл ни в код, прочитанный построчно, ни в список прогнанных сценариев. Оба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PASS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правдивы по отдельности. Картина, которую разработчик из них собрал, — «кусок проверен» — не описывает ничего: между двумя зонами остался промежуток, про который не высказалась ни одна роль.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