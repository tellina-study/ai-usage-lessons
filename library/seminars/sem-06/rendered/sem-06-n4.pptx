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того, что прозвучало. «Быстрее» — проверяем счётом, по строкам.</a:t>
            </a:r>
          </a:p>
          <a:p/>
          <a:p>
            <a:r>
              <a:t>Прочитать самому: полный контроль над тем, что и в каком порядке читается, но окно сессии занимает содержимое сорока файлов, из которых для ответа нужен один вывод. Коллега: единственный вариант, способный ответить за минуту, и единственный, который зависит от чужого расписания. Субагент в своём окне: сорок файлов открываются и закрываются там, обратно приходит только итог. Скилл: пригодится при повторении, но при первом запуске читает те же файлы тем же способом в той же сессии. По памяти: мгновенно, проверки нет, а вопрос был именно про проверку.</a:t>
            </a:r>
          </a:p>
          <a:p/>
          <a:p>
            <a:r>
              <a:t>Теперь про «быстрее». Роль открывает все сорок файлов и читает их целиком. Двадцать минут чтения из сцены остаются двадцатью минутами: ни одна строчка не читается быстрее оттого, что её читает другой процесс.</a:t>
            </a:r>
          </a:p>
          <a:p/>
          <a:p>
            <a:r>
              <a:t>Выигрыш лежит в другом месте. Сорок файлов остаются в окне роли, и это окно закрывается вместе с ней. В сессию возвращается строка ответа — и то самое место, которого в сцене не хватило на собственную правку.</a:t>
            </a:r>
          </a:p>
          <a:p/>
          <a:p>
            <a:r>
              <a:t>Если спросят, зачем тогда вообще заводить роль, если время то же самое: ради того, что останется доступно дальше в этой же сессии. Двадцать минут чтения в сцене ушли на дело: ответ техническому директору был нужен. Час на повторное объяснение правки можно было не тратить вовсе, и экономит роль именно его. Механика разделения — на одностраничнике «Роль целиком» в начале ступени, блоки третий и четвёртый: что входит в окно роли и что уходит обратно.</a:t>
            </a:r>
          </a:p>
          <a:p/>
          <a:p>
            <a:r>
              <a:t>Если прозвучит «а если запустить несколько ролей разом, тогда быстрее?»: тогда да, и это следующий кейс ступени целиком. Но быстрее там становится очередь из нескольких независимых задач; чтение одного вопроса остаётся тем же. Для одного вопроса из сорока файлов выигрыша по времени нет ни при каком числе ролей.</a:t>
            </a:r>
          </a:p>
          <a:p/>
          <a:p>
            <a:r>
              <a:t>Если спросят, почему коллега вынесен в отдельную строку, если это не инструмент: потому что в жизни он первый кандидат и часто правильный. Строка нужна, чтобы это было сказано вслух: иначе вариант выглядит забытым.</a:t>
            </a:r>
          </a:p>
          <a:p/>
          <a:p>
            <a:r>
              <a:t>Если спросят про скилл: он решает повторяемость, не объём чтения. Записанный вопрос запускается тем же способом и в той же сессии, пока делегирование не заведено отдельно; эти два приёма складываются, и в третьем кейсе мы увидим, как именно.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Документация харнесса об устройстве контекстных окон приводит свой пример: роль прочитала 6100 токенов файлов, вы получили итог в 420 токенов — это и есть экономия контекста. Разница на порядок, и направление то же самое, что мы сейчас получили счётом: сорок файлов остаются в окне роли, в окно родителя приходит только итог.</a:t>
            </a:r>
          </a:p>
          <a:p/>
          <a:p>
            <a:r>
              <a:t>Но это один показательный сценарий автора документации, не измерение по множеству прогонов. И здесь же честный пробел: сколько контекста экономит делегирование по сравнению с той же работой в основной сессии, по измерению на выборке, не нашлось ни у одного источника. Пример его не закрывает — он его иллюстрирует числом.</a:t>
            </a:r>
          </a:p>
          <a:p/>
          <a:p>
            <a:r>
              <a:t>Если спросят, почему тогда вообще его показывать, если это не измерение: потому что направление и порядок величины реальны и подтверждены механикой предыдущего слайда. Нечестным было бы подать иллюстрацию за статистику молча; здесь её природа названа прямо, и этого достаточно, чтобы пользоваться числом как ориентиром. Доказательством оно не работает.</a:t>
            </a:r>
          </a:p>
          <a:p/>
          <a:p>
            <a:r>
              <a:t>Если спросят, что именно считалось бы честным измерением: один и тот же вопрос, прогнанный в двух режимах на выборке настоящих сессий — чтение в основном окне против делегирования, — с замером занятой доли окна в обоих. Такой работы в открытых источниках нет; если кто-то из вас её сделает на своём проекте, это ровно та цифра, которой курсу не хватает.</a:t>
            </a:r>
          </a:p>
          <a:p/>
          <a:p>
            <a:r>
              <a:t>Если спросят, не слишком ли удобно число 6100 к 420: оно и подобрано автором документации под иллюстрацию, об этом и подпись на экране. Доверять стоит порядку величины — разнице в десятки раз. Вторая значащая цифра здесь ничего не значит, и спорить о ней смысла нет.</a:t>
            </a:r>
          </a:p>
          <a:p/>
          <a:p>
            <a:r>
              <a:t>Если спросят, зависит ли экономия от размера ответа роли: зависит прямо. Роль, которую просят вернуть короткий вывод, возвращает сотни токенов; роль, которую просят пересказать прочитанное, вернёт тысячи, и экономия съедается форматом ответа. Это же соображение стоит за критерием через два экрана.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роли по умолчанию не настолько чистое, каким выглядело два экрана назад. Собственный промпт и свежий контекст она получает — и вместе с ними, по умолчанию, описания всех MCP-серверов родительской сессии целиком, даже тех, что её задаче не нужны ни одним инструментом. Дословно из документации по устранению ошибок: субагенты наследуют каждое описание MCP-инструмента из родительской сессии, и это может заполнить их контекстное окно ещё до первого шага — отключайте серверы, которыми не пользуетесь, перед тем как заводить субагентов.</a:t>
            </a:r>
          </a:p>
          <a:p/>
          <a:p>
            <a:r>
              <a:t>Для нашего вопроса про лимит участников: если в сессии подключены трекер задач и почта из прошлого блока занятия, роль, которой нужно прочитать сорок файлов кода, получает их описания в своё окно бесплатно.</a:t>
            </a:r>
          </a:p>
          <a:p/>
          <a:p>
            <a:r>
              <a:t>Фокус работает для содержимого репозитория. За подключённым серверами следят отдельно — тем же списком прав, который стоял пятым блоком на одностраничнике.</a:t>
            </a:r>
          </a:p>
          <a:p/>
          <a:p>
            <a:r>
              <a:t>Если спросят, почему это не противоречит прошлым слайдам: не противоречит, оба про один контракт. Этот называет то, что входит в контракт дополнительно и по умолчанию, помимо желания автора роли. Экономия контекста остаётся, просто считается с этой оговоркой.</a:t>
            </a:r>
          </a:p>
          <a:p/>
          <a:p>
            <a:r>
              <a:t>Если спросят, сколько это стоит в окне: цифру зал уже видел в прошлом блоке занятия, там постоянная плата за подключённые серверы измерена в токенах и в доле окна. Здесь важно другое: эта плата вносится ещё раз, отдельно, в окно каждой заведённой роли.</a:t>
            </a:r>
          </a:p>
          <a:p/>
          <a:p>
            <a:r>
              <a:t>Если спросят, можно ли подключить сервер только роли, не трогая сессию: можно, и это обратный приём той же механики. Роль умеет объявить нужный ей сервер у себя — он поднимается на её старте и отключается на её завершении, а окно родителя его описаний не видит вовсе. Для тяжёлого сервера, нужного одной задаче, это дешевле, чем держать его подключённым всю сессию.</a:t>
            </a:r>
          </a:p>
          <a:p/>
          <a:p>
            <a:r>
              <a:t>Если спросят, относится ли то же к хукам и скиллам: механика у них своя, и сегодня мы её не разбираем. Здесь достаточно одного: отключение ненужных серверов — это осознанный ход перед заведением роли. Разовая уборка в начале дня его не заменяет, потому что сессия обрастает серверами по ходу работы.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Делегировать чтение имеет смысл, когда из десятков файлов нужно вынести короткий вывод: факт, да или нет, список в несколько строк. Если работа продолжается на том же материале — рефакторинг, который трогает те же сорок файлов, — читать их придётся в любом случае, и делать это в своём окне тогда входит в саму работу: дальше с содержимым работать вам, а роль прочитала и исчезла.</a:t>
            </a:r>
          </a:p>
          <a:p/>
          <a:p>
            <a:r>
              <a:t>Что мы заводим ради контекста — решаем по тому, что останется в окне после ответа, и не по тому, сколько файлов пришлось открыть. Интуиция говорила: отдельный исполнитель прочитает быстрее. Проверка показала: сорок файлов остаются сорока файлами и тем же временем, меняется только чьё окно их держит.</a:t>
            </a:r>
          </a:p>
          <a:p/>
          <a:p>
            <a:r>
              <a:t>И к себе. Назовите про себя вопрос из своего проекта, ответ на который — одна строка, а чтения под него — полрепозитория. Назвали — вот первый кандидат на делегирование. А если после ответа вы продолжаете работать в тех же файлах, кандидат не он.</a:t>
            </a:r>
          </a:p>
          <a:p/>
          <a:p>
            <a:r>
              <a:t>Если спросят про границу из прошлого слайда: тот же принцип применяется и к ней. Подключили роли лишние серверы — из её окна в родительское всё равно вернётся только итог, но само окно роли будет занято раньше и сильнее, чем нужно. Экономия контекста считается с этой оговоркой. Критерий она оставляет в силе и уточняет только размер самой экономии.</a:t>
            </a:r>
          </a:p>
          <a:p/>
          <a:p>
            <a:r>
              <a:t>Если спросят, где проходит граница между «коротким выводом» и «продолжением работы»: по тому, нужен ли вам дальше сам материал. Ответ на вопрос технического директора был нужен один раз — содержимое сорока файлов для него не пригодилось бы больше никогда. Правка в тех же файлах — другое дело: там содержимое и есть предмет работы.</a:t>
            </a:r>
          </a:p>
          <a:p/>
          <a:p>
            <a:r>
              <a:t>Если спросят, можно ли попросить роль вернуть пересказ прочитанного вместо вывода: технически можно, и экономия на этом кончается. Роль, которой велели пересказать сорок файлов, вернёт в ваше окно те же сорок файлов, только своими словами. Формат ответа роли — часть критерия, не деталь оформления.</a:t>
            </a:r>
          </a:p>
          <a:p/>
          <a:p>
            <a:r>
              <a:t>Если на вопрос «к себе» ответят вслух и спросят разбор: беру один пример, не больше, и проверяю его двумя пунктами критерия вслух. Остальные прошу держать при себе до следующего занятия — перенос на свои репозитории там и будет работой.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задачи сразу, и друг от друга они не зависят. Очевидный ход — запустить разом. Он сработает, вы увидите это на следующем экране. А через неделю тот же разработчик повторит его там, где он не работает, и заплатит больше, чем сэкономил в первый раз. Что именно сработало тогда и чего не хватило потом — в этом весь кейс.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прозвучит «зачем вообще ждать по очереди, если можно сразу».</a:t>
            </a:r>
            <a:r>
              <a:t> Честный вопрос, и весь кейс — развёрнутый ответ на него: сначала случай, где «сразу» и правда выигрывает, потом случай, где тот же приём на похожей с виду задаче оставляет дыру в проверке.</a:t>
            </a:r>
          </a:p>
          <a:p/>
          <a:p>
            <a:r>
              <a:rPr i="1"/>
              <a:t>Если спросят, почему развилка задана вопросом.</a:t>
            </a:r>
            <a:r>
              <a:t> Потому что ответ на него у зала уже есть и он наполовину верный. Выигрыш будет, но придёт он не оттуда, откуда его ждут, — и кейс нужен ровно для того, чтобы отделить одно от другого. Утверждение на развилке отняло бы у разбора его работу.</a:t>
            </a:r>
          </a:p>
          <a:p/>
          <a:p>
            <a:r>
              <a:rPr i="1"/>
              <a:t>Если спросят, не повтор ли это прошлого кейса.</a:t>
            </a:r>
            <a:r>
              <a:t> Прошлый кейс отвечал на вопрос «что делать, когда одна задача не помещается в окно»: роль берёт чтение на себя. Этот отвечает на другой: «что делать, когда задач несколько и каждая помещается». Общее у них одно — отдельный исполнитель; причины завести его разные, и границы у этих причин тоже разные.</a:t>
            </a:r>
          </a:p>
          <a:p/>
          <a:p>
            <a:r>
              <a:rPr i="1"/>
              <a:t>Чего на развилке нет.</a:t>
            </a:r>
            <a:r>
              <a:t> Нет слова «роль» и нет названия приёма: развилка называет наблюдаемую проблему и не называет решения — то же соглашение, что на пяти остальных развилках занятия. Если кто-то уже произнёс слово «субагент» вслух, поправлять не нужно: через экран мы к нему и придём, просто называть решение раньше вопроса смысла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Диф-ревьюер — та самая роль, которую мы видели целиком на одностраничнике ступени, — у разработчика уже каждый день в работе. В четверг правок сразу три: поправки в трёх разных, не связанных друг с другом формах. Обычно это означало то же, что всегда: запустить проверку первой, подождать итог, запустить вторую, снова подождать, и только потом третью.</a:t>
            </a:r>
          </a:p>
          <a:p/>
          <a:p>
            <a:r>
              <a:t>В этот раз он запускает все три одним действием, без единой строки настройки: три отдельных вызова одной и той же роли, каждый на свою правку. Роли не знают друг о друге и ничего между собой не делят — у каждой свой контекст и свой набор файлов, нужных именно для её правки. Итоги приходят примерно тогда же, когда пришёл бы один.</a:t>
            </a:r>
          </a:p>
          <a:p/>
          <a:p>
            <a:r>
              <a:t>Вечер четверга он заканчивает довольным и с выводом для себя: больше ролей — быстрее, дальше делаем так всегда. Запомните эту формулировку дословно. Через два экрана он применит её ещё раз, и она будет стоить ему недели.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сколько именно времени он сэкономил.</a:t>
            </a:r>
            <a:r>
              <a:t> Точной цифры нет, и выдумывать её не нужно: ни один источник этой ступени ожидание на таких запусках не мерил. Честный порядок величины — три проверки вместо трёх ожиданий подряд; длина самой проверки при этом не меняется, меняется только то, складываются ли ожидания.</a:t>
            </a:r>
          </a:p>
          <a:p/>
          <a:p>
            <a:r>
              <a:rPr i="1"/>
              <a:t>Если спросят, не мешают ли три вызова друг другу.</a:t>
            </a:r>
            <a:r>
              <a:t> Нет, и это важная часть выигрыша: у каждого вызова своё окно и свой набор прочитанных файлов. Ровно поэтому три правки должны быть независимы — делить им нечего, и пересечься они могут только через сам код, если правки лежат в одном месте.</a:t>
            </a:r>
          </a:p>
          <a:p/>
          <a:p>
            <a:r>
              <a:rPr i="1"/>
              <a:t>Если спросят, можно ли на той же фактуре показать и предел выгоды.</a:t>
            </a:r>
            <a:r>
              <a:t> Да, и дальше в этом кейсе разбираем именно это: две разные роли на разные стороны одной и той же правки — вместо трёх копий одной роли на три разные правки.</a:t>
            </a:r>
          </a:p>
          <a:p/>
          <a:p>
            <a:r>
              <a:rPr i="1"/>
              <a:t>Если спросят, зачем на экране висит его собственный вывод.</a:t>
            </a:r>
            <a:r>
              <a:t> Он висит там как улика. Вывод наполовину верный, и именно поэтому его легко повторить не в том месте — что через неделю и произойдёт. Неверные уроки обычно и выглядят так: короткая формулировка, снятая с настоящей удачи, в которой потеряно условие, при котором удача случилась.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Сработало. Что из этого стоит взять в привычку? Выберите карточку — и, выбирая, ответьте себе на второй вопрос: что именно дало выигрыш в четверг. Три роли, которые работали разом, или три задачи, которые друг от друга не зависели. Эти два ответа ведут к разным привычкам, и карточки написаны так, что разницу видно. Обоснование обязательно: назовите условие, при котором ваша карточка остаётся верной.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прозвучит «параллелить всегда».</a:t>
            </a:r>
            <a:r>
              <a:t> Сильный ответ и честный — именно его наш разработчик для себя и сформулировал в четверг. Спорить сейчас не нужно; разбор покажет, где он подводит, а вторая сцена кейса покажет, во сколько это обходится. Если карточку выбрали многие — тем лучше: зал и герой ошибутся одинаково, и дальше будет интереснее.</a:t>
            </a:r>
          </a:p>
          <a:p/>
          <a:p>
            <a:r>
              <a:rPr i="1"/>
              <a:t>Если прозвучит «объединить три правки в одно задание».</a:t>
            </a:r>
            <a:r>
              <a:t> Распространённый и на вид экономный выбор: один вызов вместо трёх. Стоит спросить у отвечающего, что роль будет держать в голове одновременно и как он отличит находку по первой правке от находки по третьей.</a:t>
            </a:r>
          </a:p>
          <a:p/>
          <a:p>
            <a:r>
              <a:rPr i="1"/>
              <a:t>Если прозвучит «ничего не менять».</a:t>
            </a:r>
            <a:r>
              <a:t> Тоже защитимо, и у этого варианта есть своя область: на двух правках разница в ожидании невелика, и предсказуемость порядка стоит дороже. Пусть отвечающий назовёт, при каком числе правок его ответ перестанет работать.</a:t>
            </a:r>
          </a:p>
          <a:p/>
          <a:p>
            <a:r>
              <a:rPr i="1"/>
              <a:t>Если зал выбирает молча.</a:t>
            </a:r>
            <a:r>
              <a:t> Просить обоснование нужно до разбора, не после: половина ценности голосования в том, что условие проговаривается вслух раньше, чем его назовёт разбор.</a:t>
            </a:r>
          </a:p>
          <a:p/>
          <a:p>
            <a:r>
              <a:rPr i="1"/>
              <a:t>Если спросят, можно ли выбрать две карточки сразу.</a:t>
            </a:r>
            <a:r>
              <a:t> Нельзя, и это сделано намеренно. В прежней версии целевой ответ был связкой двух карточек, и выбор получался нечестным: правильным считалось то, чего вопрос не предлагал. Сейчас обе половины целевого ответа стоят в одной карточке, и одиночный выбор снова что-то значит.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карточка: порядок предсказуемый, но ожидания складываются — три проверки по очереди займут втрое больше, чем одна. Вторая: один вызов и одна формулировка, зато роль держит три независимых диффа сразу, и находки по одной правке легко спутать с находками по другой. Четвёртая, «параллелить всегда»: экономит там, где правки и так независимы, — и ровно туда наш разработчик через неделю наступит.</a:t>
            </a:r>
          </a:p>
          <a:p/>
          <a:p>
            <a:r>
              <a:t>Целевая — третья, и это один приём в два шага: сначала подтвердить независимость, потом запускать по вызову роли на задачу.</a:t>
            </a:r>
          </a:p>
          <a:p/>
          <a:p>
            <a:r>
              <a:t>А теперь поворот, ради которого кейс и собран. Выигрыш в четверг дала независимость трёх задач; роли её только забрали. Параллельность лежит в задаче: роли берут её там, где она есть, и умножают ошибку там, где её нет. Вывод, который он снял вечером четверга, посчитал исполнителей и потерял условие. Через неделю он повторит число ролей, не заметив, что условия под ним больше нет.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как именно проверять независимость.</a:t>
            </a:r>
            <a:r>
              <a:t> По-инженерному и дёшево: смотрим, пересекаются ли правки по файлам и нужен ли одной из них результат другой. Разные файлы и ни одной общей зависимости — независимы. Один и тот же файл, общий модуль или «сначала переименуем, потом поправим вызовы» — зависимы, и дальше читать стоит уже не как параллельную задачу.</a:t>
            </a:r>
          </a:p>
          <a:p/>
          <a:p>
            <a:r>
              <a:rPr i="1"/>
              <a:t>Если спросят, что будет, если проверка пройдена, а всё равно не сошлось.</a:t>
            </a:r>
            <a:r>
              <a:t> Это и есть вторая половина кейса. Задачи бывают независимыми по названию и всё-таки оставляют промежуток, за который не отвечает ни одна из ролей, — такой случай разбираем через экран.</a:t>
            </a:r>
          </a:p>
          <a:p/>
          <a:p>
            <a:r>
              <a:rPr i="1"/>
              <a:t>Если спросят, откуда берётся «умножают ошибку».</a:t>
            </a:r>
            <a:r>
              <a:t> Из измерения, оно будет через два экрана, вместе с источником и условиями эксперимента. Сейчас достаточно направления: зависимые шаги, разведённые по ролям, теряют связь, которую следующий шаг должен был увидеть.</a:t>
            </a:r>
          </a:p>
          <a:p/>
          <a:p>
            <a:r>
              <a:rPr i="1"/>
              <a:t>Если спросят, выходит ли, что число ролей вообще ни при чём.</a:t>
            </a:r>
            <a:r>
              <a:t> При чём, но вторым номером: число ролей задаёт потолок выигрыша, а дают выигрыш независимые задачи. Там, где независимости нет, рост числа ролей меняет знак и начинает работать против. Проще всего держать это так: сначала смотрим на задачу и считаем в ней независимые куски, и только потом заводим под них исполнителей — ровно столько, сколько кусков насчитали.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Одно уточнение под поворот. Три вызова из четверга действительно шли одновременно: это механика харнесса, настраивать её не нужно. С определённой версии параллельный режим включён по умолчанию в интерактивной сессии — роль уходит в фон, основная сессия продолжает работать, не дожидаясь её.</a:t>
            </a:r>
          </a:p>
          <a:p/>
          <a:p>
            <a:r>
              <a:t>Предел — на одновременность, не на общее число за сессию: по умолчанию двадцать. Двадцать первая параллельно падает явной ошибкой, в очередь не встаёт; число меняется переменной окружения.</a:t>
            </a:r>
          </a:p>
          <a:p/>
          <a:p>
            <a:r>
              <a:t>Запомните, что отсюда следует: одновременность бесплатна. Вся цена решения лежит на первом шаге — на проверке независимости.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что будет на двадцать первой задаче при пределе двадцать.</a:t>
            </a:r>
            <a:r>
              <a:t> Она не потеряется и не подождёт своей очереди сама: харнесс откажет явной ошибкой, и запустить её нужно будет руками, когда освободится место. Молчаливой очереди здесь нет, и это к лучшему — иначе двадцать первая правка тихо ждала бы, пока её считают проверенной.</a:t>
            </a:r>
          </a:p>
          <a:p/>
          <a:p>
            <a:r>
              <a:rPr i="1"/>
              <a:t>Если спросят про версию и переменную.</a:t>
            </a:r>
            <a:r>
              <a:t> Параллельный режим по умолчанию появился в интерактивной сессии начиная с версии 2.1.232; предел задаётся переменной окружения CLAUDE_CODE_MAX_CONCURRENT_SUBAGENTS, ошибка на превышении — «Concurrent subagent limit reached». Номер версии на экран намеренно не вынесен: он устаревает быстрее, чем сам факт.</a:t>
            </a:r>
          </a:p>
          <a:p/>
          <a:p>
            <a:r>
              <a:rPr i="1"/>
              <a:t>Если спросят, не стоит ли сразу поднять предел.</a:t>
            </a:r>
            <a:r>
              <a:t> Двадцать одновременных ролей — это двадцать окон и двадцать счетов за токены. Упереться в двадцать на обычной работе трудно; если упёрлись, стоит сначала перечитать, точно ли там двадцать независимых задач, и только потом трогать переменную.</a:t>
            </a:r>
          </a:p>
          <a:p/>
          <a:p>
            <a:r>
              <a:rPr i="1"/>
              <a:t>Если спросят, видно ли, чем занята фоновая роль.</a:t>
            </a:r>
            <a:r>
              <a:t> Видно, что она работает, и виден её итог. Ход работы — нет, и это та самая потерянная видимость, которую ступень называет ценой делегирования. На трёх независимых правках она почти не мешает: итог каждой проверяется отдельно. На зависимых мешает сильно — именно там нужно было бы видеть, что одна роль успела узнать раньше другой.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Через неделю правка приходит одна и крупная: новое поле в форме плюс изменение валидации. Вывод четверга он применяет буквально — больше ролей — и заводит вторую: тестировщика, который прогоняет сценарии через форму и проверяет поведение, не только код. Обе роли получают одну и ту же правку.</a:t>
            </a:r>
          </a:p>
          <a:p/>
          <a:p>
            <a:r>
              <a:t>Диф-ревьюер проверяет код, видит, что валидация написана верно, возвращает </a:t>
            </a:r>
            <a:r>
              <a:rPr>
                <a:latin typeface="Consolas"/>
              </a:rPr>
              <a:t>PASS</a:t>
            </a:r>
            <a:r>
              <a:t>. Тестировщик прогоняет обычные сценарии, проблем не находит, тоже возвращает </a:t>
            </a:r>
            <a:r>
              <a:rPr>
                <a:latin typeface="Consolas"/>
              </a:rPr>
              <a:t>PASS</a:t>
            </a:r>
            <a:r>
              <a:t>. Правка уходит в показ. Заказчик вводит email с пробелом перед доменом — случай, который не вошёл ни в код, который читали построчно, ни в сценарии, которые прогоняли руками.</a:t>
            </a:r>
          </a:p>
          <a:p/>
          <a:p>
            <a:r>
              <a:t>Оба ответа честные. Картина, которую он из них собрал, — «правка проверена» — не описывает ничего.</a:t>
            </a:r>
          </a:p>
          <a:p/>
          <a:p>
            <a:r>
              <a:t>И обратите внимание, что именно он повторил. Число ролей. Условия под ним не было: правка была одна, и две роли её не распараллелили — они её разрезали. Разрез кому-то нужно держать, и этого он не поручил никому.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почему диф-ревьюер не поймал опечатку в формате email.</a:t>
            </a:r>
            <a:r>
              <a:t> Он проверял код </a:t>
            </a:r>
            <a:r>
              <a:rPr>
                <a:latin typeface="Consolas"/>
              </a:rPr>
              <a:t>validateForm</a:t>
            </a:r>
            <a:r>
              <a:t> и видел, что логика написана верно. Пробел перед доменом не относится к тому, что эта правка меняла в коде: случай поведенческий, не структурный. Роль отработала ровно по своему описанию.</a:t>
            </a:r>
          </a:p>
          <a:p/>
          <a:p>
            <a:r>
              <a:rPr i="1"/>
              <a:t>Если спросят, чем это отличается от четверга.</a:t>
            </a:r>
            <a:r>
              <a:t> В четверг три копии одной роли закрывали три независимые задачи, и между задачами зазора не было — они и так лежали врозь. Здесь две разные роли делят одну задачу на стороны, и граница между сторонами оказалась никому не поручена. Разница ровно в том, было ли что делить.</a:t>
            </a:r>
          </a:p>
          <a:p/>
          <a:p>
            <a:r>
              <a:rPr i="1"/>
              <a:t>Если спросят, виноват ли тестировщик.</a:t>
            </a:r>
            <a:r>
              <a:t> Нет, и это важно не смазать: он прогнал те сценарии, которые ему поручили, и честно о них отчитался. Подвела здесь не роль и не формулировка PASS. Подвело то, что никто не записал, где кончается зона каждого.</a:t>
            </a:r>
          </a:p>
          <a:p/>
          <a:p>
            <a:r>
              <a:rPr i="1"/>
              <a:t>Если спросят, поймал ли бы промежуток человек без ролей.</a:t>
            </a:r>
            <a:r>
              <a:t> Не обязательно. Но человек, читающий одну правку целиком, по крайней мере имел шанс споткнуться о пробел; два отчёта, каждый верный в своих границах, этот шанс забирают — именно потому, что оба зелёные. Проверка, которая закрывает часть поля и молчит про остальное, опаснее отсутствия проверки ровно настолько, насколько ей верят.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Быстрее не стало — те же сорок файлов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749166"/>
          </a:xfrm>
          <a:prstGeom prst="roundRect">
            <a:avLst>
              <a:gd name="adj" fmla="val 812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43335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5463" y="1126236"/>
            <a:ext cx="357017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945" y="1126236"/>
            <a:ext cx="537490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8303"/>
            <a:ext cx="1433359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прочитать самому, в этой же сессии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5463" y="1408303"/>
            <a:ext cx="357017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полный контроль над тем, что и в каком порядке читается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1945" y="1408303"/>
            <a:ext cx="537490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окно сессии занимает содержимое сорока файлов, из которых для ответа нужен один вывод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986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098675"/>
            <a:ext cx="1433359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позвать коллегу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5463" y="2098675"/>
            <a:ext cx="357017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единственный вариант, который может ответить за минуту — если коллега свеж в теме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945" y="2098675"/>
            <a:ext cx="537490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единственный вариант, который зависит от чужого расписания: решает, свободен ли человек прямо сейчас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78904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789047"/>
            <a:ext cx="1433359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субагент читает в своём окне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5463" y="2789047"/>
            <a:ext cx="357017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сорок файлов открываются и закрываются в отдельном, одноразовом окне; обратно приходит только итог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945" y="2789047"/>
            <a:ext cx="5374902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быстрее не становится: роль открывает и читает все сорок файлов, время чтения то же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4794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479418"/>
            <a:ext cx="143335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сохранить вопрос как скилл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5463" y="3479418"/>
            <a:ext cx="3570177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пригодится, если тот же вопрос прозвучит снова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1945" y="3479418"/>
            <a:ext cx="537490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при первом запуске читает те же файлы тем же способом, в той же сессии, если делегирование не заведено отдельно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99453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994530"/>
            <a:ext cx="1433359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ответить по памяти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5463" y="3994530"/>
            <a:ext cx="3570177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мгновенно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1945" y="3994530"/>
            <a:ext cx="537490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проверки нет, а вопрос именно про проверку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57114"/>
            <a:ext cx="82296" cy="9593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85130"/>
            <a:ext cx="10643616" cy="703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98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450" b="1" i="0">
                <a:solidFill>
                  <a:srgbClr val="141B2E"/>
                </a:solidFill>
                <a:latin typeface="Arial"/>
              </a:rPr>
              <a:t> Двадцать минут чтения из сцены остаются двадцатью минутами: сорок файлов — это сорок файлов, где бы их ни читали. Меняется одно — чьё окно их держит. Окно роли закрывается вместе с ней, а в сессию возвращается строка ответа и место, которого в сцене не хватило на собственную правку.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Пример есть, измерения на выборке — нет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726844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781708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«The subagent read 6,100 tokens of files. You got a 420-token result. That's the context savings.»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— документация харнесса об устройстве контекстных окон, один показательный сценарий.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56712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084728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Разница на порядок — но это один вымышленный пример автора документации, не статистика по множеству реальных прогонов.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70984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4508144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Честный пробел.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Сколько контекста реально экономит делегирование по сравнению с тем же объёмом работы в основной сессии, по измерению на выборке сессий, — не нашлось ни у одного источника. Это число восполняет пробел дидактическим примером, не статистикой.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Чистое окно — не чистое от всего подряд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90472"/>
            <a:ext cx="32004" cy="73380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545336"/>
            <a:ext cx="10730484" cy="624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«Subagents inherit every MCP tool definition from the parent session, which can fill their context window before the first turn. Disable MCP servers you are not using before spawning subagents.»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— документация харнесса об устранении ошибок.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28366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056382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Фокус из прошлых двух слайдов — про содержимое репозитория. Для того, что подключено MCP-серверами, за этим нужно следить отдельно: тем же списком инструментов роли, который стоял пятым блоком на одностраничнике ступени.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8858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706874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Для нашего вопроса про лимит участников: если в родительской сессии подключены трекер задач и почтовый сервер из прошлого раздела занятия, роль, которой нужно просто прочитать сорок файлов кода, получает их описания в своё окно бесплатно — хотя ни трекер, ни почта к вопросу не относятся.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остаётся в окне после ответа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86002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214018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Что мы заводим ради контекста — решаем по тому, что останется в окне после ответа, и не по тому, сколько файлов пришлось открыть. Интуиция говорила: отдельный исполнитель прочитает быстрее. Проверка показала: сорок файлов остаются сорока файлами и тем же временем, меняется только то, чьё окно их держит.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826410"/>
            <a:ext cx="11183112" cy="1706499"/>
          </a:xfrm>
          <a:prstGeom prst="roundRect">
            <a:avLst>
              <a:gd name="adj" fmla="val 17861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326189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3045866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Делегировать чтение имеет смысл, когда то, что нужно вынести из десятков файлов, — короткий вывод: факт, да/нет, список в несколько строк.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89568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578504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Если работа продолжается на том же материале — например, рефакторинг тех же сорока файлов, — читать их придётся в любом случае; делать это в своём окне тогда входит в саму работу: дальше с этим содержимым нужно будет работать самому.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54117"/>
            <a:ext cx="11183112" cy="1059561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5182133"/>
            <a:ext cx="10634472" cy="803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 себе.</a:t>
            </a:r>
            <a:r>
              <a:rPr sz="1650" b="1" i="0">
                <a:solidFill>
                  <a:srgbClr val="141B2E"/>
                </a:solidFill>
                <a:latin typeface="Arial"/>
              </a:rPr>
              <a:t> Назовите про себя вопрос из своего проекта, ответ на который — одна строка, а чтения под него — полрепозитория. Назвали — вот первый кандидат на делегирование. Если после ответа вы продолжаете работать в тех же файлах, кандидат не он.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447544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44754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41625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Три правки, одна очередь. А если разом?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59302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Три независимых изменения ждут проверки одно за другим. Знак вопроса настоящий: через неделю тот же ход обойдётся нашему разработчику дороже, чем сэкономил.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Четверг: три проверки разом, и это сработало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3487"/>
            <a:ext cx="82296" cy="19278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511503"/>
            <a:ext cx="10643616" cy="1671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Было.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Диф-ревьюер — роль с одностраничника этой ступени — у разработчика уже каждый день в работе. Три независимых изменения — поправки в трёх разных, не связанных друг с другом формах — проверялись одно за другим: запустить проверку первой правки, подождать итог, запустить вторую, снова подождать, и только потом третью.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Стало.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 четверг он запускает все три проверки одним действием, без единой строки настройки: три отдельных вызова одной и той же роли, каждый на свою правку. Роли не знают друг о друге и не делят между собой ничего — у каждой свой контекст, свой набор файлов, нужных для её конкретной правки.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8859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06875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Итоги приходят примерно тогда же, когда пришёл бы один.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56911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284927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Урок, который он снял в четверг: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«Больше ролей — быстрее. Дальше делаем так всегда.»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Сработало. Что берём в привычку?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78761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2106777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«Что из этого стоит взять в привычку? Выберите карточку.»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69233"/>
            <a:ext cx="2686050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469233"/>
            <a:ext cx="2466594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не менять — проверять по одной, это надёжнее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5274" y="3469233"/>
            <a:ext cx="2686050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5002" y="3469233"/>
            <a:ext cx="2466594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объединить все три правки в одно задание для одной роли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7628" y="3469233"/>
            <a:ext cx="2686050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7356" y="3469233"/>
            <a:ext cx="2466594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сначала проверить, зависят ли правки друг от друга, и только потом запускать по отдельному вызову роли на каждую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9982" y="3469233"/>
            <a:ext cx="2686050" cy="1305306"/>
          </a:xfrm>
          <a:prstGeom prst="roundRect">
            <a:avLst>
              <a:gd name="adj" fmla="val 2335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9710" y="3469233"/>
            <a:ext cx="2466594" cy="13053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параллелить всегда, по умолчанию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Параллельность лежит в задаче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7554"/>
            <a:ext cx="11183112" cy="3679507"/>
          </a:xfrm>
          <a:prstGeom prst="roundRect">
            <a:avLst>
              <a:gd name="adj" fmla="val 828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90434"/>
            <a:ext cx="200605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8162" y="1190434"/>
            <a:ext cx="26162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696" y="1190434"/>
            <a:ext cx="57561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НЕ ДЕЛАЕТ / ОГРАНИЧЕНИЕ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72501"/>
            <a:ext cx="200605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ничего не менять — по одной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8162" y="1472501"/>
            <a:ext cx="261623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простой, предсказуемый порядок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696" y="1472501"/>
            <a:ext cx="575615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ожидания складываются: три проверки по очереди займут втрое больше, чем одна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022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002218"/>
            <a:ext cx="2006058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объединить три правки в одно задание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162" y="2002218"/>
            <a:ext cx="261623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один вызов, одна формулировка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696" y="2002218"/>
            <a:ext cx="575615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роль держит три независимых диффа сразу — находки по одной правке легко спутать с находками по другой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53193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531935"/>
            <a:ext cx="2006058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сначала проверить зависимость, потом отдельный вызов роли на каждую задачу параллельно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8162" y="2531935"/>
            <a:ext cx="2616230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отделяет случай, где параллелить безопасно, от случая, где нет, и даёт каждой задаче своё окно — итоги приходят почти одновременно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696" y="2531935"/>
            <a:ext cx="5756151" cy="12599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держится на первом шаге: без подтверждённой независимости роли увидят разные версии одного и того же кода. Ускоряет второй шаг; первый ничего не ускоряет и нужен целиком ради честности второго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79190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791902"/>
            <a:ext cx="200605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параллелить всегда, по умолчанию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8162" y="3791902"/>
            <a:ext cx="261623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экономит время там, где правки и так независимы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0696" y="3791902"/>
            <a:ext cx="57561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там, где шаг одной роли должен видеть вывод другой, у каждой остаётся своя, частично устаревшая картина вместо общего результата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12150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140166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Поворот.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Выигрыш в четверг дала независимость трёх задач. Роли её только забрали. Параллельность лежит в задаче: роли берут её там, где она есть, и умножают ошибку там, где её нет. Урок, который наш разработчик снял вечером четверга, посчитал исполнителей и не записал условие — через неделю он повторит число и не повторит условие.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Фон, не очередь — и предел на двадцать разом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420416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2548432"/>
            <a:ext cx="10643616" cy="1435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Фон, не очередь.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С определённой версии харнесса параллельный режим включён по умолчанию в интерактивной сессии: роль уходит в фон, основная сессия не ждёт её, прежде чем продолжить.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Предел — на одновременность, не на количество за сессию.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По умолчанию одновременно может работать не больше двадцати ролей; попытка завести двадцать первую падает отдельной, явной ошибкой. Число меняется переменной окружения. Общего предела на то, сколько ролей можно вызвать за всю сессию, — нет.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Через неделю: то же число ролей, другая задача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2268"/>
            <a:ext cx="82296" cy="21640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510284"/>
            <a:ext cx="10643616" cy="1908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Через неделю правка приходит одна и крупная: новое поле в форме плюс изменение валидации. Разработчик применяет вывод четверга буквально — больше ролей — и заводит вторую: тестировщика, который прогоняет сценарии через форму и проверяет поведение, не только код. Обе роли получают одну и ту же правку. Диф-ревьюер проверяет код, находит, что валидация написана верно, и возвращает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PASS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в его формате это означает, что в коде, который он читал, проблем нет. Тестировщик проверяет поведение формы на обычных сценариях, тоже не находит проблем и тоже возвращает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PASS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в его формате это означает, что форма ведёт себя ожидаемо на тех сценариях, которые он прогнал.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213860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341876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Правка уходит в показ. Заказчик вводит email с пробелом перед доменом — сценарий, который не вошёл ни в код, который диф-ревьюер читал построчно, ни в сценарии, которые тестировщик прогонял руками. Оба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PASS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правдивы по отдельности. Картина, которую разработчик из них собрал, — «правка проверена» — не описывает ничего: между двумя зонами остался промежуток, про который не высказалась ни одна роль.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