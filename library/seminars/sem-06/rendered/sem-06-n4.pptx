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случая: что править — известно, где править — лежит в сорока файлах, из которых нужны четыре. Карточек пять: прочитать все сорок файлов самому, в этой же сессии; открыть вторую сессию, спросить там и перенести список руками; позвать коллегу, который давно работает с тарифами; поручить роли — прочитает в своём контексте и вернёт список мест; править по памяти, без поиска.</a:t>
            </a:r>
          </a:p>
          <a:p/>
          <a:p>
            <a:r>
              <a:t>Выбрать карточку — половина работы. Вторая половина — назвать, за счёт чего она выигрывает у остальных четырёх. Основание здесь весит больше выбора: на следующем экране счёт файлов проверяет именно причину, по которой карточку взяли.</a:t>
            </a:r>
          </a:p>
          <a:p/>
          <a:p>
            <a:r>
              <a:t>Ответов на такой вопрос звучит немного, и разобрать стоит каждый.</a:t>
            </a:r>
          </a:p>
          <a:p/>
          <a:p>
            <a:r>
              <a:rPr b="1"/>
              <a:t>«Роль — потому что быстрее».</a:t>
            </a:r>
            <a:r>
              <a:t> Обычная первая догадка, и приходит она почти всем. Произнесите её про себя полностью — «отдельный исполнитель прочитает сорок файлов быстрее, чем я» — и держите наготове. Следующий экран проверяет её счётом, и проверку она не проходит. Разбор, прочитанный без произнесённой догадки, остаётся сообщением о факте; с ней он меняет картину, и держится этот случай именно на ней.</a:t>
            </a:r>
          </a:p>
          <a:p/>
          <a:p>
            <a:r>
              <a:rPr b="1"/>
              <a:t>«Вторая сессия».</a:t>
            </a:r>
            <a:r>
              <a:t> Вариант, который первым приходит любому, кто работает в двух вкладках; принимать его стоит всерьёз. Добавить к нему надо одно: что произойдёт после того, как ответ получен. Ответ на это почти всегда один — «перенесу». Вот это слово и разбирается дальше: перенос делает человек, и стоит он времени и точности.</a:t>
            </a:r>
          </a:p>
          <a:p/>
          <a:p>
            <a:r>
              <a:rPr b="1"/>
              <a:t>«Коллега».</a:t>
            </a:r>
            <a:r>
              <a:t> Единственный вариант, способный ответить за минуту, если коллега свеж в теме, и единственный, который зависит от чужого расписания. В списке он стоит не для полноты: в живой работе это частый и часто верный ход.</a:t>
            </a:r>
          </a:p>
          <a:p/>
          <a:p>
            <a:r>
              <a:rPr b="1"/>
              <a:t>Ответ, которого на карточках нет</a:t>
            </a:r>
            <a:r>
              <a:t> — «спросить того, кто это писал», «посмотреть в истории коммитов», «записать вопрос скиллом на будущее». Такие ответы законны: карточки задают поле выбора, границей его они не являются. История коммитов, к примеру, сузит поиск, если правило менялось явными правками с внятными сообщениями, и не поможет, если оно расползалось по рефакторингам.</a:t>
            </a:r>
          </a:p>
          <a:p/>
          <a:p>
            <a:r>
              <a:t>Выбрать две карточки тоже можно, и в живой работе так и делают: сначала роль, потом короткий разговор с тем, кто писал эти миграции. Тогда стоит назвать, какая из двух первая и почему — порядок здесь меняет цену.</a:t>
            </a:r>
          </a:p>
          <a:p/>
          <a:p>
            <a:r>
              <a:t>Проверку на себе можно провести прямо сейчас, до разбора. Вспомните последний месяц: случалось ли просить агента найти, где в проекте живёт одно-единственное правило? Если да — у вас уже есть своя сцена, и карточку вы выберете по ней. Если нет — выбирайте по сцене предыдущего экрана, и тогда стоит отдельно проверить, насколько ваш выбор зависит от того, что правка и поиск лежат в одной сессии.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Начать стоит с того, что прозвучало. «Быстрее» — проверяется счётом, по строкам.</a:t>
            </a:r>
          </a:p>
          <a:p/>
          <a:p>
            <a:r>
              <a:rPr b="1"/>
              <a:t>Прочитать самому, в этой же сессии.</a:t>
            </a:r>
            <a:r>
              <a:t> Что даёт: полный контроль над тем, что и в каком порядке читается. Чего стоит: контекст сессии занимает содержимое сорока файлов, из которых для правки нужны четыре; остальные тридцать шесть лежат в нём мёртвым весом до конца сессии.</a:t>
            </a:r>
          </a:p>
          <a:p/>
          <a:p>
            <a:r>
              <a:rPr b="1"/>
              <a:t>Вторая сессия.</a:t>
            </a:r>
            <a:r>
              <a:t> Что даёт: рабочий контекст остаётся чистым, сорок файлов ложатся в чужой. Чего стоит: список придётся переносить руками, и править агент будет по вашему пересказу. Условие про старые аккаунты выпадает из пересказа первым.</a:t>
            </a:r>
          </a:p>
          <a:p/>
          <a:p>
            <a:r>
              <a:rPr b="1"/>
              <a:t>Коллега.</a:t>
            </a:r>
            <a:r>
              <a:t> Что даёт: единственный вариант, который может ответить за минуту, если человек свеж в теме. Чего стоит: единственный вариант, который зависит от чужого расписания — решает, свободен ли он прямо сейчас.</a:t>
            </a:r>
          </a:p>
          <a:p/>
          <a:p>
            <a:r>
              <a:rPr b="1"/>
              <a:t>Роль.</a:t>
            </a:r>
            <a:r>
              <a:t> Что даёт: сорок файлов открываются и закрываются в отдельном, одноразовом контексте, а список приходит обратно сам, в ту же сессию. Чего стоит: быстрее не становится.</a:t>
            </a:r>
          </a:p>
          <a:p/>
          <a:p>
            <a:r>
              <a:rPr b="1"/>
              <a:t>Править по памяти.</a:t>
            </a:r>
            <a:r>
              <a:t> Что даёт: мгновенно. Чего стоит: четвёртое место, клиентскую проверку, помнит не всякий из тех, кто её писал.</a:t>
            </a:r>
          </a:p>
          <a:p/>
          <a:p>
            <a:r>
              <a:t>Теперь про «быстрее» — здесь поворот всего случая. Роль открывает все сорок файлов и читает их целиком. Двадцать минут чтения из сцены остаются двадцатью минутами: ни одна строчка не читается быстрее оттого, что её читает другой процесс. Сорок файлов — это сорок файлов, где бы их ни читали.</a:t>
            </a:r>
          </a:p>
          <a:p/>
          <a:p>
            <a:r>
              <a:t>Доведём это до конца, потому что здесь и ломается догадка. Пока роль читает сорок файлов, вы ждёте — те же двадцать минут, что ждали бы, читая их в своей сессии. Делегирование не сокращает ожидание и не обещало его сокращать: оно меняет место, где лежит прочитанное. Ровно поэтому проверка догадки — счёт файлов, не измерение скорости: скорость чтения одинакова у обоих вариантов по построению, и спорить тут не о чем.</a:t>
            </a:r>
          </a:p>
          <a:p/>
          <a:p>
            <a:r>
              <a:t>Выигрыш лежит в двух других местах, и назвать их стоит точно. Первое: чтение остаётся в контексте роли, а этот контекст закрывается вместе с ней — в рабочей сессии от сорока файлов не остаётся ничего, кроме четырёх адресов. Второе: список возвращается туда, где лежит правка, сам, без вашего пересказа. Вторая сессия даёт первое из двух и оставляет второе вам.</a:t>
            </a:r>
          </a:p>
          <a:p/>
          <a:p>
            <a:r>
              <a:t>Отсюда ответ на вопрос «зачем тогда вообще заводить роль, если время то же». Ради того, что останется доступно дальше в этой же сессии. Двадцать минут чтения ушли на дело — список был нужен. Полчаса на повторное объяснение можно было не тратить вовсе, и экономит роль именно их. Экономия считается в том, что осталось в контексте после ответа; минуты чтения в этот счёт не входят вовсе.</a:t>
            </a:r>
          </a:p>
          <a:p/>
          <a:p>
            <a:r>
              <a:t>Возражение «пересказ — ерунда, я просто скопирую ответ целиком» снимается арифметикой. Скопируете целиком — в рабочий контекст приедет ровно то, от чего уходили, плюс ваше время на передачу. Чем короче то, что вы переносите, тем больше в нём потеряно; чем длиннее — тем меньше смысла было уносить чтение. Середины в этом счёте не предусмотрено.</a:t>
            </a:r>
          </a:p>
          <a:p/>
          <a:p>
            <a:r>
              <a:t>Возражение «а если запустить несколько ролей разом, тогда быстрее?» — да, и это второй случай ступени целиком. Быстрее там становится очередь из нескольких независимых задач; чтение одного вопроса остаётся тем же. Для одного поиска по сорока файлам выигрыша по времени нет ни при каком числе ролей.</a:t>
            </a:r>
          </a:p>
          <a:p/>
          <a:p>
            <a:r>
              <a:t>И про коллегу, вынесенного в отдельную строку, хотя инструментом он не является. В жизни он первый кандидат и часто правильный, а строка нужна, чтобы это было сказано прямо: иначе вариант выглядит забытым, и выбор между четырьмя машинными способами начинает казаться полным.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Документация харнесса об устройстве контекста приводит свой пример: роль прочитала 6100 токенов файлов, вы получили итог в 420 токенов — это и есть экономия контекста. Разница на порядок, и направление то же, что мы получили счётом: сорок файлов остаются в контексте роли, в сессию приходит только итог.</a:t>
            </a:r>
          </a:p>
          <a:p/>
          <a:p>
            <a:r>
              <a:t>Природу этого числа стоит назвать прямо. Это один показательный сценарий, придуманный автором документации, чтобы объяснить механизм. Измерением по множеству прогонов он не является, и выборки реальных сессий за ним не стоит.</a:t>
            </a:r>
          </a:p>
          <a:p/>
          <a:p>
            <a:r>
              <a:t>Рядом стоит честный пробел, и занятие называет его прямо. Сколько контекста реально экономит делегирование по сравнению с той же работой в основной сессии, по измерению на выборке сессий, не нашлось ни у одного источника. Пример этот пробел не закрывает — он его иллюстрирует числом.</a:t>
            </a:r>
          </a:p>
          <a:p/>
          <a:p>
            <a:r>
              <a:t>Зачем тогда показывать иллюстрацию. Направление и порядок величины реальны и держатся механикой предыдущего экрана: сорок файлов остаются там, где их читали, обратно уходит короткий список. Нечестным было бы подать иллюстрацию за статистику молча; названная своим именем, она работает ориентиром. Доказательством она не работает.</a:t>
            </a:r>
          </a:p>
          <a:p/>
          <a:p>
            <a:r>
              <a:t>В нашей сцене соотношение то же по смыслу: сорок файлов на входе, четыре адреса на выходе, и в контексте рабочей сессии остаются только адреса. Числа документации говорят о том же устройстве, только на своём примере.</a:t>
            </a:r>
          </a:p>
          <a:p/>
          <a:p>
            <a:r>
              <a:t>Отдельно стоит сказать, как такое число живёт дальше. Из документации его вынимают в пересказ, в пересказе теряется подпись «пример автора», и через два шага оно звучит как измеренная экономия. Встретив «делегирование экономит контекст на порядок» без указания на то, где это мерили, вы, скорее всего, держите в руках пересказ пересказа именно этого примера. Проверка простая: у измерения есть выборка, методика и разброс; у иллюстрации есть одно число.</a:t>
            </a:r>
          </a:p>
          <a:p/>
          <a:p>
            <a:r>
              <a:t>Что считалось бы честным измерением, стоит сказать точно — это та работа, которую любой из вас может проделать на своём проекте. Один и тот же вопрос, прогнанный в двух режимах на выборке настоящих сессий: чтение в рабочей сессии против делегирования, с замером занятой доли контекста в обоих. Такой работы в открытых источниках нет, и это ровно та цифра, которой курсу не хватает.</a:t>
            </a:r>
          </a:p>
          <a:p/>
          <a:p>
            <a:r>
              <a:t>Про удобство самих чисел. Соотношение 6100 к 420 подобрано автором под иллюстрацию, и подпись на экране об этом говорит. Доверять стоит порядку величины — разнице в десятки раз; вторая значащая цифра здесь не значит ничего, и спорить о ней смысла нет.</a:t>
            </a:r>
          </a:p>
          <a:p/>
          <a:p>
            <a:r>
              <a:t>И зависимость, которая делает число управляемым. Экономия прямо зависит от размера ответа роли. Роль, которую просят вернуть короткий вывод, возвращает сотни токенов; роль, которую просят пересказать прочитанное, вернёт тысячи, и экономия съедается форматом ответа. Из этого же соображения вырастает критерий, которым случай закрывается: смотреть надо на то, что останется в контексте после ответа.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Контекст роли чище вашего и при этом не чист от всего подряд. Свой промпт и свежее начало она получает, а вместе с ними, по умолчанию, описания всех подключённых серверов целиком — включая те, которые её задаче не нужны ни одним инструментом. Это третья полоса со схемы базы: она наследуется.</a:t>
            </a:r>
          </a:p>
          <a:p/>
          <a:p>
            <a:r>
              <a:t>Дословно из документации по устранению ошибок: роли наследуют каждое описание инструмента сервера из вызвавшей сессии, и это может заполнить их контекст ещё до первого шага; отключайте серверы, которыми не пользуетесь, прежде чем заводить роли.</a:t>
            </a:r>
          </a:p>
          <a:p/>
          <a:p>
            <a:r>
              <a:t>Приложим это к сцене. Герой ищет места, где проверяется лимит участников, — работа целиком внутри репозитория, ни одного обращения наружу. Если в его сессии подключены трекер задач и сервер документации из предыдущего блока занятия, роль получит их описания бесплатно: место в её контексте занято до того, как она открыла первый файл.</a:t>
            </a:r>
          </a:p>
          <a:p/>
          <a:p>
            <a:r>
              <a:t>Сколько это стоит, занятие уже измерило: постоянная плата за подключённые серверы названа в токенах и в доле контекста в предыдущем блоке. Здесь существенно другое: эта плата вносится ещё раз, отдельно, в контекст каждой заведённой роли. Пять ролей — пять раз.</a:t>
            </a:r>
          </a:p>
          <a:p/>
          <a:p>
            <a:r>
              <a:t>Противоречия с предыдущими двумя экранами здесь нет, оба утверждения про один контракт. Фокус работает для содержимого репозитория: сорок файлов действительно остаются в контексте роли и закрываются вместе с ней. Этот экран называет то, что входит в контракт дополнительно и по умолчанию, помимо желания автора роли. Экономия остаётся, считается она с оговоркой.</a:t>
            </a:r>
          </a:p>
          <a:p/>
          <a:p>
            <a:r>
              <a:t>Что с этим делать. За подключёнными серверами следят тем же списком инструментов роли, который стоит пятым блоком на одностраничнике: список прав роли заодно решает, что окажется в её контексте. Есть и обратный приём той же механики: роль умеет объявить нужный ей сервер у себя — он поднимается на её старте и отключается на её завершении, а контекст вызвавшей сессии его описаний не видит вовсе. Для тяжёлого сервера, нужного одной задаче, это дешевле, чем держать его подключённым всю сессию.</a:t>
            </a:r>
          </a:p>
          <a:p/>
          <a:p>
            <a:r>
              <a:t>Здесь сходятся два хода занятия, и сходятся они не в пользу беспечности. Доступ наружу расширяет то, что агент умеет; плата за это расширение внесена в каждой сессии и теперь ещё и в каждой роли. Чем больше серверов подключено, тем дороже каждое делегирование — и дорожает оно молча, потому что ни на одном экране работы это не видно: роль просто начинает с меньшим запасом.</a:t>
            </a:r>
          </a:p>
          <a:p/>
          <a:p>
            <a:r>
              <a:t>Порядок действий из этого получается короткий. Перед тем как заводить роль под объёмное чтение, стоит посмотреть, что подключено в сессии, и отключить то, чем сегодня не пользуетесь: отключение действует на сессию, а значит и на все роли, которые она позовёт.</a:t>
            </a:r>
          </a:p>
          <a:p/>
          <a:p>
            <a:r>
              <a:t>Механика хуков и скиллов здесь своя, и занятие её не разбирает. Достаточно одного: отключение ненужных серверов — осознанный ход перед заведением роли. Разовая уборка в начале дня его не заменяет, потому что сессия обрастает серверами по ходу работы, и к середине дня подключено обычно больше, чем помнишь.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Делегировать чтение имеет смысл, когда из десятков файлов нужно вынести короткий вывод: факт, да или нет, список мест в несколько строк, по которому дальше и работают. Сорок файлов поиска и четыре файла правки — ровно этот случай.</a:t>
            </a:r>
          </a:p>
          <a:p/>
          <a:p>
            <a:r>
              <a:t>Если дальше работать придётся со всем прочитанным объёмом — рефакторинг, который трогает те же сорок файлов, — читать их придётся в любом случае, и делать это в своём контексте тогда входит в саму работу: с этим содержимым дальше работать вам.</a:t>
            </a:r>
          </a:p>
          <a:p/>
          <a:p>
            <a:r>
              <a:t>Граница между двумя положениями проходит по одному вопросу: нужен ли вам дальше весь материал или адреса внутри него. Герою понадобились четыре места из сорока файлов, и содержимое остальных тридцати шести не пригодилось бы ему больше никогда. Рефакторинг тех же сорока — другое дело: там содержимое и есть предмет работы, короткого вывода из него не бывает.</a:t>
            </a:r>
          </a:p>
          <a:p/>
          <a:p>
            <a:r>
              <a:t>Правило, в которое это сворачивается: что мы заводим ради контекста — решаем по тому, что останется в контексте после ответа. Число открытых файлов на это решение не влияет.</a:t>
            </a:r>
          </a:p>
          <a:p/>
          <a:p>
            <a:r>
              <a:t>И строка оси, ради которой случай стоял. Интуиция говорила: отдельный исполнитель прочитает быстрее. Проверка показала: сорок файлов остаются сорока файлами и тем же временем, а меняются двое — чей контекст их держит и куда сам возвращается итог.</a:t>
            </a:r>
          </a:p>
          <a:p/>
          <a:p>
            <a:r>
              <a:t>Вопрос к себе, и проделать его стоит до конца. Назовите место в своём проекте, где перед правкой приходится искать по десяткам файлов, а находятся три-четыре строки. Назвали — это первый кандидат на делегирование. Теперь проверьте его вторым пунктом: править вы будете эти же десятки файлов или найденные строки? Если первое — кандидат отпадает, и отпадает он по делу.</a:t>
            </a:r>
          </a:p>
          <a:p/>
          <a:p>
            <a:r>
              <a:t>Про границу с предыдущего экрана: тот же принцип применяется и к ней. Подключили роли лишние серверы — обратно всё равно вернётся только итог, но контекст роли окажется занят раньше и сильнее, чем нужно. Критерий это в силе оставляет и уточняет размер самой экономии.</a:t>
            </a:r>
          </a:p>
          <a:p/>
          <a:p>
            <a:r>
              <a:t>Отдельно — формат ответа роли, который легко принять за деталь оформления. Попросить роль вернуть пересказ прочитанного вместо вывода технически можно, и экономия на этом кончается: роль, которой велели пересказать сорок файлов, вернёт в ваш контекст те же сорок файлов, только своими словами. Ровно та же арифметика, что со второй сессией: чем длиннее то, что возвращается, тем меньше смысла было уносить чтение. Формат ответа роли — часть критерия.</a:t>
            </a:r>
          </a:p>
          <a:p/>
          <a:p>
            <a:r>
              <a:t>И общий вид правила за пределами этого случая. Роль — средство управлять тем, что лежит в контексте; всё, что она даёт, и всё, чего она стоит, читается из этого одного свойства. Два следующих случая ступени добавят к нему две другие причины её заводить — работу в несколько потоков и разведение исполнителей по своим зонам, — и каждая из них считается тем же способом: по тому, что остаётся в контексте, когда роль закрылась.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Дальше — практика. Задача будет настоящая, с одним сроком и без уточнений, и раскладывать её придётся самостоятельно: сначала на куски, потом по зависимостям между ними. Решение, чем её ускорять, тоже остаётся за читателем — на следующих двух экранах оно принимается, и только потом проверяется.</a:t>
            </a:r>
          </a:p>
          <a:p/>
          <a:p>
            <a:r>
              <a:t>Форма постановки здесь обычная до скуки: одна фраза и один срок. Уточнений не последует, разбивки на этапы никто не приложил, приоритетов внутри задачи не расставил. Именно в таком виде работа приходит чаще всего, и раскладывать её достаётся исполнителю: тот, кто ставил задачу, этого за него уже не сделает.</a:t>
            </a:r>
          </a:p>
          <a:p/>
          <a:p>
            <a:r>
              <a:t>Средств ускорить такую задачу больше одного. Одно из них — то, о котором идёт ступень: отдельный исполнитель, которого агент зовёт под кусок работы. Остальные четыре старше его и на многих задачах дешевле. Весь случай о том, как между пятью средствами выбирают, и выбирает здесь сама задача. Увидеть её выбор можно только после того, как она разложена.</a:t>
            </a:r>
          </a:p>
          <a:p/>
          <a:p>
            <a:r>
              <a:t>Отсюда понятно, зачем раскладка идёт первой — вопрос, который возникает у каждого, кто торопится начать. Задача, взятая целиком, допускает один порядок работы: от начала к концу, кусок за куском, в том порядке, в каком они попадаются под руку. Разложенная допускает несколько порядков, и среди них бывает заметно короче. Пока куски не названы и зависимости между ними не проверены, короткий порядок не виден вовсе — его нечем увидеть.</a:t>
            </a:r>
          </a:p>
          <a:p/>
          <a:p>
            <a:r>
              <a:t>Развилка задана вопросом намеренно. Ответ на него есть почти у каждого, и он наполовину верный: ускорить получится, средство придёт с другой стороны, чем его ждут. Готовое утверждение на этом месте отняло бы у практики её работу: прочитав вывод, разложить задачу своими руками уже нельзя — остаётся только согласиться с чужой раскладкой. Поэтому здесь стоит вопрос, и ответ на него собирается по ходу.</a:t>
            </a:r>
          </a:p>
          <a:p/>
          <a:p>
            <a:r>
              <a:t>Предыдущий случай ступени отвечал на другой вопрос: что делать, когда чтения под один ответ столько, что оно не помещается в контекст сессии. Ответом там был отдельный исполнитель, который читает в своём контексте и возвращает короткий итог. Здесь вопрос звучит иначе: задача одна, срок у неё — понедельник. Общее у двух случаев одно — отдельный исполнитель как один из возможных ходов; причины его завести разные, и границы у этих причин тоже разные. То, что выручает на длинном чтении, на короткой зависимой работе начинает мешать, и дальше будет видно, где именно.</a:t>
            </a:r>
          </a:p>
          <a:p/>
          <a:p>
            <a:r>
              <a:t>Слова «роль» на развилке нет, и названия средства тоже. Развилка называет наблюдаемую проблему и оставляет решение самому случаю — то же соглашение действует на остальных пяти развилках занятия. Если слово «субагент» пришло в голову раньше, чем читатель дошёл до карточек, поправлять нечего: это одна карточка из пяти, и к ней мы придём.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Пятница, без двадцати шесть. В чате появляется одна фраза: «К понедельнику форма должна быть готова к рекламе». Это вся постановка. Уточнений не будет — автор фразы уехал на выходные, и до утра понедельника спросить его не у кого.</a:t>
            </a:r>
          </a:p>
          <a:p/>
          <a:p>
            <a:r>
              <a:t>Форма — это форма заявки на лендинге из того же проекта, что и два предыдущих занятия: проверка полей живёт в </a:t>
            </a:r>
            <a:r>
              <a:rPr>
                <a:latin typeface="Consolas"/>
              </a:rPr>
              <a:t>src/validate.js</a:t>
            </a:r>
            <a:r>
              <a:t>, функция называется </a:t>
            </a:r>
            <a:r>
              <a:rPr>
                <a:latin typeface="Consolas"/>
              </a:rPr>
              <a:t>validateForm</a:t>
            </a:r>
            <a:r>
              <a:t>, разметка — в </a:t>
            </a:r>
            <a:r>
              <a:rPr>
                <a:latin typeface="Consolas"/>
              </a:rPr>
              <a:t>index.html</a:t>
            </a:r>
            <a:r>
              <a:t>. Что именно значит «готова к рекламе», в постановке не сказано, и это часть задачи.</a:t>
            </a:r>
          </a:p>
          <a:p/>
          <a:p>
            <a:r>
              <a:t>Дальше стоит остановиться. Экран ниже держит уже разложенную задачу, но раскладка — та самая работа, ради которой этот случай и собран, и прочитанный ответ её не заменяет. Возьмите лист или пустой файл и сделайте два хода сами — они окупаются прямо на следующем экране.</a:t>
            </a:r>
          </a:p>
          <a:p/>
          <a:p>
            <a:r>
              <a:rPr b="1"/>
              <a:t>Ход первый.</a:t>
            </a:r>
            <a:r>
              <a:t> Что в этой задаче лежит? Выпишите кусками — такими, которые можно взять и сделать. На трёх останавливаться рано: из одной фразы их обычно выходит больше, чем кажется.</a:t>
            </a:r>
          </a:p>
          <a:p/>
          <a:p>
            <a:r>
              <a:rPr b="1"/>
              <a:t>Ход второй, и он весит больше первого.</a:t>
            </a:r>
            <a:r>
              <a:t> Против каждого куска ответьте на три вопроса. Нужен ли ему итог другого куска. Лезет ли он в тот же файл, что сосед. Повторяется ли он после других кусков.</a:t>
            </a:r>
          </a:p>
          <a:p/>
          <a:p>
            <a:r>
              <a:rPr b="1"/>
              <a:t>И третье, одной строкой.</a:t>
            </a:r>
            <a:r>
              <a:t> Напишите число: сколько исполнителей вы завели бы на эти куски. Первое, что просится, без обдумывания. Это число понадобится через два экрана, и записанное оно держится крепче задуманного: задуманное задним числом поправляет каждый.</a:t>
            </a:r>
          </a:p>
          <a:p/>
          <a:p>
            <a:r>
              <a:t>Сверяемся.</a:t>
            </a:r>
          </a:p>
          <a:p/>
          <a:p>
            <a:r>
              <a:t>Кусков выходит шесть. Поле «телефон» с проверкой формата ни от чего не зависит: это новое поле в разметке и новое правило в </a:t>
            </a:r>
            <a:r>
              <a:rPr>
                <a:latin typeface="Consolas"/>
              </a:rPr>
              <a:t>validateForm</a:t>
            </a:r>
            <a:r>
              <a:t>. Сообщения об ошибках, которые надо привести к одному виду, живут картой </a:t>
            </a:r>
            <a:r>
              <a:rPr>
                <a:latin typeface="Consolas"/>
              </a:rPr>
              <a:t>MESSAGES</a:t>
            </a:r>
            <a:r>
              <a:t> в том же </a:t>
            </a:r>
            <a:r>
              <a:rPr>
                <a:latin typeface="Consolas"/>
              </a:rPr>
              <a:t>src/validate.js</a:t>
            </a:r>
            <a:r>
              <a:t>. Итога другого куска они не требуют; файл у них общий с полем. Текст согласия на обработку данных не зависит ни от чего и кода проверки не касается вовсе. Проверка формы на узком экране идёт после поля: пока поля нет, проверять нечего. Прогон перед выкладкой — ветка, тесты, сборка — ни от чего не зависит и повторяется после каждого из остальных кусков. Письмо-подтверждение заявителю ни от чего не зависит и кода формы не касается.</a:t>
            </a:r>
          </a:p>
          <a:p/>
          <a:p>
            <a:r>
              <a:t>Считаем независимые. Их три из шести. Один кусок ждёт, пока появится поле. Один лезет в тот же файл, что поле. Один повторяется после каждого из остальных — то есть в задаче он стоит пять раз, и это его отличие от соседей важнее его размера.</a:t>
            </a:r>
          </a:p>
          <a:p/>
          <a:p>
            <a:r>
              <a:t>Если ваш список получился другим — это нормально и даже полезнее. Раскладка у каждого своя, она зависит от того, как в этом проекте принято резать работу, и спорить о её составе полезнее, чем о числе кусков. Держать нужно одно: чтобы по каждому названному куску прозвучал ответ на вопрос второго хода. Шесть строк на экране стоят опорой; списывать с них нечего. Если ваших кусков восемь и зависимости по ним проверены, раскладка сделана.</a:t>
            </a:r>
          </a:p>
          <a:p/>
          <a:p>
            <a:r>
              <a:t>Прогон перед выкладкой заслуживает отдельного слова, потому что его часто забывают считать работой. Работа есть: ветку создать, тесты прогнать, сборку собрать, глазами посмотреть. Время она занимает. Отличается она от соседей повторяемостью: пять остальных кусков делаются по одному разу, этот — после каждого из них. На этом отличии держится одна из пяти карточек следующего экрана, и без него она выглядела бы лишней.</a:t>
            </a:r>
          </a:p>
          <a:p/>
          <a:p>
            <a:r>
              <a:t>Если список не идёт, заходить стоит с конца: что обязано быть сделано к понедельнику, чтобы рекламу можно было запустить. Два куска из шести называются сразу, остальные подтягиваются за ними, и попутно обнаруживается, что к рекламе требуется далеко не всё из списка.</a:t>
            </a:r>
          </a:p>
          <a:p/>
          <a:p>
            <a:r>
              <a:t>Если вместо куска в список попало средство — «поручу это роли», «запущу вторую сессию», — запишите его отдельно и вернитесь к ходу. Средство выбирается на следующем экране; здесь договариваются только о том, из чего задача состоит. При обратном порядке средство уезжает вперёд раскладки, а решает его именно раскладка.</a:t>
            </a:r>
          </a:p>
          <a:p/>
          <a:p>
            <a:r>
              <a:t>Числа времени ни у одного куска не стоят намеренно: сколько занимает каждая из этих работ, ни один источник ступени не мерил, и правдоподобная оценка подменила бы раскладку ощущением. Независимость кусков от длительности не зависит — она проверяется по файлам и по итогам, и этого для выбора средства достаточно.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Задача разложена. Чем её ускоряем?</a:t>
            </a:r>
          </a:p>
          <a:p/>
          <a:p>
            <a:r>
              <a:t>Выбор устроен так: одна карточка — и кусок, на котором выбранное средство работает. Карточка без куска не считается, потому что весь выбор лежит ровно в этой паре. «Роли» без указания куска означает «роли везде», а экран раскладки только что показал, что везде не выходит ни у одного из пяти средств.</a:t>
            </a:r>
          </a:p>
          <a:p/>
          <a:p>
            <a:r>
              <a:t>Пять средств на экране. Отдельный исполнитель, о котором идёт ступень, — одно из них, третья карточка слева. Остальные четыре старше его, и каждое на каком-то из шести кусков дешевле. Прежде чем читать дальше, стоит выбрать карточку и назвать кусок, и назвать причину: за счёт чего выбранное средство на этом куске выигрывает. Причина — половина ценности выбора, потому что ошибка здесь почти всегда лежит не в карточке, и видна она только через причину.</a:t>
            </a:r>
          </a:p>
          <a:p/>
          <a:p>
            <a:r>
              <a:t>Какие ответы на этот вопрос звучат чаще прочих, и что с каждым из них.</a:t>
            </a:r>
          </a:p>
          <a:p/>
          <a:p>
            <a:r>
              <a:rPr b="1"/>
              <a:t>«Роли, и на все куски сразу».</a:t>
            </a:r>
            <a:r>
              <a:t> Ответ сильный и честный, и звучит он чаще прочих. Спорить с ним преждевременно: ровно его и проверит разбор через экран. Если он пришёл в голову первым — это хорошая отправная точка, потому что ошибка в нём лежит не там, где её обычно ищут.</a:t>
            </a:r>
          </a:p>
          <a:p/>
          <a:p>
            <a:r>
              <a:rPr b="1"/>
              <a:t>«Сузить задачу».</a:t>
            </a:r>
            <a:r>
              <a:t> Ход недооценённый, и он единственный из пяти, который убирает работу совсем, вместо того чтобы её ускорять. У него есть своё условие: сузить может тот, кто отвечает за срок. В большинстве случаев это не исполнитель, и тогда ход превращается в разговор с тем, кто ставил задачу. Разговор этот стоит дешевле двух рабочих выходных, поэтому ход заслуживает того, чтобы стоять в списке первым.</a:t>
            </a:r>
          </a:p>
          <a:p/>
          <a:p>
            <a:r>
              <a:rPr b="1"/>
              <a:t>«Делать куски по очереди».</a:t>
            </a:r>
            <a:r>
              <a:t> Защитимо, и у этого ответа есть реальное достоинство: порядок один и предсказуемый, столкнуться друг с другом куски не могут физически. Проверочный вопрос к нему один — на каком числе кусков он начнёт проигрывать. Ответ в самой арифметике: ожидания складываются, и чем больше в задаче независимых кусков, тем дороже обходится очередь.</a:t>
            </a:r>
          </a:p>
          <a:p/>
          <a:p>
            <a:r>
              <a:rPr b="1"/>
              <a:t>«Вести куски в нескольких сессиях».</a:t>
            </a:r>
            <a:r>
              <a:t> Ход рабочий, и у него есть точное место, где он спотыкается: что произойдёт, когда две сессии дойдут до поля и до сообщений об ошибках. Оба куска живут в одном файле. Это отдельная развилка со своей ценой и своими приёмами защиты, и она разбирается дальше в занятии; здесь достаточно заметить, что пересечение по файлу есть и что оно решает выбор между этой карточкой и соседней.</a:t>
            </a:r>
          </a:p>
          <a:p/>
          <a:p>
            <a:r>
              <a:rPr b="1"/>
              <a:t>«Вынести повторяемое в проверку, которая гоняется сама».</a:t>
            </a:r>
            <a:r>
              <a:t> Ответ, который приходит реже и попадает точно: прогон перед выкладкой стоит в задаче пять раз, и человеку там делать нечего. Условие у хода тоже есть, и разбор его назовёт.</a:t>
            </a:r>
          </a:p>
          <a:p/>
          <a:p>
            <a:r>
              <a:t>Выбрать две карточки нельзя, и это ограничение намеренное. Карточка плюс кусок — уже полный ответ, а две карточки означают два куска, то есть две раскладки сразу, и выбор перестаёт что-либо значить: при двух ходах в запасе всегда найдётся кусок, на котором хоть один из них сработал.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средств и шесть кусков. Пройдём по каждому средству: что оно делает и где перестаёт работать.</a:t>
            </a:r>
          </a:p>
          <a:p/>
          <a:p>
            <a:r>
              <a:rPr b="1"/>
              <a:t>Делать куски по очереди.</a:t>
            </a:r>
            <a:r>
              <a:t> Порядок один и предсказуемый, столкнуться куски не могут. Цена — три независимых куска ждут друг друга без всякой причины, и ожидания складываются. На шести кусках очередь обходится дороже любого другого порядка, и она же единственная, которая никогда не ломается.</a:t>
            </a:r>
          </a:p>
          <a:p/>
          <a:p>
            <a:r>
              <a:rPr b="1"/>
              <a:t>Вести куски в нескольких сессиях.</a:t>
            </a:r>
            <a:r>
              <a:t> Куски идут одновременно, у каждой сессии свой контекст и свой разговор. Спотыкается ход на том же месте, которое нашла раскладка: поле и сообщения об ошибках живут в одном файле </a:t>
            </a:r>
            <a:r>
              <a:rPr>
                <a:latin typeface="Consolas"/>
              </a:rPr>
              <a:t>src/validate.js</a:t>
            </a:r>
            <a:r>
              <a:t>, и две сессии в одной папке дойдут до него обе. Чем это чинится — отдельная развилка дальше в занятии; здесь важен сам факт пересечения, потому что он решает выбор между этой карточкой и соседней.</a:t>
            </a:r>
          </a:p>
          <a:p/>
          <a:p>
            <a:r>
              <a:rPr b="1"/>
              <a:t>Раздать куски ролям и запустить разом.</a:t>
            </a:r>
            <a:r>
              <a:t> Одновременность даёт сам харнесс: настраивать её не нужно, у каждой роли свой контекст и короткий итог на выходе. Работает это средство там, где параллельность в задаче уже есть — на трёх независимых кусках. На куске, который лезет в чужой файл, две роли увидят разные версии одного </a:t>
            </a:r>
            <a:r>
              <a:rPr>
                <a:latin typeface="Consolas"/>
              </a:rPr>
              <a:t>src/validate.js</a:t>
            </a:r>
            <a:r>
              <a:t>; на куске, который стоит в очереди, второй исполнитель будет ждать первого и при этом занимать место.</a:t>
            </a:r>
          </a:p>
          <a:p/>
          <a:p>
            <a:r>
              <a:rPr b="1"/>
              <a:t>Вынести повторяемое в проверку, которая гоняется сама.</a:t>
            </a:r>
            <a:r>
              <a:t> Прогон перед выкладкой уходит из очереди совсем: его делает не человек, и повторяется он без участия исполнителя сколько угодно раз. Условие у хода жёсткое: писать такую проверку надо заранее и один раз. В пятницу, когда задача уже пришла, она ускорит только следующую такую задачу — на этой её писать поздно, и это честная цена того, что ход вообще существует.</a:t>
            </a:r>
          </a:p>
          <a:p/>
          <a:p>
            <a:r>
              <a:rPr b="1"/>
              <a:t>Сузить задачу.</a:t>
            </a:r>
            <a:r>
              <a:t> Для рекламы нужны поле и согласие — два куска из шести. Остальные четыре к понедельнику можно не делать вовсе, и это дешевле любого ускорения. Решает это тот, кто отвечает за срок, поэтому ход требует разговора с ним.</a:t>
            </a:r>
          </a:p>
          <a:p/>
          <a:p>
            <a:r>
              <a:t>Теперь поворот, ради которого случай и собран. Ни одно из пяти средств не ускоряет все шесть кусков. Параллельность лежит в задаче, и в этой её ровно на три куска: роли берут её там, где она есть, и умножают ошибку там, где её нет — на куске, который лезет в чужой файл, и на куске, который стоит в очереди за другим.</a:t>
            </a:r>
          </a:p>
          <a:p/>
          <a:p>
            <a:r>
              <a:t>Здесь и пригодится число, записанное на предыдущем экране. Поставьте его рядом с тройкой независимых кусков. Чаще всего записанное число равно шести — по куску на исполнителя, — и расхождение с тройкой показывает, из чего обычно считают: из количества работы, которую хочется раздать. Считать надо из свойства задачи.</a:t>
            </a:r>
          </a:p>
          <a:p/>
          <a:p>
            <a:r>
              <a:t>Проверять независимость можно дёшево и по-инженерному, без всякой теории. Два вопроса: пересекаются ли куски по файлам и нужен ли одному итог другого. Разные файлы и ни одной общей зависимости — куски независимы. Один и тот же файл, общий модуль, «сначала переименуем, потом поправим вызовы» — зависимы, и читать их дальше стоит уже как одну работу.</a:t>
            </a:r>
          </a:p>
          <a:p/>
          <a:p>
            <a:r>
              <a:t>Число исполнителей при этом не оказывается ни при чём — оно стоит вторым номером. Потолок выигрыша задаёт оно, а сам выигрыш дают независимые куски. Где независимости нет, рост числа исполнителей меняет знак и начинает работать против: вместо одной работы появляются две плюс стык между ними. Держать проще всего в таком порядке: сначала считаем в задаче независимые куски, потом заводим исполнителей — ровно столько, сколько кусков насчитали.</a:t>
            </a:r>
          </a:p>
          <a:p/>
          <a:p>
            <a:r>
              <a:t>Откуда берётся «умножают ошибку» — из измерения, оно будет через два экрана вместе с источником и условиями эксперимента. Пока достаточно направления: зависимые шаги, разведённые по разным исполнителям, теряют связь, которую следующий шаг должен был увидеть.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Одно уточнение под поворот, и оно меняет то, как читается цена решения.</a:t>
            </a:r>
          </a:p>
          <a:p/>
          <a:p>
            <a:r>
              <a:t>Три роли на три независимых куска пошли бы одновременно. Это механика харнесса, и настраивать её не нужно: с определённой версии параллельный режим включён в интерактивной сессии по умолчанию. Роль уходит в фон, основная сессия её не ждёт и продолжает работать. Никакой очереди, никакого флага, никакой отдельной настройки в конфигурации — поведение такое из коробки.</a:t>
            </a:r>
          </a:p>
          <a:p/>
          <a:p>
            <a:r>
              <a:t>Предел есть, и стоит он на одновременности. По умолчанию одновременно могут работать не больше двадцати ролей; попытка завести двадцать первую падает отдельной явной ошибкой — </a:t>
            </a:r>
            <a:r>
              <a:rPr>
                <a:latin typeface="Consolas"/>
              </a:rPr>
              <a:t>Concurrent subagent limit reached</a:t>
            </a:r>
            <a:r>
              <a:t>. Общего предела на то, сколько ролей можно вызвать за всю сессию, нет вовсе: двести вызовов подряд по одной роли упрутся только во время и в деньги.</a:t>
            </a:r>
          </a:p>
          <a:p/>
          <a:p>
            <a:r>
              <a:t>Из этого следует вывод, который стоит держать при себе всю ступень: одновременность бесплатна. Харнесс даёт её сам, и значит, вся цена решения приходится на раскладку. Ошибиться можно только в том, сколько в задаче независимых кусков, — и если ошиблись, одновременность старательно умножит эту ошибку, потому что мешать ей нечего.</a:t>
            </a:r>
          </a:p>
          <a:p/>
          <a:p>
            <a:r>
              <a:t>Двадцать первая задача при пределе двадцать не потеряется и не подождёт своей очереди сама. Харнесс откажет явной ошибкой, и запускать её придётся руками, когда освободится место. Молчаливой очереди здесь нет, и это удачное устройство: иначе двадцать первый кусок тихо ждал бы своего часа, пока его считают проверенным.</a:t>
            </a:r>
          </a:p>
          <a:p/>
          <a:p>
            <a:r>
              <a:t>Версия и переменная, если понадобится точность. Параллельный режим по умолчанию появился в интерактивной сессии начиная с версии 2.1.232; предел задаётся переменной окружения </a:t>
            </a:r>
            <a:r>
              <a:rPr>
                <a:latin typeface="Consolas"/>
              </a:rPr>
              <a:t>CLAUDE_CODE_MAX_CONCURRENT_SUBAGENTS</a:t>
            </a:r>
            <a:r>
              <a:t>. Номер версии на экран намеренно не вынесен — он устаревает быстрее, чем сам факт, и к моменту чтения, скорее всего, успел смениться.</a:t>
            </a:r>
          </a:p>
          <a:p/>
          <a:p>
            <a:r>
              <a:t>Поднимать предел сразу после того, как о нём узнали, смысла мало. Двадцать одновременно работающих ролей — это двадцать контекстов и двадцать счетов за токены, и упереться в двадцать на обычной работе трудно. Если упёрлись, первое разумное действие — перечитать раскладку и проверить, точно ли там двадцать независимых кусков. Чаще оказывается, что их пять, а остальные пятнадцать — куски, нарезанные по строчкам задачи, которые друг от друга зависят.</a:t>
            </a:r>
          </a:p>
          <a:p/>
          <a:p>
            <a:r>
              <a:t>Про видимость стоит сказать отдельно, потому что это цена, которую одновременность всё-таки берёт. Видно, что фоновая роль работает, и виден её итог. Ход работы — чем она занималась, что прочитала, где сомневалась — не виден. Это та самая потерянная видимость, которую ступень называет ценой делегирования. На трёх независимых кусках она почти не мешает: итог каждого проверяется отдельно и сам по себе. На зависимых мешает сильно — именно там нужно было бы видеть, что одна роль успела узнать раньше другой, и именно этого увидеть нельзя.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делать с этим чтением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671523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2668" y="1726387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«Что править — известно. Где править — лежит в сорока файлах, из которых нужны четыре.»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693365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821381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«Выберите карточку — и назовите вслух, за счёт чего она выигрывает.»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183837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4183837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прочитать все сорок файлов самому, в этой же сессии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68803" y="4183837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78531" y="4183837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открыть вторую сессию, спросить там и перенести список руками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34686" y="4183837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44414" y="4183837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позвать коллегу, который давно работает с тарифами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00569" y="4183837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10297" y="4183837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поручить роли: прочитает в своём контексте и вернёт список мест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66452" y="4183837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76180" y="4183837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править по памяти, без поиска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Быстрее не стало — те же сорок файлов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3990149"/>
          </a:xfrm>
          <a:prstGeom prst="roundRect">
            <a:avLst>
              <a:gd name="adj" fmla="val 763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26236"/>
            <a:ext cx="99902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31128" y="1126236"/>
            <a:ext cx="371372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ДЕЛАЕТ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91158" y="1126236"/>
            <a:ext cx="566568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НЕ ДЕЛАЕТ / ОГРАНИЧЕНИЕ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08303"/>
            <a:ext cx="999024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прочитать самому, в этой же сессии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31128" y="1408303"/>
            <a:ext cx="3713726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полный контроль над тем, что и в каком порядке читается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91158" y="1408303"/>
            <a:ext cx="5665689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контекст сессии занимает содержимое сорока файлов, из которых для правки нужны четыре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24472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244725"/>
            <a:ext cx="999024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вторая сессия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31128" y="2244725"/>
            <a:ext cx="3713726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рабочий контекст остаётся чистым: сорок файлов ложатся в чужой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91158" y="2244725"/>
            <a:ext cx="5665689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список придётся переносить руками, и править агент будет по вашему пересказу — условие про старые аккаунты выпадает из пересказа первым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91318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913189"/>
            <a:ext cx="999024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позвать коллегу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31128" y="2913189"/>
            <a:ext cx="3713726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единственный вариант, который может ответить за минуту — если коллега свеж в теме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91158" y="2913189"/>
            <a:ext cx="5665689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единственный вариант, который зависит от чужого расписания: решает, свободен ли человек прямо сейчас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58165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581654"/>
            <a:ext cx="999024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поручить роли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31128" y="3581654"/>
            <a:ext cx="3713726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сорок файлов открываются и закрываются в отдельном, одноразовом контексте; список приходит обратно сам, в ту же сессию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91158" y="3581654"/>
            <a:ext cx="5665689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быстрее не становится: роль открывает и читает все сорок файлов, время чтения то же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425011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4250118"/>
            <a:ext cx="999024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править по памяти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31128" y="4250118"/>
            <a:ext cx="3713726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мгновенно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91158" y="4250118"/>
            <a:ext cx="5665689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четвёртое место — клиентскую проверку — помнит не всякий из тех, кто её писал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098097"/>
            <a:ext cx="82296" cy="112471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226113"/>
            <a:ext cx="10643616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7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Вывод.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Двадцать минут чтения из сцены остаются двадцатью минутами: сорок файлов — это сорок файлов, где бы их ни читали. Меняются двое. Первое — чей контекст их держит: контекст роли закрывается вместе с ней. Второе — куда возвращается список: от роли он приходит сам, в ту сессию, где лежит правка, из второй сессии его переносите вы.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Пример есть, измерения на выборке — нет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726844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2668" y="1781708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1" i="1">
                <a:solidFill>
                  <a:srgbClr val="6B7685"/>
                </a:solidFill>
                <a:latin typeface="Arial"/>
              </a:rPr>
              <a:t>«The subagent read 6,100 tokens of files. You got a 420-token result. That's the context savings.»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— документация харнесса об устройстве контекста, один показательный сценарий.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956712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084728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Разница на порядок — но это один вымышленный пример автора документации, не статистика по множеству реальных прогонов.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370984"/>
            <a:ext cx="11183112" cy="83629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" y="4508144"/>
            <a:ext cx="10707624" cy="5619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75"/>
              </a:lnSpc>
              <a:spcAft>
                <a:spcPts val="300"/>
              </a:spcAft>
            </a:pPr>
            <a:r>
              <a:rPr sz="1250" b="1" i="1">
                <a:solidFill>
                  <a:srgbClr val="6B7685"/>
                </a:solidFill>
                <a:latin typeface="Arial"/>
              </a:rPr>
              <a:t>Честный пробел.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Сколько контекста реально экономит делегирование по сравнению с тем же объёмом работы в основной сессии, по измерению на выборке сессий, — не нашлось ни у одного источника. Это число восполняет пробел дидактическим примером, не статистикой.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Чистый контекст — не от всего подряд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395984"/>
            <a:ext cx="32004" cy="733805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2668" y="1450848"/>
            <a:ext cx="10730484" cy="6240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1" i="1">
                <a:solidFill>
                  <a:srgbClr val="6B7685"/>
                </a:solidFill>
                <a:latin typeface="Arial"/>
              </a:rPr>
              <a:t>«Subagents inherit every MCP tool definition from the parent session, which can fill their context window before the first turn. Disable MCP servers you are not using before spawning subagents.»</a:t>
            </a:r>
            <a:r>
              <a:rPr sz="1300" b="0" i="1">
                <a:solidFill>
                  <a:srgbClr val="6B7685"/>
                </a:solidFill>
                <a:latin typeface="Arial"/>
              </a:rPr>
              <a:t> — документация харнесса об устранении ошибок.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833878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961894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Это третья полоса со схемы базы — «описания подключённых серверов». В контекст роли она переезжает целиком. Для нашего поиска по лимиту участников: если в сессии подключены трекер задач и сервер документации из прошлого раздела занятия, роль, которой нужно прочитать сорок файлов кода, получает их описания бесплатно.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720590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4848605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Фокус из прошлых двух слайдов — про содержимое репозитория. За тем, что подключено серверами, следят отдельно: тем же списком инструментов роли, который стоит пятым блоком на одностраничнике ступени.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остаётся в контексте после ответа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59027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187043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Что мы заводим ради контекста — решаем по тому, что останется в контексте после ответа, и не по тому, сколько файлов пришлось открыть. Интуиция говорила: отдельный исполнитель прочитает быстрее. Проверка показала: сорок файлов остаются сорока файлами и тем же временем, а меняются двое — чей контекст их держит и куда сам возвращается итог.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731998"/>
            <a:ext cx="11183112" cy="1908810"/>
          </a:xfrm>
          <a:prstGeom prst="roundRect">
            <a:avLst>
              <a:gd name="adj" fmla="val 15968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" y="326863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2951454"/>
            <a:ext cx="10360152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Делегировать чтение имеет смысл, когда из десятков файлов нужно вынести короткий вывод: факт, да/нет, список мест в несколько строк, по которому дальше и работают. Сорок файлов поиска, четыре файла правки — ровно этот случай.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400358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3686403"/>
            <a:ext cx="10360152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Если дальше работать придётся со всем прочитанным объёмом — рефакторинг тех же сорока файлов, — читать их придётся в любом случае; делать это в своём контексте тогда входит в саму работу, потому что с этим содержимым дальше работать вам.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094579"/>
            <a:ext cx="11183112" cy="1059561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5222595"/>
            <a:ext cx="10634472" cy="80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К себе.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Назовите про себя место в своём проекте, где перед правкой приходится искать по десяткам файлов, а находятся три-четыре строки. Назвали — вот первый кандидат на делегирование. Если править вы будете все эти же десятки файлов, кандидат не он.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59003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59003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95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48412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7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Задача пришла одной фразой. Чем ускоряем?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0179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44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Одна фраза, один срок. Средств ускорить больше одного, и выбирает между ними сама задача.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MCP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Субагент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Задача к понедельнику. Раскладываем вместе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31087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2668" y="1085951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«К понедельнику форма должна быть готова к рекламе.»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677898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1805914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Пятница, вечер. Это вся постановка.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480919"/>
            <a:ext cx="11183112" cy="2730753"/>
          </a:xfrm>
          <a:prstGeom prst="roundRect">
            <a:avLst>
              <a:gd name="adj" fmla="val 11161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63799"/>
            <a:ext cx="533428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ХОД 1 · ЧТО В ЗАДАЧЕ ЛЕЖИТ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66384" y="2663799"/>
            <a:ext cx="519046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ХОД 2 · ОТ ЧЕГО ЭТО ЗАВИСИТ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945866"/>
            <a:ext cx="533428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поле «телефон» и проверка формата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66384" y="2945866"/>
            <a:ext cx="519046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ни от чего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329302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293021"/>
            <a:ext cx="533428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сообщения об ошибках — к одному виду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66384" y="3293021"/>
            <a:ext cx="519046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тот же файл, что у поля: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src/validate.js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5800" y="36401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3640175"/>
            <a:ext cx="533428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текст согласия на обработку данных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66384" y="3640175"/>
            <a:ext cx="519046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ни от чего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98733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987330"/>
            <a:ext cx="533428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проверка формы на узком экране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66384" y="3987330"/>
            <a:ext cx="519046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после поля: пока поля нет, проверять нечего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433448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4334484"/>
            <a:ext cx="533428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прогон перед выкладкой: ветка, тесты, сборка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66384" y="4334484"/>
            <a:ext cx="519046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ни от чего, и повторяется после каждого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468163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4681639"/>
            <a:ext cx="533428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письмо-подтверждение заявителю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66384" y="4681639"/>
            <a:ext cx="519046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ни от чего, кода не касается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504154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" y="5632170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Независимых кусков — три из шести.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Один ждёт поля. Один лезет в тот же файл. Один повторяется после каждого из остальных.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Чем ускоряем?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058314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2186330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«Чем ускоряем эту задачу? Выберите карточку — и назовите кусок, на котором ваше средство работает.»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548786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3548786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разложить и делать куски по очереди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68803" y="3548786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78531" y="3548786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вести куски в нескольких сессиях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4686" y="3548786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44414" y="3548786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раздать куски ролям и запустить разом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00569" y="3548786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10297" y="3548786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вынести повторяемое в проверку, которая гоняется сама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66452" y="3548786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76180" y="3548786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сузить задачу — к понедельнику нужно не всё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Параллельность лежит в задаче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3749166"/>
          </a:xfrm>
          <a:prstGeom prst="roundRect">
            <a:avLst>
              <a:gd name="adj" fmla="val 812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26236"/>
            <a:ext cx="173029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СРЕДСТВО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2396" y="1126236"/>
            <a:ext cx="351303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ДЕЛАЕТ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21730" y="1126236"/>
            <a:ext cx="513511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НЕ ДЕЛАЕТ / ОГРАНИЧЕНИЕ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08303"/>
            <a:ext cx="1730292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разложить и делать куски по очереди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2396" y="1408303"/>
            <a:ext cx="3513030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один предсказуемый порядок, ничего ни с чем не сталкивается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21730" y="1408303"/>
            <a:ext cx="5135117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три независимых куска ждут друг друга без причины: ожидания складываются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192341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1923414"/>
            <a:ext cx="1730292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вести куски в нескольких сессиях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2396" y="1923414"/>
            <a:ext cx="3513030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куски идут одновременно, у каждой сессии свой контекст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21730" y="1923414"/>
            <a:ext cx="5135117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две сессии в одной папке правят одни и те же файлы — у нас это поле и сообщения об ошибках, один </a:t>
            </a:r>
            <a:r>
              <a:rPr sz="1200" b="0" i="0">
                <a:solidFill>
                  <a:srgbClr val="141B2E"/>
                </a:solidFill>
                <a:latin typeface="Consolas"/>
              </a:rPr>
              <a:t>src/validate.js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43852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438527"/>
            <a:ext cx="1730292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раздать куски ролям и запустить разом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2396" y="2438527"/>
            <a:ext cx="3513030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одновременность даёт харнесс, настраивать её не нужно; у каждой роли свой контекст и короткий итог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1730" y="2438527"/>
            <a:ext cx="5135117" cy="6903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берёт параллельность там, где она есть: на поле и сообщениях две роли увидят разные версии одного файла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12889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128899"/>
            <a:ext cx="1730292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вынести повторяемое в проверку, которая гоняется сама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2396" y="3128899"/>
            <a:ext cx="3513030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прогон перед выкладкой уходит из очереди совсем — его делает не человек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21730" y="3128899"/>
            <a:ext cx="5135117" cy="8656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писать проверку надо заранее и один раз; в пятницу, когда задача уже пришла, она ускорит только следующую такую задачу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399453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994530"/>
            <a:ext cx="1730292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сузить задачу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2396" y="3994530"/>
            <a:ext cx="3513030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для рекламы нужны поле и согласие — два куска из шести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21730" y="3994530"/>
            <a:ext cx="5135117" cy="5151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80"/>
              </a:lnSpc>
              <a:spcAft>
                <a:spcPts val="0"/>
              </a:spcAft>
            </a:pPr>
            <a:r>
              <a:rPr sz="1200" b="0" i="0">
                <a:solidFill>
                  <a:srgbClr val="141B2E"/>
                </a:solidFill>
                <a:latin typeface="Arial"/>
              </a:rPr>
              <a:t>решает это не исполнитель: сузить может тот, кто отвечает за срок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857114"/>
            <a:ext cx="82296" cy="118770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4985130"/>
            <a:ext cx="10643616" cy="931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98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Arial"/>
              </a:rPr>
              <a:t>Поворот.</a:t>
            </a:r>
            <a:r>
              <a:rPr sz="1450" b="1" i="0">
                <a:solidFill>
                  <a:srgbClr val="141B2E"/>
                </a:solidFill>
                <a:latin typeface="Arial"/>
              </a:rPr>
              <a:t> Ни одно из пяти средств не ускоряет все шесть кусков. Параллельность лежит в задаче, и в этой её ровно на три куска: роли берут её там, где она есть, и умножают ошибку там, где её нет — на куске, который лезет в чужой файл, и на куске, который стоит в очереди. Поставьте рядом два числа: исполнителей, которое вы назвали вслух, и независимых кусков, которое вышло из раскладки.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Фон, не очередь — и предел на двадцать разом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420416"/>
            <a:ext cx="82296" cy="16916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2548432"/>
            <a:ext cx="10643616" cy="1435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Фон, не очередь.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С определённой версии харнесса параллельный режим включён по умолчанию в интерактивной сессии: роль уходит в фон, основная сессия не ждёт её, прежде чем продолжить.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Предел — на одновременность, не на количество за сессию.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По умолчанию одновременно может работать не больше двадцати ролей; попытка завести двадцать первую падает отдельной, явной ошибкой. Число меняется переменной окружения. Общего предела на то, сколько ролей можно вызвать за всю сессию, — нет.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