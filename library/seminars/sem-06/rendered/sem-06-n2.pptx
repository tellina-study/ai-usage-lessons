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из этих четырёх проверок он за неделю сделал — и остался без ответа. Выберите ту, которой ему не хватило, и скажите, чем она отличается от остальных трёх.</a:t>
            </a:r>
          </a:p>
          <a:p/>
          <a:p>
            <a:r>
              <a:t>Четыре карточки: ничего — статус зелёный; посмотреть, что именно показывает статус подробнее; спросить агента, почему он решил, что всё сделал; явно попросить агента обратиться к серверу по имени и показать вызов.</a:t>
            </a:r>
          </a:p>
          <a:p/>
          <a:p>
            <a:r>
              <a:t>Карточку назовут быстро. Важнее вторая половина вопроса: что эта проверка даёт такого, чего не дают три остальные?</a:t>
            </a:r>
          </a:p>
          <a:p/>
          <a:p>
            <a:r>
              <a:t>Если спросят, почему среди карточек нет «удалить и подключить заново» и «написать автору»: это реальные ходы, но не первые — к ним кейс возвращается в границе применимости, когда более дешёвые варианты уже не сработали.</a:t>
            </a:r>
          </a:p>
          <a:p/>
          <a:p>
            <a:r>
              <a:t>Если зал говорит «она надёжнее» или «она точнее»: попросите сказать конкретно, что именно появится на экране после неё, — ответ про видимый след и есть материал разбора.</a:t>
            </a:r>
          </a:p>
          <a:p/>
          <a:p>
            <a:r>
              <a:t>Если прозвучит «проблема в формулировке задачи, а сервер ни при чём»: придержите эту мысль — ровно это разбирается через слайд, и там видно, что одно от другого не отделяется.</a:t>
            </a:r>
          </a:p>
          <a:p/>
          <a:p>
            <a:r>
              <a:t>Если кто-то всерьёз выберет «ничего — статус зелёный»: это и есть то, что человек в сцене делал пять дней подряд; спросите, что он за эти пять дней получил.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Разбираю все четыре. Ничего — статус зелёный — доказало ровно одно: процесс сервера поднят и ответил на рукопожатие. Обращался ли к нему агент в этой задаче — отдельный факт, статус его не несёт.</a:t>
            </a:r>
          </a:p>
          <a:p/>
          <a:p>
            <a:r>
              <a:t>Статус подробнее — сузил круг причин: различает «процесс не поднялся», «список инструментов не получен», «нужна авторизация». Вызывал ли агент сервер именно сейчас, и это не показывает.</a:t>
            </a:r>
          </a:p>
          <a:p/>
          <a:p>
            <a:r>
              <a:t>Вопрос агенту — иногда вскрывает причину сразу: агент признаётся, что не нашёл способа проверить и ответил по смыслу задачи. Но в ответ приходит пересказ его собственного понимания, наблюдения за транспортом в этом пересказе нет.</a:t>
            </a:r>
          </a:p>
          <a:p/>
          <a:p>
            <a:r>
              <a:t>Ни одна из трёх проверок не соврала. Каждая сказала правду о своём, и ни одна — о том, ради чего её делали. Работу агента с сервером доказывает четвёртая: вызов инструмента в выводе подписан именем сервера. Пять дней человек проверял — и проверял не то.</a:t>
            </a:r>
          </a:p>
          <a:p/>
          <a:p>
            <a:r>
              <a:t>А теперь про вас. Поднимите руку, у кого прямо сейчас подключён хоть один сервер. Теперь — у кого за последнюю неделю имя этого сервера появлялось в выводе агента. Разница между двумя руками и есть этот кейс.</a:t>
            </a:r>
          </a:p>
          <a:p/>
          <a:p>
            <a:r>
              <a:t>Если спросят, почему «спросить агента» вообще в списке, если ему нельзя верить: это дешёвый шаг, который иногда сразу вскрывает причину. Цена ошибки здесь в готовности остановиться на таком ответе.</a:t>
            </a:r>
          </a:p>
          <a:p/>
          <a:p>
            <a:r>
              <a:t>Если спросят, что считать «видимым следом»: строку вызова инструмента, подписанную именем сервера, в выводе той же сессии — её видно без дополнительных команд.</a:t>
            </a:r>
          </a:p>
          <a:p/>
          <a:p>
            <a:r>
              <a:t>Если спросят, почему тогда не проверять именованным вызовом всё подряд: он стоит одной строки в запросе, и при подозрении на тишину его стоит делать всегда; общая привычка называть сервер по имени разбирается на следующих двух слайдах.</a:t>
            </a:r>
          </a:p>
          <a:p/>
          <a:p>
            <a:r>
              <a:t>Если спросят, можно ли было заметить раньше без всякой проверки: заказчик и оказался тем, кто заметил, — пять дней это единственный сигнал, который сработал.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сам приём. Команда статуса — </a:t>
            </a:r>
            <a:r>
              <a:rPr>
                <a:latin typeface="Consolas"/>
              </a:rPr>
              <a:t>claude mcp list</a:t>
            </a:r>
            <a:r>
              <a:t> из терминала или </a:t>
            </a:r>
            <a:r>
              <a:rPr>
                <a:latin typeface="Consolas"/>
              </a:rPr>
              <a:t>/mcp</a:t>
            </a:r>
            <a:r>
              <a:t> внутри сессии — различает больше, чем одно слово «подключено»: отдельно видно, поднялся ли сам процесс и удалось ли получить список инструментов. Это по-прежнему факт про процесс. Обращался ли к серверу агент в конкретной задаче — статус об этом не знает. Это два разных факта, и путают их постоянно, в том числе люди опытные.</a:t>
            </a:r>
          </a:p>
          <a:p/>
          <a:p>
            <a:r>
              <a:t>Минимальное доказательство — явное упоминание сервера в запросе: «используя сервер такой-то, узнай…». Признак, что ответ пришёл именно оттуда, — вызов инструмента в выводе подписан именем сервера. Тот же механизм мы видели на одностраничнике MCP в начале блока: ответ сервера идёт отдельным каналом и подписывается его именем.</a:t>
            </a:r>
          </a:p>
          <a:p/>
          <a:p>
            <a:r>
              <a:t>И отдельно: долгий ответ не всегда сбой. Запуск сервера и выполнение уже начатого вызова идут по разным часам, второе объективно дольше.</a:t>
            </a:r>
          </a:p>
          <a:p/>
          <a:p>
            <a:r>
              <a:t>Если спросят про статусы подробнее — коды, которые реально возвращает </a:t>
            </a:r>
            <a:r>
              <a:rPr>
                <a:latin typeface="Consolas"/>
              </a:rPr>
              <a:t>claude mcp list</a:t>
            </a:r>
            <a:r>
              <a:t>: кроме «Connected» продукт различает отдельно «Connected, но список инструментов получить не удалось», «нужна авторизация», «не удалось подключиться» и «ждёт одобрения проекта» — это задокументированные, не гипотетические состояния, но для кейса важно не перечисление кодов — то, что ни один из них не отвечает на вопрос «обращался ли агент к серверу».</a:t>
            </a:r>
          </a:p>
          <a:p/>
          <a:p>
            <a:r>
              <a:t>Если спросят про цифры тайм-аутов точнее: старт сервера ждёт тридцать секунд по умолчанию — частая ложная тревога, пока пакет ещё качается; выполнение уже вызванного инструмента — около суток. Переподключение после сбоя тоже устроено по-разному: удалённый сервер переподключается сам, локальный процесс — нет, нужна новая сессия или команда </a:t>
            </a:r>
            <a:r>
              <a:rPr>
                <a:latin typeface="Consolas"/>
              </a:rPr>
              <a:t>Reconnect</a:t>
            </a:r>
            <a:r>
              <a:t> из </a:t>
            </a:r>
            <a:r>
              <a:rPr>
                <a:latin typeface="Consolas"/>
              </a:rPr>
              <a:t>/mcp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Формулировка — часть проверки. Вернитесь к понедельнику той мёртвой недели: «посмотри, что скопилось, и подготовь черновики» — ровно та просьба, после которой проверять нечего. Она оставляет агенту выбор: он может честно попытаться вызвать сервер, а может ответить по смыслу задачи, ни разу к нему не обратившись. Оба случая выглядят как одинаковый ответ.</a:t>
            </a:r>
          </a:p>
          <a:p/>
          <a:p>
            <a:r>
              <a:t>Явное имя сервера в тексте запроса — «используя сервер трекера, выведи список открытых задач» — и есть доказательный вызов с прошлого слайда, применённый к формулировке. После такой просьбы есть что проверить: вызов инструмента в выводе либо подписан именем сервера, либо нет.</a:t>
            </a:r>
          </a:p>
          <a:p/>
          <a:p>
            <a:r>
              <a:t>Если спросят, не слишком ли это узкая привычка для одной диагностики: нет, это общая формулировка задачи при работе с любым подключённым сервером, не только в момент подозрения — явное имя дешевле стоит, чем расследование постфактум.</a:t>
            </a:r>
          </a:p>
          <a:p/>
          <a:p>
            <a:r>
              <a:t>Если спросят, не раздражает ли агента такая прямая формулировка или не мешает ли она ему самому выбрать подходящий инструмент: нет — явное имя сервера не запрещает агенту делать что-то ещё, оно лишь однозначно называет, через какой канал должен пройти именно этот шаг.</a:t>
            </a:r>
          </a:p>
          <a:p/>
          <a:p>
            <a:r>
              <a:t>Если спросят, работает ли это и для менее срочных задач, не только при подозрении на сбой: да, это обычная формулировка — подозрение делает её необходимой, не только желательной.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кейс не меняет конфигурацию: его решение процедурное, и честнее сказать это прямо. В тот же файл инструкций проекта, где уже живёт правило про ветки, добавляется короткая строка: после подключения любого сервера и после любого подозрения в тишине — явный именованный вызов, прежде чем доверять зелёному статусу. Та самая строка, которой не хватало в начале той недели.</a:t>
            </a:r>
          </a:p>
          <a:p/>
          <a:p>
            <a:r>
              <a:t>Почему именно в CLAUDE.md, не хуком, — вопрос честный, и ответ опирается на то, что мы уже видели в прошлом занятии. Там в одном и том же файле стояли рядом два разных вида правил: «Repository etiquette» — текст, который читает человек или агент и решает, следовать ли ему, и «Хук защиты ветки» — настоящий код, который срабатывает сам на git-команду, без участия решения в моменте. Хук умеет реагировать только на чётко описанное событие: команда, имя файла, код выхода. «После подозрения в тишине» — не такое событие: его нельзя заранее формально описать, оно требует, чтобы кто-то заметил и решил, что пора проверить. Вот почему это строка в CLAUDE.md, не механизм.</a:t>
            </a:r>
          </a:p>
          <a:p/>
          <a:p>
            <a:r>
              <a:t>Если спросят, не слабое ли это решение по сравнению с автоматическим барьером из первого кейса блока: да, оно слабее барьера именно по этой причине — и это честно: не каждая проблема решается механизмом, часть решается дисциплиной, записанной текстом.</a:t>
            </a:r>
          </a:p>
          <a:p/>
          <a:p>
            <a:r>
              <a:t>Если спросят, почему строка идёт именно в тот же файл, не в отдельный: проект уже выбрал этот файл местом для процедурных правил — повторное изобретение формата не нужно.</a:t>
            </a:r>
          </a:p>
          <a:p/>
          <a:p>
            <a:r>
              <a:t>Если спросят, что вообще такое CLAUDE.md, если кто-то пропустил прошлое занятие: это файл инструкций проекта, который читает агент в начале каждой сессии — то, что в нём написано, не исполняется автоматически, но агент это видит и обычно следует этому, в отличие от хука, который исполняется кодом независимо от того, прочитал его кто-то или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случая, прежде чем идти дальше, — рассказываю по тому, к чему это привело, не по техническим внутренностям.</a:t>
            </a:r>
          </a:p>
          <a:p/>
          <a:p>
            <a:r>
              <a:t>Первый: команда работала с MCP-сервером для баз данных одного известного производителя в режиме, который считали ограниченным только чтением, — именно для того, чтобы агент не мог ничего испортить в чужой базе. На деле флаг этого режима не делал соединение реально ограниченным: разработчики сервера сами были уверены, что ограничение работает, пока кто-то не выполнил запрос с реальным побочным эффектом и не увидел, что он прошёл. Это и был единственный способ узнать — не чтение настройки.</a:t>
            </a:r>
          </a:p>
          <a:p/>
          <a:p>
            <a:r>
              <a:t>Второй — из нашего же проекта. Один из подключённых серверов однажды тихо потерял доступ: инструменты, которые вчера работали, перестали работать без предупреждения. Статус подключения продолжал показывать «подключён» — ничего не выглядело сломанным, пока кто-то реально не попробовал вызвать инструмент и не наткнулся на отказ входа. Причина — в настройке авторизации на стороне сервиса, не в самом подключении.</a:t>
            </a:r>
          </a:p>
          <a:p/>
          <a:p>
            <a:r>
              <a:t>Оба случая раскрылись одинаково — реальным действием с наблюдаемым результатом, не чтением настройки сервера.</a:t>
            </a:r>
          </a:p>
          <a:p/>
          <a:p>
            <a:r>
              <a:t>Если спросят, как часто такое случается: системных измерений частоты именно этого класса сбоя нет — честный пробел, но оба примера документированы: один как официальная уязвимость с номером (CVE-2026-61788, DBHub, CVSS 7,4 из 10 — флаг </a:t>
            </a:r>
            <a:r>
              <a:rPr>
                <a:latin typeface="Consolas"/>
              </a:rPr>
              <a:t>readonly</a:t>
            </a:r>
            <a:r>
              <a:t> у инструмента </a:t>
            </a:r>
            <a:r>
              <a:rPr>
                <a:latin typeface="Consolas"/>
              </a:rPr>
              <a:t>execute_sql</a:t>
            </a:r>
            <a:r>
              <a:t> ссылался на поле конфигурации, которое никогда не заполнялось), другой — как реальный инцидент этого же проекта (</a:t>
            </a:r>
            <a:r>
              <a:rPr>
                <a:latin typeface="Consolas"/>
              </a:rPr>
              <a:t>workspace-mcp</a:t>
            </a:r>
            <a:r>
              <a:t>, </a:t>
            </a:r>
            <a:r>
              <a:rPr>
                <a:latin typeface="Consolas"/>
              </a:rPr>
              <a:t>[#49]</a:t>
            </a:r>
            <a:r>
              <a:t>: OAuth-приложение в статусе </a:t>
            </a:r>
            <a:r>
              <a:rPr>
                <a:latin typeface="Consolas"/>
              </a:rPr>
              <a:t>Testing</a:t>
            </a:r>
            <a:r>
              <a:t> автоматически отзывает </a:t>
            </a:r>
            <a:r>
              <a:rPr>
                <a:latin typeface="Consolas"/>
              </a:rPr>
              <a:t>refresh_token</a:t>
            </a:r>
            <a:r>
              <a:t> через 7 дней без активности; в статусе </a:t>
            </a:r>
            <a:r>
              <a:rPr>
                <a:latin typeface="Consolas"/>
              </a:rPr>
              <a:t>In production</a:t>
            </a:r>
            <a:r>
              <a:t> тот же токен не отзывается вовсе).</a:t>
            </a:r>
          </a:p>
          <a:p/>
          <a:p>
            <a:r>
              <a:t>Если спросят, можно ли было поймать оба случая раньше: только реальным действием с наблюдаемым результатом, не чтением настройки сервера, — ровно то, чему учит этот кейс целиком.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Достаточно посмотреть на статус, если сервер используется нерегулярно и каждый вызов проходит под наблюдением человека.</a:t>
            </a:r>
          </a:p>
          <a:p/>
          <a:p>
            <a:r>
              <a:t>Довериться флагу, который сервер не может независимо подтвердить, не стоит никогда: его проверяют явным вызовом. Если задаче хватило бы режима только чтения, а сервер не даёт способа убедиться, что режим включён, — разумнее завести отдельную роль с урезанными правами на уровне самой базы данных. Права, выданные самой базой, держатся сами; обещание флага держится на честности сервера.</a:t>
            </a:r>
          </a:p>
          <a:p/>
          <a:p>
            <a:r>
              <a:t>Третья граница — там, где перестаёт работать сам приём этого кейса. Если явный вызов систематически не проходит и автор сервера молчит, дешёвые шаги исчерпаны: вопрос возвращается туда же, где решался первый кейс блока, — подключать ли сервер вообще.</a:t>
            </a:r>
          </a:p>
          <a:p/>
          <a:p>
            <a:r>
              <a:t>Мы научились проверять, что подключённое действительно работает. Следующий вопрос — что происходит с тем, что мы один раз уже одобрили.</a:t>
            </a:r>
          </a:p>
          <a:p/>
          <a:p>
            <a:r>
              <a:t>Если спросят, не противоречит ли это выводу прошлого кейса, где мы вычёркивали права: нет, это следующий шаг того же рассуждения — там мы решали, какие права выдать, здесь — как проверить, что выданное действительно делает заявленное, и где эта проверка сама упирается в предел.</a:t>
            </a:r>
          </a:p>
          <a:p/>
          <a:p>
            <a:r>
              <a:t>Если спросят про периодичность проверки: прямых измерений, как часто нужно перепроверять, не существует ни в одном источнике — структурный критерий тот же, что в прошлом кейсе: регулярность использования, не календарь.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Третий случай этого блока. Сессия только открыта, он ещё ничего не спросил — и часть контекста уже занята.</a:t>
            </a:r>
          </a:p>
          <a:p/>
          <a:p>
            <a:r>
              <a:t>Занята она не разговором и не файлами проекта. Четыре подключённых сервера описали себя при старте: так устроено подключение, которое мы собрали в первом случае.</a:t>
            </a:r>
          </a:p>
          <a:p/>
          <a:p>
            <a:r>
              <a:t>За всю задачу он обратится к одному из четырёх. Плата внесена за все четыре. Разбираем, что с этим делать.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При чём тут предыдущие два случая.</a:t>
            </a:r>
            <a:r>
              <a:t> Первый был про то, что подключать и с какими правами. Второй — про то, как убедиться, что подключённое работает. Этот про счёт: во что обходится само присутствие сервера в проекте, пока к нему никто не обращается.</a:t>
            </a:r>
          </a:p>
          <a:p/>
          <a:p>
            <a:r>
              <a:rPr i="1"/>
              <a:t>Почему это не повтор слайда о постоянной плате.</a:t>
            </a:r>
            <a:r>
              <a:t> Там плата названа и измерена на одном сервере. Здесь серверов несколько, половину из них в проект добавил не он, и вопрос стоит иначе: чем эту плату уменьшают, не отключая нужное.</a:t>
            </a:r>
          </a:p>
          <a:p/>
          <a:p>
            <a:r>
              <a:rPr i="1"/>
              <a:t>Если прозвучит «так контекст же большой».</a:t>
            </a:r>
            <a:r>
              <a:t> Это и есть первая карточка вопроса через два экрана. Разбор показывает, в какой момент большого контекста перестаёт хватать и что именно съедает запас до начала работы.</a:t>
            </a:r>
          </a:p>
          <a:p/>
          <a:p>
            <a:r>
              <a:rPr i="1"/>
              <a:t>Если спросят, при чём тут вообще он, если серверы добавил коллега.</a:t>
            </a:r>
            <a:r>
              <a:t> Проектная область файла подключения — общая: её видит каждый, кто клонирует репозиторий. Мы это разбирали, когда выбирали, куда положить файл; здесь это свойство возвращается с другой стороны.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Трекер задач в проектном файле — его, из первого случая. Ещё три сервера дописал туда коллега под свою работу: браузер, база данных, сервер документации. Область проектная, значит эти три подключились и у него.</a:t>
            </a:r>
          </a:p>
          <a:p/>
          <a:p>
            <a:r>
              <a:t>Что он заметил: на длинной правке агент сжал разговор заметно раньше, чем на такой же задаче неделей раньше, и переспросил то, о чём договорились в начале.</a:t>
            </a:r>
          </a:p>
          <a:p/>
          <a:p>
            <a:r>
              <a:t>Он посмотрел, из чего набран контекст до его первого вопроса. Системная часть, файлы инструкций проекта, описания инструментов четырёх серверов. И в чужих строках — флаг </a:t>
            </a:r>
            <a:r>
              <a:rPr>
                <a:latin typeface="Consolas"/>
              </a:rPr>
              <a:t>alwaysLoad</a:t>
            </a:r>
            <a:r>
              <a:t> у двух серверов: отложенная загрузка описаний для них отменена, все их инструменты описываются при старте. Коллега поставил его, чтобы инструменты не терялись.</a:t>
            </a:r>
          </a:p>
          <a:p/>
          <a:p>
            <a:r>
              <a:t>Цена: час на то, чтобы заново проговорить решения, потерянные при сжатии. Одна правка успела уехать в ветку по решению, которое он уже отменил.</a:t>
            </a:r>
          </a:p>
          <a:p/>
          <a:p>
            <a:r>
              <a:t>И счёт: за всю задачу он обратился к одному серверу из четырёх.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спросят, не выдумка ли это.</a:t>
            </a:r>
            <a:r>
              <a:t> Сцена учебная, как и все сцены занятия: проект настоящий, ситуация собрана из типовых. Доли контекста здесь намеренно не названы — измеренные числа идут через два экрана, с источником.</a:t>
            </a:r>
          </a:p>
          <a:p/>
          <a:p>
            <a:r>
              <a:rPr i="1"/>
              <a:t>Если спросят, откуда у коллеги право дописывать в его файл.</a:t>
            </a:r>
            <a:r>
              <a:t> Это один файл проекта под общим управлением версиями. Проектная область на то и проектная: выбирая её в первом случае, мы покупали ровно это свойство — подключение едет вместе с репозиторием.</a:t>
            </a:r>
          </a:p>
          <a:p/>
          <a:p>
            <a:r>
              <a:rPr i="1"/>
              <a:t>Если спросят, точно ли сжатие пришло из-за серверов.</a:t>
            </a:r>
            <a:r>
              <a:t> Сжатие приходит, когда контекст заполнен, и описания инструментов — одна из статей заполнения, занятая до начала работы. Доля каждой статьи у каждого своя; проверяется она тем же способом, которым он и посмотрел.</a:t>
            </a:r>
          </a:p>
          <a:p/>
          <a:p>
            <a:r>
              <a:rPr i="1"/>
              <a:t>Если спросят, зачем вообще нужен флаг `alwaysLoad`.</a:t>
            </a:r>
            <a:r>
              <a:t> У него есть законное применение: инструмент, который нужен буквально на каждом шаге, дешевле описать один раз при старте, чем подтягивать по требованию. Документация при этом прямо называет цену — каждый описанный вперёд инструмент занимает место, которое иначе досталось бы разговору.</a:t>
            </a:r>
          </a:p>
          <a:p/>
          <a:p>
            <a:r>
              <a:rPr i="1"/>
              <a:t>Если спросят, что было бы без чужих трёх серверов.</a:t>
            </a:r>
            <a:r>
              <a:t> Один сервер тоже вносит плату, и первый случай её измерил. Разница в том, что на четырёх она перестаёт быть незаметной, а половину из них в проект добавил не тот человек, который за них платит контекстом.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сервера подключены проектным файлом, за задачу понадобился один. Что вы ставите первым шагом — и что добавляете к этому следующим?</a:t>
            </a:r>
          </a:p>
          <a:p/>
          <a:p>
            <a:r>
              <a:t>Пять карточек: ничего — контекст большой, хватит; отключить серверы, которыми не пользуетесь; оставить подключёнными, но получать описания по требованию; держать набор серверов под задачу, не общий проектный; чаще сжимать разговор.</a:t>
            </a:r>
          </a:p>
          <a:p/>
          <a:p>
            <a:r>
              <a:t>Держите в голове счёт со сцены: обращение за всю задачу было к одному серверу, плата внесена за четыре.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зал разделится между «отключить лишние» и «описания по требованию».</a:t>
            </a:r>
            <a:r>
              <a:t> Это и есть материал разбора: обе карточки работают, но стоят разного — одна требует заранее знать, что понадобится, вторая не требует ничего и часто уже включена. Деление принимаю, спор не развожу.</a:t>
            </a:r>
          </a:p>
          <a:p/>
          <a:p>
            <a:r>
              <a:rPr i="1"/>
              <a:t>Если прозвучит «сжимать чаще».</a:t>
            </a:r>
            <a:r>
              <a:t> Держу до разбора: там видно, что описания инструментов сжатием не уходят — они приходят в каждый новый контекст заново, отдельно от истории разговора.</a:t>
            </a:r>
          </a:p>
          <a:p/>
          <a:p>
            <a:r>
              <a:rPr i="1"/>
              <a:t>Если кто-то назовёт «ничего, контекст большой».</a:t>
            </a:r>
            <a:r>
              <a:t> Не спорьте сразу. Разбор делает это предметно: называет, сколько занимают описания в измеренном случае и в какой момент большого контекста перестаёт хватать.</a:t>
            </a:r>
          </a:p>
          <a:p/>
          <a:p>
            <a:r>
              <a:rPr i="1"/>
              <a:t>Если прозвучит «пусть коллега уберёт свои серверы».</a:t>
            </a:r>
            <a:r>
              <a:t> Законный ход, и он же самый хрупкий: серверы коллеге нужны, а проектный файл один. Разбор приводит его к четвёртой карточке — к набору под задачу.</a:t>
            </a:r>
          </a:p>
          <a:p/>
          <a:p>
            <a:r>
              <a:rPr i="1"/>
              <a:t>Если никто не выберет «ничего».</a:t>
            </a:r>
            <a:r>
              <a:t> Стоит назвать вслух: именно «ничего» и происходит по умолчанию у всех, кто ни разу не смотрел, из чего набран контекст его сессии до первого вопроса.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Три проверки он сделал. Какой не хватило?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622602"/>
            <a:ext cx="11183112" cy="476631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1208" y="1677466"/>
            <a:ext cx="64008" cy="366903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759762"/>
            <a:ext cx="10643616" cy="2023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За неделю он сделал три из этих четырёх проверок — и остался без ответа.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66745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894761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 ту, которой ему не хватило, и скажите, чем она отличается от остальных трёх.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57217"/>
            <a:ext cx="2686050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257217"/>
            <a:ext cx="246659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ничего — статус зелёный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5274" y="4257217"/>
            <a:ext cx="2686050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5002" y="4257217"/>
            <a:ext cx="246659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посмотреть, что именно показывает статус подробнее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7628" y="4257217"/>
            <a:ext cx="2686050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7356" y="4257217"/>
            <a:ext cx="246659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спросить агента, почему он решил, что всё сделал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9982" y="4257217"/>
            <a:ext cx="2686050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9710" y="4257217"/>
            <a:ext cx="246659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явно попросить агента обратиться к серверу по имени и показать вызов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Три проверки — правда. Правда о другом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3234055"/>
          </a:xfrm>
          <a:prstGeom prst="roundRect">
            <a:avLst>
              <a:gd name="adj" fmla="val 9424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6236"/>
            <a:ext cx="1519458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ПРОВЕРКА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1562" y="1126236"/>
            <a:ext cx="469839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ДОКАЗАЛА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6256" y="1126236"/>
            <a:ext cx="416059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ЧЕГО НЕ ДОКАЗАЛА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08303"/>
            <a:ext cx="1519458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ничего — статус зелёный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1562" y="1408303"/>
            <a:ext cx="4698390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процесс сервера поднят и ответил на рукопожатие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6256" y="1408303"/>
            <a:ext cx="4160591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что агент обращался к нему в этой задаче — это отдельный факт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192341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1923414"/>
            <a:ext cx="1519458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статус подробнее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1562" y="1923414"/>
            <a:ext cx="4698390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различает «процесс не поднялся», «список инструментов не получен», «нужна авторизация» — круг причин сужается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6256" y="1923414"/>
            <a:ext cx="4160591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вызывал ли агент сервер именно сейчас: статус живёт отдельно от конкретной задачи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61378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613786"/>
            <a:ext cx="1519458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спросить агента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1562" y="2613786"/>
            <a:ext cx="4698390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иногда вскрывает причину сразу: агент признаётся, что не нашёл способа проверить и ответил по смыслу задачи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256" y="2613786"/>
            <a:ext cx="4160591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агент пересказывает своё понимание; наблюдения за транспортом в пересказе нет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312889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3128899"/>
            <a:ext cx="1519458" cy="8656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попросить обратиться к серверу по имени и показать вызов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1562" y="3128899"/>
            <a:ext cx="4698390" cy="8656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вызов инструмента в выводе подписан именем сервера — это видимый факт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256" y="3128899"/>
            <a:ext cx="4160591" cy="8656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требует заранее знать имя сервера и чуть более точной формулировки задачи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42003"/>
            <a:ext cx="82296" cy="73101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4470019"/>
            <a:ext cx="10643616" cy="4749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98"/>
              </a:lnSpc>
              <a:spcAft>
                <a:spcPts val="300"/>
              </a:spcAft>
            </a:pPr>
            <a:r>
              <a:rPr sz="1450" b="1" i="0">
                <a:solidFill>
                  <a:srgbClr val="141B2E"/>
                </a:solidFill>
                <a:latin typeface="Arial"/>
              </a:rPr>
              <a:t>Статус говорил правду — о том, что процесс поднят.</a:t>
            </a:r>
            <a:r>
              <a:rPr sz="1450" b="1" i="0">
                <a:solidFill>
                  <a:srgbClr val="141B2E"/>
                </a:solidFill>
                <a:latin typeface="Arial"/>
              </a:rPr>
              <a:t> Работу агента доказывает одно: вызов, подписанный именем сервера. Три честные проверки за неделю дали ноль фактов об этом.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237607"/>
            <a:ext cx="11183112" cy="821082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5365623"/>
            <a:ext cx="10634472" cy="565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У кого прямо сейчас подключён хоть один сервер — и когда вы последний раз видели его имя в выводе агента?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Как понять, что сервер реально работает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77975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605991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Consolas"/>
              </a:rPr>
              <a:t>claude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mcp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list</a:t>
            </a:r>
            <a:r>
              <a:rPr sz="1500" b="1" i="0">
                <a:solidFill>
                  <a:srgbClr val="141B2E"/>
                </a:solidFill>
                <a:latin typeface="Arial"/>
              </a:rPr>
              <a:t>/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/mcp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показывает больше, чем одно слово «подключено» — отдельно видно, поднялся ли сам процесс и получен ли список инструментов. Но даже такой подробный статус — факт про процесс, не про то, обращался ли к нему именно агент в этой задаче.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128467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3256483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Доказательный вызов.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Явное упоминание сервера в запросе: «используя сервер такой-то, узнай…». Признак, что ответ пришёл именно оттуда, — вызов инструмента в выводе подписан именем сервера.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542739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670755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Если ответ не приходит сразу — не спешите считать это сбоем. Запуск самого сервера и выполнение уже начатого вызова идут по разным часам: второе объективно может занимать заметно дольше первого.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Как спросить агента, чтобы было что проверить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013204"/>
            <a:ext cx="82296" cy="7848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2141220"/>
            <a:ext cx="10643616" cy="5288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Плохо: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«Посмотри, что скопилось во входящих, и подготовь черновики.»</a:t>
            </a:r>
          </a:p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Ни «нашёл», ни «не нашёл» это не доказывает — агент мог ответить, не обращаясь к серверу вовсе.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465576"/>
            <a:ext cx="82296" cy="125730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3593592"/>
            <a:ext cx="10643616" cy="10012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Хорошо: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«Используя сервер трекера, выведи список открытых задач, затем подготовь черновик по каждой.»</a:t>
            </a:r>
          </a:p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Явное имя сервера в запросе — и есть доказательный вызов: дальше смотрим, подписан ли вызов в выводе именем сервера.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Процедура, не файл: строка правила в CLAUDE.md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93571"/>
            <a:ext cx="11183112" cy="97155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8952" y="172905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" y="1513027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Consolas"/>
              </a:rPr>
              <a:t>CLAUDE.md</a:t>
            </a:r>
            <a:r>
              <a:rPr sz="1350" b="0" i="0">
                <a:solidFill>
                  <a:srgbClr val="141B2E"/>
                </a:solidFill>
                <a:latin typeface="Arial"/>
              </a:rPr>
              <a:t>, раздел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Repository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etiquette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— добавлена строка: «После подключения любого MCP-сервера и после любого подозрения в тишине — явный именованный вызов сервера, прежде чем доверять зелёному статусу».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32633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3060649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Это строка в файле, который уже есть, не новый артефакт — и она проверяется так же, как остальные правила этого проекта: прочитана, не исполняется сама.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346905"/>
            <a:ext cx="82296" cy="145542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474921"/>
            <a:ext cx="10643616" cy="1199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Почему именно CLAUDE.md, не хук.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В прошлом занятии в этом же файле уже стояли оба вида правил рядом: «Repository etiquette» — записанное словами, читает человек или агент; «Хук защиты ветки» — код, который срабатывает сам на конкретное событие. Здесь правило снова первого вида: «подозрение в тишине» нельзя заранее описать как событие для хука — это решение принимает человек.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Статус зелёный, а то, что обещано, — не то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83334"/>
            <a:ext cx="11183112" cy="2620073"/>
          </a:xfrm>
          <a:prstGeom prst="roundRect">
            <a:avLst>
              <a:gd name="adj" fmla="val 1163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66214"/>
            <a:ext cx="109079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СЛОЙ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2896" y="1666214"/>
            <a:ext cx="570962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ЭТО ЗНАЧИЛО ДЛЯ ТЕХ, КТО ЭТИМ ПОЛЬЗОВАЛСЯ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8825" y="1666214"/>
            <a:ext cx="357802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КАК ЗАМЕТИЛИ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48281"/>
            <a:ext cx="1090792" cy="10774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1 · сервер сам говорит неправду о своём режиме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2896" y="1948281"/>
            <a:ext cx="5709624" cy="10774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Команда была уверена, что работает с чужой базой данных в безопасном режиме только чтения — а соединение на деле позволяло менять данные. Сами разработчики сервера были уверены, что ограничение работает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8825" y="1948281"/>
            <a:ext cx="3578022" cy="10774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обнаружили только тогда, когда кто-то выполнил запрос с реальным побочным эффектом и увидел, что он прошёл — чтение настройки ничего не показывало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02568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3025686"/>
            <a:ext cx="1090792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2 · доступ пропадает тихо, статус жив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2896" y="3025686"/>
            <a:ext cx="5709624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Инструменты, которые ещё вчера работали, однажды перестали — без предупреждения, без красного статуса;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claude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mcp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list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продолжал показывать «подключён»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8825" y="3025686"/>
            <a:ext cx="3578022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заметили по тому, что обычные вызовы начали требовать повторного входа, не по статусу подключения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770920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898936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Статус подключения и текст настройки говорят, каким соединение должно быть. Что оно делает на самом деле, показывает только реальное действие с наблюдаемым результатом.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807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Когда достаточно посмотреть на статус, а когда нужно вызвать самому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34464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862480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Мы научились проверять, что подключённое действительно работает. Следующий вопрос — что происходит с тем, что мы один раз уже одобрили.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148736"/>
            <a:ext cx="5454396" cy="2556891"/>
          </a:xfrm>
          <a:prstGeom prst="roundRect">
            <a:avLst>
              <a:gd name="adj" fmla="val 1192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258464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ДОСТАТОЧНО ПОСМОТРЕТЬ НА СТАТУС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32784"/>
            <a:ext cx="5088636" cy="318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сервер используется нерегулярно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3851427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3851427"/>
            <a:ext cx="5088636" cy="318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каждый вызов — под наблюдением человека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3148736"/>
            <a:ext cx="5454396" cy="2556891"/>
          </a:xfrm>
          <a:prstGeom prst="roundRect">
            <a:avLst>
              <a:gd name="adj" fmla="val 1192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3258464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НУЖНО ВЫЗВАТЬ САМОМУ — ИЛИ РЕШЕНИЕ НЕ ПОДКЛЮЧАТЬ ВОВСЕ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3532784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доверять флагу, который сервер не может независимо подтвердить, — не нужно никогда: проверяйте явным вызовом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14516" y="4023766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14516" y="4023766"/>
            <a:ext cx="5088636" cy="835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если для задачи хватило бы режима только чтения, а сервер не даёт способа убедиться, что он реально включён, — разумнее завести отдельную роль с урезанными правами на уровне самой базы данных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14516" y="4859426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14516" y="4859426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явный вызов систематически не проходит и автор сервера не отвечает — вопрос смещается туда же, где решался первый кейс этого блока: подключать ли сервер вообще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447544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447544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95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114931"/>
            <a:ext cx="9144000" cy="1360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7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Он открыл сессию в своём репозитории и ещё ничего не спросил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85997"/>
            <a:ext cx="9509760" cy="1139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4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Сессия открыта, ни одного вопроса агенту он ещё не задал. Часть контекста уже занята: четыре сервера из проектного файла описали себя при старте, и за всю задачу понадобится один.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75"/>
              </a:lnSpc>
              <a:spcAft>
                <a:spcPts val="0"/>
              </a:spcAft>
            </a:pPr>
            <a:r>
              <a:rPr sz="1250" b="0" i="0">
                <a:solidFill>
                  <a:srgbClr val="9FAEC4"/>
                </a:solidFill>
                <a:latin typeface="Arial"/>
              </a:rPr>
              <a:t>Субагент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Один сервер его. Ещё три дописал коллега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48664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176680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Проектный файл подключения: трекер задач — его собственный; браузер, база данных, сервер документации — коллеги, под свою работу. Область проектная, её видит каждый, кто работает с репозиторием.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59507"/>
            <a:ext cx="11183112" cy="2771775"/>
          </a:xfrm>
          <a:prstGeom prst="roundRect">
            <a:avLst>
              <a:gd name="adj" fmla="val 10996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289499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678963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Что он заметил.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На длинной правке агент сжал разговор заметно раньше обычного и переспросил то, о чём они договорились в начале.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34276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3211601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Из чего набрано.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Он посмотрел, что лежит в контексте до его первого вопроса: системная часть, файлы инструкций проекта, описания инструментов четырёх серверов.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4061421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744239"/>
            <a:ext cx="10360152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Что нашлось в чужих строках.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У двух серверов стоит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alwaysLoad: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true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— отложенная загрузка описаний для них отменена, все их инструменты описываются при старте. Коллега поставил флаг, чтобы «инструменты не терялись».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469521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479188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Цена.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Час на то, чтобы заново проговорить решения, потерянные при сжатии. Одна правка успела уехать в ветку по решению, которое он к тому моменту уже отменил.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659145"/>
            <a:ext cx="82296" cy="51054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787161"/>
            <a:ext cx="10643616" cy="254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За всю задачу он обратился к одному серверу из четырёх. Плата внесена за четыре.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Четыре сервера, понадобился один. Что меняем?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058314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2186330"/>
            <a:ext cx="106344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13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Что вы ставите первым шагом — и что добавляете к этому следующим?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548786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3548786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ничего — контекст большой, хватит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8803" y="3548786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8531" y="3548786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отключить серверы, которыми не пользуетесь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4686" y="3548786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44414" y="3548786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оставить подключёнными, но получать описания по требованию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00569" y="3548786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10297" y="3548786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держать набор серверов под задачу, не общий проектный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66452" y="3548786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76180" y="3548786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65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чаще сжимать разговор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