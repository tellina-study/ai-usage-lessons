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из этих четырёх проверок он за неделю сделал — и остался без ответа. Выберите ту, которой ему не хватило, и скажите, чем она отличается от остальных трёх.</a:t>
            </a:r>
          </a:p>
          <a:p/>
          <a:p>
            <a:r>
              <a:t>Четыре карточки: ничего — статус зелёный; посмотреть, что именно показывает статус подробнее; спросить агента, почему он решил, что всё сделал; явно попросить агента обратиться к серверу по имени и показать вызов.</a:t>
            </a:r>
          </a:p>
          <a:p/>
          <a:p>
            <a:r>
              <a:t>Карточку назовут быстро — важнее вторая половина вопроса. Что эта проверка даёт такого, чего не дают три остальные?</a:t>
            </a:r>
          </a:p>
          <a:p/>
          <a:p>
            <a:r>
              <a:t>Если зал говорит «она надёжнее» или «она точнее»: попросите сказать конкретно, что именно вы увидите на экране после неё, — ответ про видимый след и есть материал разбора.</a:t>
            </a:r>
          </a:p>
          <a:p/>
          <a:p>
            <a:r>
              <a:t>Если прозвучит «проблема в формулировке задачи, а сервер ни при чём»: хорошая мысль, придержите её — ровно это разбирается через слайд, и там видно, что одно от другого не отделяется.</a:t>
            </a:r>
          </a:p>
          <a:p/>
          <a:p>
            <a:r>
              <a:t>Если зал спросит, почему среди карточек нет «удалить и подключить заново» и «написать автору»: это реальные ходы, но не первые — к ним кейс возвращается в границе применимости, когда более дешёвые варианты уже не сработали.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проверки он сделал. Какой не хватило?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22602"/>
            <a:ext cx="11183112" cy="476631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677466"/>
            <a:ext cx="64008" cy="36690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59762"/>
            <a:ext cx="10643616" cy="202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За неделю он сделал три из этих четырёх проверок — и остался без ответа.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66745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94761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 ту, которой ему не хватило, и скажите, чем она отличается от остальных трёх.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57217"/>
            <a:ext cx="268605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57217"/>
            <a:ext cx="246659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ничего — статус зелёный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5274" y="4257217"/>
            <a:ext cx="268605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5002" y="4257217"/>
            <a:ext cx="246659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посмотреть, что именно показывает статус подробнее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4257217"/>
            <a:ext cx="268605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7356" y="4257217"/>
            <a:ext cx="246659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спросить агента, почему он решил, что всё сделал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9982" y="4257217"/>
            <a:ext cx="268605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9710" y="4257217"/>
            <a:ext cx="246659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явно попросить агента обратиться к серверу по имени и показать вызов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