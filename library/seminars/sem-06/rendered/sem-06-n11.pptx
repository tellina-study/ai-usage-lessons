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Начать стоит со своего случая. У кого агент уже ходил наружу — в трекер, в базу, в документацию? Чем это было сделано? Доступ наружу к этому занятию есть почти у каждого, кто работает с ассистентом не первый месяц, и свой способ вспоминается быстрее, чем выбирается чужой.</a:t>
            </a:r>
          </a:p>
          <a:p/>
          <a:p>
            <a:r>
              <a:t>Дальше этот свой способ надо проверить сценой. Чтобы того вторника не повторилось, агент должен сам смотреть открытые задачи трекера в момент работы и готовить по ним черновики правок — то есть ходить туда каждый день, а не однажды. Выберите свой способ из пяти карточек и скажите, выдерживает ли он такую частоту; если нет — какую из соседних карточек вы взяли бы сейчас.</a:t>
            </a:r>
          </a:p>
          <a:p/>
          <a:p>
            <a:r>
              <a:t>Пять способов: вызвать API напрямую; подключить чужой сервер — удалённо; подключить чужой сервер — локально; написать свой сервер; вызывать готовую команду </a:t>
            </a:r>
            <a:r>
              <a:rPr>
                <a:latin typeface="Consolas"/>
              </a:rPr>
              <a:t>gh</a:t>
            </a:r>
            <a:r>
              <a:t> каждый раз. Выбор здесь весит меньше причины: назвать способ легко, труднее сказать, что именно он требует от вас заранее и что занимает постоянно.</a:t>
            </a:r>
          </a:p>
          <a:p/>
          <a:p>
            <a:r>
              <a:rPr>
                <a:latin typeface="Consolas"/>
              </a:rPr>
              <a:t>gh</a:t>
            </a:r>
            <a:r>
              <a:t> в этом списке — официальный CLI-инструмент GitHub. Он уже установлен у многих разработчиков и умеет читать и писать задачи трекера без какого-либо MCP-сервера, обычным вызовом команды. Разницу между «удалённо» и «локально» тоже стоит проговорить до выбора: в первом случае сервер — чужой процесс, который кто-то другой держит в сети и сам поддерживает; во втором программа запускается у вас, и её старт, обновление и падение — ваша забота.</a:t>
            </a:r>
          </a:p>
          <a:p/>
          <a:p>
            <a:r>
              <a:t>Четыре ответа на этот вопрос звучат чаще прочих, и с каждым стоит проделать одну и ту же работу.</a:t>
            </a:r>
          </a:p>
          <a:p/>
          <a:p>
            <a:r>
              <a:t>«Написать свой сервер». Проверочный вопрос один: что в вашем сервере будет такого, чего нет в официальном? Иногда ответ есть — нужного набора операций действительно нет ни у кого из готовых поставщиков, — и тогда выбор верный. Чаще ответа нет, и тогда это работа, которую за вас уже сделали.</a:t>
            </a:r>
          </a:p>
          <a:p/>
          <a:p>
            <a:r>
              <a:t>«Возьмём API, потому что так гибче». Законный выбор, и разбор его не отменяет. Уточнить стоит одно: где будет жить описание эндпойнтов, которым вы кормите агента, и кто обновит его, когда сервис поменяет версию. Это описание — такой же артефакт проекта, как конфигурация, и владелец у него должен быть назван.</a:t>
            </a:r>
          </a:p>
          <a:p/>
          <a:p>
            <a:r>
              <a:t>«А в чём вообще разница, если результат одинаковый?» Результат действительно одинаковый: во всех пяти случаях агент получает свежий список задач. Разница — в том, что каждый способ требует от вас заранее, и в том, что он занимает постоянно. Обе стороны разбираются дальше: первая на разборе пяти способов, вторая на экране с ценой.</a:t>
            </a:r>
          </a:p>
          <a:p/>
          <a:p>
            <a:r>
              <a:t>Ответ, который не совпадает ни с одним из пяти. Почти всегда он укладывается в один из пяти, просто другими словами: «напишем скрипт, который дёргает трекер» — это прямой вызов API, «попросим подключить готовый сервис» — чужой сервер удалённо. Такой ответ стоит довести до одного из пяти, и дальше он разбирается вместе с остальными.</a:t>
            </a:r>
          </a:p>
          <a:p/>
          <a:p>
            <a:r>
              <a:t>Выбрать два тоже можно, и это даже точнее: два из пяти остаются законными до самого конца разбора. Тогда называйте оба и условие, при котором берёте первый.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Как дать агенту доступ к трекеру задач?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84071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612087"/>
            <a:ext cx="1063447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13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У кого из вас агент уже ходил наружу — в трекер, в базу, в документацию? Чем вы тогда дали ему доступ?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974543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3102559"/>
            <a:ext cx="1063447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13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Выберите свой способ из пяти — и скажите, выдержит ли он регулярный доступ или вы бы сейчас взяли соседнюю карточку.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465015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4465015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вызвать API напрямую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68803" y="4465015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78531" y="4465015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подключить чужой сервер — удалённо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34686" y="4465015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44414" y="4465015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подключить чужой сервер — локально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00569" y="4465015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10297" y="4465015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написать свой сервер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66452" y="4465015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76180" y="4465015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вызывать готовую команду gh каждый раз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