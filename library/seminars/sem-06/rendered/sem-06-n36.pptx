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Сразу разведём два слова, которые дальше всё время стоят рядом.</a:t>
            </a:r>
          </a:p>
          <a:p/>
          <a:p>
            <a:r>
              <a:t>Агент — то, что работает в вашей сессии и с чем вы разговариваете. Роль (в документации — субагент) — отдельный исполнитель, которого агент зовёт под одну задачу.</a:t>
            </a:r>
          </a:p>
          <a:p/>
          <a:p>
            <a:r>
              <a:t>Верхний ярус вы уже считали в прошлом блоке — те же четыре статьи. Системная часть от харнесса, файлы инструкций проекта, описания всех подключённых серверов целиком и четвёртое — разговор: задача, ответы агента и содержимое каждого прочитанного файла. Первые три вы не выбирали; четвёртое растёт с каждым открытым файлом. Здесь он нужен затем, чтобы сравнить два контекста.</a:t>
            </a:r>
          </a:p>
          <a:p/>
          <a:p>
            <a:r>
              <a:t>Нижний ярус — кто этот контекст держит. Слева ваша рабочая сессия: здесь лежит правка, сюда же нужен результат чтения. В середине роль: контекст свой, те же три верхние полосы, а вместо разговора — задача текстом. Сорок файлов лягут туда и закроются вместе с ролью, обратно уйдёт только итог — сам, без вашего участия.</a:t>
            </a:r>
          </a:p>
          <a:p/>
          <a:p>
            <a:r>
              <a:t>Справа — вторая сессия. Контекст у неё тоже свой, и рабочий остаётся чистым. Но обратного канала нет: ответ переносите вы, руками и своим пересказом.</a:t>
            </a:r>
          </a:p>
          <a:p/>
          <a:p>
            <a:r>
              <a:t>Если спросят, сколько ролей можно позвать: агент один, ролей он зовёт столько, сколько нужно; предел — в кейсе параллелизма.</a:t>
            </a:r>
          </a:p>
          <a:p/>
          <a:p>
            <a:r>
              <a:t>Если спросят, чем роль отличается от второй сессии по существу: тремя вещами, и все три на схеме. Итог возвращается сам, в тот контекст, где лежит работа. Поведение роли задано файлом, поэтому второй вызов повторяет первый. И права роли можно урезать списком — у второй сессии списка прав нет.</a:t>
            </a:r>
          </a:p>
          <a:p/>
          <a:p>
            <a:r>
              <a:t>Если спросят, зачем повторять верхний ярус, если его считали в блоке MCP: затем, что следующий ярус читается только рядом с ним — контекст роли собран из тех же статей, и видно это, только когда обе картинки стоят на одном экране.</a:t>
            </a:r>
          </a:p>
          <a:p/>
          <a:p>
            <a:r>
              <a:t>Если спросят, почему полосы верхнего яруса одинаковой ширины: потому что измеренной доли у нас нет. Постоянную плату за подключённые серверы занятие измерило в прошлом блоке, в токенах; остальные три источника на выборке никто не мерил. Нарисовать шкалу с долями было бы проще и было бы враньём.</a:t>
            </a:r>
          </a:p>
          <a:p/>
          <a:p>
            <a:r>
              <a:t>Если спросят, кто решает, звать роль по имени или дать модели выбрать самой: оба способа реальны, и устройство вызова — следующий экран целиком. Явный вызов снимает вопрос маршрутизации; выбор моделью зависит от того, насколько точно описание роли называет задачу.</a:t>
            </a:r>
          </a:p>
          <a:p/>
          <a:p>
            <a:r>
              <a:t>Если спросят, помнит ли роль прошлый вызов: не помнит. Каждый вызов поднимает контекст с нуля, между вызовами не переносится ничего. Это то же свойство, из которого первый кейс получает свою пользу, прочитанное с другой стороны: контекст одноразовый и потому чистый.</a:t>
            </a:r>
          </a:p>
          <a:p/>
          <a:p>
            <a:r>
              <a:t>Если спросят, какая часть схемы важнее для сегодняшнего кейса: золотая стрелка. Именно из «итог возвращается сам, туда, где лежит работа» следует всё, что мы будем считать через три экрана.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Агент, роль и контекст каждого</a:t>
            </a:r>
          </a:p>
        </p:txBody>
      </p:sp>
      <p:pic>
        <p:nvPicPr>
          <p:cNvPr id="3" name="Picture 2" descr="subagent-n36-kontekst-i-ro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25" y="943356"/>
            <a:ext cx="11044701" cy="53842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