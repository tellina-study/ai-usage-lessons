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разбирать первый кейс — одна вещь, которая нужна во всех трёх разборах этой ступени. Отдельная роль — это процесс со своим контекстным окном, вызываемый на одну задачу. Вызывают его по имени явно, либо модель выбирает сама — по описанию роли, не по её названию. Задача приходит текстом, роль возвращает только итог: ни какие файлы она открыла, ни какие запросы сделала, родитель не видит. И последнее: список инструментов определяет, что роль может сделать физически. Если список не указан вовсе, роль получает все инструменты, доступные субагентам, без исключений.</a:t>
            </a:r>
          </a:p>
          <a:p/>
          <a:p>
            <a:r>
              <a:t>Приём, о котором говорим, не привязан к одному инструменту: отдельная роль со своим контекстным окном есть у нескольких продуктов. Запись при этом у каждого своя: где-то это markdown с инструкцией телом файла, у одного — формат с отдельным полем для инструкции. Общей спецификации нет ни у одного.</a:t>
            </a:r>
          </a:p>
          <a:p/>
          <a:p>
            <a:r>
              <a:t>Если спросят, зачем называть переносимость здесь, до разбора кейсов: чтобы не прозвучало как универсальный стандарт раньше времени — весь материал ступени привязан к конкретному продукту, и это стоит сказать сразу, не оговоркой потом.</a:t>
            </a:r>
          </a:p>
          <a:p/>
          <a:p>
            <a:r>
              <a:t>Если спросят про исключение «форк»: есть режим, который наследует всё целиком — тот же промпт, те же права, всю историю; в нашей сцене мы им не пользуемся, но путать его с обычным вызовом не стоит.</a:t>
            </a:r>
          </a:p>
          <a:p/>
          <a:p>
            <a:r>
              <a:t>Если спросят, кто решает, когда вызывать роль по имени, а когда дать модели выбрать самой: оба способа реальны — явный вызов снимает вопрос маршрутизации полностью, выбор моделью зависит от того, насколько точно описание роли называет задачу.</a:t>
            </a:r>
          </a:p>
          <a:p/>
          <a:p>
            <a:r>
              <a:t>Если спросят, чем это отличается от нового чата в соседнем окне: окно у нового чата тоже своё, и этим сходство кончается. Роль зовут изнутри сессии, итог возвращается в неё сам, переносить руками нечего. Поведение роли задано файлом, поэтому второй вызов повторяет первый. И права у неё можно урезать списком — у соседнего окна списка прав нет.</a:t>
            </a:r>
          </a:p>
          <a:p/>
          <a:p>
            <a:r>
              <a:t>Если спросят, помнит ли роль прошлый вызов: не помнит. Каждый вызов поднимает своё окно с нуля, между вызовами не переносится ничего. Это то же свойство, из которого кейс получает свою пользу, прочитанное с другой стороны: окно одноразовое, и поэтому чистое.</a:t>
            </a:r>
          </a:p>
          <a:p/>
          <a:p>
            <a:r>
              <a:t>Если спросят, какая из трёх строк таблицы важнее для сегодняшнего кейса: вторая. Именно из «возвращается только итог» следует, что окно вызывающей сессии остаётся свободным, сколько бы файлов роль ни открыла. Первая строка понадобится третьему кейсу, третья — ему же, когда права будем собирать руками.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Процесс, контекстное окно, список инструментов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49178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04788" y="1049178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7194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4788" y="1177194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ЧТО РЕШАЕТ ИСХОД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0818" y="1049178"/>
            <a:ext cx="7315" cy="3915155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48756" y="1049178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61242"/>
            <a:ext cx="5381244" cy="34030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Субагент — отдельный процесс со своим контекстным окном, вызываемый на одну задачу.</a:t>
            </a:r>
          </a:p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Задача приходит текстом, роль возвращает родителю только итог.</a:t>
            </a:r>
          </a:p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Список инструментов определяет, что роль может сделать физически.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4788" y="1561242"/>
            <a:ext cx="5381244" cy="282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Вызывает его по имени явно либо модель выбирает сама по описанию — решает описание роли, не её название.</a:t>
            </a:r>
          </a:p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Промежуточных действий родитель не видит: ни какие файлы открыты, ни какие запросы сделаны.</a:t>
            </a:r>
          </a:p>
          <a:p>
            <a:pPr algn="l">
              <a:lnSpc>
                <a:spcPts val="234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Если список не указан вовсе, роль получает все инструменты, доступные субагентам, без исключений.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31646"/>
            <a:ext cx="1262066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031646"/>
            <a:ext cx="126206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описание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93002" y="4031646"/>
            <a:ext cx="2039544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93002" y="4031646"/>
            <a:ext cx="20395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контекстное окно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61998"/>
            <a:ext cx="2356350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561998"/>
            <a:ext cx="235635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список инструментов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40572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" y="5395436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477732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Переносимость, фактом: приём — отдельная роль со своим контекстным окном — есть у нескольких продуктов для работы с кодом. Запись расходится: где-то это markdown с инструкцией телом файла, у одного — формат с отдельным полем инструкции. Общей спецификации нет ни у одного.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