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Начать стоит со своего. Кто уже разгонял задачу разом, а не по очереди, — и чем именно: несколькими сессиями, субагентами, проверкой, которая гоняется сама? Названное средство дальше и проверяется на разложенной задаче: своё средство видно, на каком куске оно сработало, а на каком его просто некуда было приложить.</a:t>
            </a:r>
          </a:p>
          <a:p/>
          <a:p>
            <a:r>
              <a:t>Задача разложена. Чем её ускоряем?</a:t>
            </a:r>
          </a:p>
          <a:p/>
          <a:p>
            <a:r>
              <a:t>Выбор устроен так: одна карточка — и кусок, на котором выбранное средство работает. Карточка без куска не считается, потому что весь выбор лежит ровно в этой паре. «Субагенты» без указания куска означает «субагенты везде», а экран раскладки только что показал, что везде не выходит ни у одного из пяти средств.</a:t>
            </a:r>
          </a:p>
          <a:p/>
          <a:p>
            <a:r>
              <a:t>Пять средств на экране. Отдельный исполнитель, о котором идёт ступень, — одно из них, третья карточка слева. Остальные четыре старше его, и каждое на каком-то из шести кусков дешевле. Прежде чем читать дальше, стоит выбрать карточку и назвать кусок, и назвать причину: за счёт чего выбранное средство на этом куске выигрывает. Причина — половина ценности выбора, потому что ошибка здесь почти всегда лежит не в карточке, и видна она только через причину.</a:t>
            </a:r>
          </a:p>
          <a:p/>
          <a:p>
            <a:r>
              <a:t>Какие ответы на этот вопрос звучат чаще прочих, и что с каждым из них.</a:t>
            </a:r>
          </a:p>
          <a:p/>
          <a:p>
            <a:r>
              <a:rPr b="1"/>
              <a:t>«Субагенты, и на все куски сразу».</a:t>
            </a:r>
            <a:r>
              <a:t> Ответ сильный и честный, и звучит он чаще прочих. Спорить с ним преждевременно: ровно его и проверит разбор. Если он пришёл в голову первым — это хорошая отправная точка, потому что ошибка в нём лежит не там, где её обычно ищут.</a:t>
            </a:r>
          </a:p>
          <a:p/>
          <a:p>
            <a:r>
              <a:rPr b="1"/>
              <a:t>«Сузить задачу».</a:t>
            </a:r>
            <a:r>
              <a:t> Ход недооценённый, и он единственный из пяти, который убирает работу совсем, вместо того чтобы её ускорять. У него есть своё условие: сузить может тот, кто отвечает за срок. В большинстве случаев это не исполнитель, и тогда ход превращается в разговор с тем, кто ставил задачу. Разговор этот стоит дешевле двух рабочих выходных, поэтому ход заслуживает того, чтобы стоять в списке первым.</a:t>
            </a:r>
          </a:p>
          <a:p/>
          <a:p>
            <a:r>
              <a:rPr b="1"/>
              <a:t>«Делать куски по очереди».</a:t>
            </a:r>
            <a:r>
              <a:t> Защитимо, и у этого ответа есть реальное достоинство: порядок один и предсказуемый, столкнуться друг с другом куски не могут физически. Проверочный вопрос к нему один — на каком числе кусков он начнёт проигрывать. Ответ в самой арифметике: ожидания складываются, и чем больше в задаче независимых кусков, тем дороже обходится очередь.</a:t>
            </a:r>
          </a:p>
          <a:p/>
          <a:p>
            <a:r>
              <a:rPr b="1"/>
              <a:t>«Вести куски в нескольких сессиях».</a:t>
            </a:r>
            <a:r>
              <a:t> Ход рабочий, и у него есть точное место, где он спотыкается: что произойдёт, когда две сессии дойдут до поля и до сообщений об ошибках. Оба куска живут в одном файле. Это отдельная развилка со своей ценой и своими приёмами защиты, и она разбирается дальше в занятии; здесь достаточно заметить, что пересечение по файлу есть и что оно решает выбор между этой карточкой и соседней.</a:t>
            </a:r>
          </a:p>
          <a:p/>
          <a:p>
            <a:r>
              <a:rPr b="1"/>
              <a:t>«Вынести повторяемое в проверку, которая гоняется сама».</a:t>
            </a:r>
            <a:r>
              <a:t> Ответ, который приходит реже и попадает точно: прогон перед выкладкой стоит в задаче пять раз, и человеку там делать нечего. Условие у хода тоже есть, и разбор его назовёт.</a:t>
            </a:r>
          </a:p>
          <a:p/>
          <a:p>
            <a:r>
              <a:t>Выбрать две карточки нельзя, и это ограничение намеренное. Карточка плюс кусок — уже полный ответ, а две карточки означают два куска, то есть две раскладки сразу, и выбор перестаёт что-либо значить: при двух ходах в запасе всегда найдётся кусок, на котором хоть один из них сработал.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Чем ускоряем?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62125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590141"/>
            <a:ext cx="1063447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13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Кто из вас уже разгонял задачу разом, а не по очереди? Чем именно — несколькими сессиями, субагентами, проверкой, которая гоняется сама?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952597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3080613"/>
            <a:ext cx="1063447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13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Теперь то же на этой задаче: выберите карточку — и назовите кусок, на котором ваше средство работает.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443069"/>
            <a:ext cx="2119579" cy="1106424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4443069"/>
            <a:ext cx="1900123" cy="1106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разложить и делать куски по очереди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68803" y="4443069"/>
            <a:ext cx="2119579" cy="1106424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78531" y="4443069"/>
            <a:ext cx="1900123" cy="1106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вести куски в нескольких сессиях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34686" y="4443069"/>
            <a:ext cx="2119579" cy="1106424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44414" y="4443069"/>
            <a:ext cx="1900123" cy="1106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раздать куски субагентам и запустить разом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00569" y="4443069"/>
            <a:ext cx="2119579" cy="1106424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10297" y="4443069"/>
            <a:ext cx="1900123" cy="1106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вынести повторяемое в проверку, которая гоняется сама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66452" y="4443069"/>
            <a:ext cx="2119579" cy="1106424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76180" y="4443069"/>
            <a:ext cx="1900123" cy="1106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сузить задачу — к понедельнику нужно не всё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