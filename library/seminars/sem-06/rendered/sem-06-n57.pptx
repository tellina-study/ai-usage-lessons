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ограничение — из сочетания двух колонок вывод складывается сам.</a:t>
            </a:r>
          </a:p>
          <a:p/>
          <a:p>
            <a:r>
              <a:t>Коммитить перед переключением — возвращает потерянное, и чужой коммит видно в истории; ветка в каталоге при этом остаётся одна, и о столкновении вы узнаёте после него. По очереди — снимает столкновение целиком, и это честный ответ; платите временем. Роли вместо второй сессии — снимают спор о ветке, задачу объяснять заново не нужно; каталог у ролей тот же, поэтому спор о файле остаётся. Своя копия каждой сессии — свои файлы и своя ветка при общей истории; копию придётся поднять как рабочее место. Развести по файлам — работает там, где копий не бывает.</a:t>
            </a:r>
          </a:p>
          <a:p/>
          <a:p>
            <a:r>
              <a:t>Вывод. Копия разводит сессии: своя папка, своя ветка, общая история. Внутри одной сессии разводить нечем — исполнители делят каталог по устройству, и защита там держится на раскладке зон. Одно слово «параллельно», два разных ответа, и дальше в кейсе оба.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роли не получают своей копии, раз сессии получают.</a:t>
            </a:r>
            <a:r>
              <a:t> Это и есть поворот кейса, и он разбирается в конце кейса. Пока достаточно сказать: получить могут, одним полем; почему этого почти никто не делает — разберём там, где будет видна цена.</a:t>
            </a:r>
          </a:p>
          <a:p/>
          <a:p>
            <a:r>
              <a:rPr i="1"/>
              <a:t>Если спросят, не противоречит ли строка «по очереди» прошлому кейсу.</a:t>
            </a:r>
            <a:r>
              <a:t> Там зал выяснил, что параллельность лежит в самой задаче. Здесь названа цена параллельности, которую за неё платят местом. Обе строки про одно решение с разных сторон.</a:t>
            </a:r>
          </a:p>
          <a:p/>
          <a:p>
            <a:r>
              <a:rPr i="1"/>
              <a:t>Если прозвучит «тогда всегда своя копия, в чём вопрос».</a:t>
            </a:r>
            <a:r>
              <a:t> В том, что копия — рабочее место, и его нужно поднять: зависимости, локальные файлы, которых нет в версиях. На тридцатисекундной правке это дороже самой правки, и зал это чувствует верно.</a:t>
            </a:r>
          </a:p>
          <a:p/>
          <a:p>
            <a:r>
              <a:rPr i="1"/>
              <a:t>Если спросят про «общий файл отменяет договорённость».</a:t>
            </a:r>
            <a:r>
              <a:t> Пример у нас перед глазами: файл сборки деки, который нужен всем. Он сыграет в провале этого кейса.</a:t>
            </a:r>
          </a:p>
          <a:p/>
          <a:p>
            <a:r>
              <a:rPr i="1"/>
              <a:t>Если спросят, почему строка про роли стоит в этом разборе.</a:t>
            </a:r>
            <a:r>
              <a:t> Потому что её называют как замену второй сессии, и она действительно ей замена: задача объяснена один раз, итог приходит туда, где лежит работа. Что при этом остаётся на месте — разбирается следующими двумя экранами, и это половина кейса.</a:t>
            </a:r>
          </a:p>
          <a:p/>
          <a:p>
            <a:r>
              <a:rPr i="1"/>
              <a:t>Если прозвучит «так ведь можно и то и другое».</a:t>
            </a:r>
            <a:r>
              <a:t> Можно, и так чаще всего и работают: копия на сессию плюс раскладка зон внутри каждой. Два хода отвечают на разные вопросы и друг друга не отменяют.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Копия разводит сессии. Внутри сессии разводят зоны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8855"/>
            <a:ext cx="11183112" cy="4209224"/>
          </a:xfrm>
          <a:prstGeom prst="roundRect">
            <a:avLst>
              <a:gd name="adj" fmla="val 724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31735"/>
            <a:ext cx="17144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6533" y="1131735"/>
            <a:ext cx="42562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113" y="1131735"/>
            <a:ext cx="44077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3802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коммитить перед каждым переключением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6533" y="1413802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возвращает потерянное: есть к чему вернуться, и чужой коммит виден в истории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113" y="1413802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ветка в каталоге остаётся одна на всех; о столкновении узнаёте после него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260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26081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работать по очереди, в одной сессии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6533" y="2126081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столкновение целиком: одна работа в каталоге, одна ветка, один исполнитель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113" y="2126081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задача стоит, пока идёт первая — та самая очередь, от которой ушёл прошлый кейс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383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38361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второй сессии — роли в первой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533" y="2838361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спор о ветке: роли работают в той же ветке, и задачу не нужно объяснять заново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113" y="2838361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каталог у них общий по устройству, поэтому спор о файле остаётся на месте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506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50640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каждой сессии — свою копию репозитория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6533" y="3550640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даёт каждой свои файлы и свою ветку при общей истории: переключение у одной под руками другой ничего не меняет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113" y="3550640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копию нужно поднять как рабочее место — зависимости, файлы вне версий; сводить работу всё равно веткой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629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62920"/>
            <a:ext cx="171442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развести по файлам и договориться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6533" y="4262920"/>
            <a:ext cx="42562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 там, где копий не бывает: внутри одной сессии, между её исполнителями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113" y="4262920"/>
            <a:ext cx="4407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держится на том, что зоны действительно не пересекаются — один общий файл отменяет договорённость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36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464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Копия репозитория разводит сессии: своя папка, своя ветка, общая история. Внутри одной сессии разводить нечем — исполнители делят каталог по устройству, и защита там держится на раскладке зон. Одно слово «параллельно», два разных ответа, и дальше в кейсе оба.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