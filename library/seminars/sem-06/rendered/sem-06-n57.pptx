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стоит со своего случая, потому что он здесь есть почти у каждого. Было ли у вас, что два запуска дерутся за одну рабочую папку: ветка оказалась не та, правка перекрыта, сборка собралась не из того, — а странного никто при этом не делал? Если было, дальше стоит держать в голове, чем это кончилось у вас.</a:t>
            </a:r>
          </a:p>
          <a:p/>
          <a:p>
            <a:r>
              <a:t>Задачи друг от друга не зависят, обе сессии нужны разом, каталог у них один. Ни одна из сессий в этой истории не сделала ничего странного: одна начала с ветки, другая продолжила по прочитанному. Спрашивать поэтому стоит про устройство — что здесь заводят или меняют, чтобы это не повторилось.</a:t>
            </a:r>
          </a:p>
          <a:p/>
          <a:p>
            <a:r>
              <a:t>Пять ходов: коммитить перед каждым переключением; работать по очереди, в одной сессии; вместо второй сессии — субагенты в первой; каждой сессии — свою копию репозитория; развести по файлам и договориться. Выбирать стоит вместе с обоснованием рядом с остальными четырьмя: у каждого из пяти есть случай, где он работает, и предел, за которым он перестаёт работать.</a:t>
            </a:r>
          </a:p>
          <a:p/>
          <a:p>
            <a:r>
              <a:t>Ответов, которые на такой вопрос звучат чаще прочих, пять, и с каждым полезно проделать одну работу — спросить, что он делает с веткой и что с файлом.</a:t>
            </a:r>
          </a:p>
          <a:p/>
          <a:p>
            <a:r>
              <a:t>«Коммитить перед переключением». Его называют первым, и он рабочий. Проверочный вопрос: что он делает с ветками? Вернуть потерянное он позволяет — есть к чему вернуться. Одну ветку на каталог он не отменяет, и значит, историю вроде разобранной он делает восстановимой, не предотвращая её.</a:t>
            </a:r>
          </a:p>
          <a:p/>
          <a:p>
            <a:r>
              <a:t>«По очереди». Честный ответ, и защитить его стоит прямо: столкновений не будет вовсе — одна работа в каталоге, одна ветка, один исполнитель. Проверочный вопрос про цену: что происходит, когда вторая задача не может ждать столько, сколько идёт первая.</a:t>
            </a:r>
          </a:p>
          <a:p/>
          <a:p>
            <a:r>
              <a:t>«Субагенты вместо второй сессии». Продуктивная путаница, и ведёт она прямо в середину случая. Субагенты действительно заменяют вторую сессию: задачу объяснять заново не нужно, итог приходит туда, где лежит работа. Проверочный вопрос: в каком каталоге работают эти субагенты?</a:t>
            </a:r>
          </a:p>
          <a:p/>
          <a:p>
            <a:r>
              <a:t>«Своя копия каждой сессии». Проверочный вопрос, на который целиком отвечают редко: что в этой копии своё и что общее с основной? Ответ понадобится на механике копии, и от него зависит, окупается копия или нет.</a:t>
            </a:r>
          </a:p>
          <a:p/>
          <a:p>
            <a:r>
              <a:t>«Развести по файлам и договориться». Проверочный вопрос: где эта договорённость держится на устройстве и где только на памяти участников?</a:t>
            </a:r>
          </a:p>
          <a:p/>
          <a:p>
            <a:r>
              <a:t>Отдельно стоит разобрать ответ «пусть исполнители сами разберутся». Разобраться они могут по состоянию файлов, а в состоянии не записано, кто его сделал, — это уже видно из сцены.</a:t>
            </a:r>
          </a:p>
          <a:p/>
          <a:p>
            <a:r>
              <a:t>Шестой ход, которого на карточках нет, приносят часто, и чаще прочего это очередь на общий файл или назначенный владелец каталога. Оба пригодятся в конце случая: они отвечают на вопрос, который пять карточек не закрывают.</a:t>
            </a:r>
          </a:p>
          <a:p/>
          <a:p>
            <a:r>
              <a:t>И последнее, если ответ кажется единственным и очевидным. Проверьте, посчитали ли вы рабочее место: что придётся сделать, прежде чем в новой копии получится запустить сборку. Уверенность здесь обычно держится на том, что эту часть не считали.</a:t>
            </a:r>
          </a:p>
          <a:p/>
          <a:p>
            <a:r>
              <a:t>Ещё одно наблюдение про сам набор карточек. Четыре хода из пяти — про дисциплину: коммитить вовремя, работать по очереди, делить файлы, договариваться. Дисциплина отменяема одним забывчивым утром. Пятый ход — про устройство: он меняет то, что физически видят два исполнителя. Разбор начнётся с этого различия, потому что оно сортирует все пять.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Обе задачи нужны. Что здесь меняют?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2356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251585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Было ли у кого, что два запуска дерутся за одну папку — ветка не та, правка перекрыта, а странного никто не делал?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598229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8" y="2653093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38"/>
              </a:lnSpc>
              <a:spcAft>
                <a:spcPts val="300"/>
              </a:spcAft>
            </a:pPr>
            <a:r>
              <a:rPr sz="1300" b="1" i="1">
                <a:solidFill>
                  <a:srgbClr val="6B7685"/>
                </a:solidFill>
                <a:latin typeface="Arial"/>
              </a:rPr>
              <a:t>Задачи друг от друга не зависят, обе сессии нужны разом, каталог у них один.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7683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3695699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здесь заводят или меняют, чтобы это не повторилось, — и обоснуйте выбор рядом с остальными четырьмя. Состав верного ответа до разбора не называю.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05768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5005768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коммитить перед каждым переключением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8803" y="5005768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8531" y="5005768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работать по очереди, в одной сессии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4686" y="5005768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4414" y="5005768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вместо второй сессии — субагенты в первой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0569" y="5005768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0297" y="5005768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каждой сессии — свою копию репозитория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66452" y="5005768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6180" y="5005768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развести по файлам и договориться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