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та же неделя изнутри, с понедельника.</a:t>
            </a:r>
          </a:p>
          <a:p/>
          <a:p>
            <a:r>
              <a:t>Сервер доступа к трекеру — тот самый, что мы собрали в прошлом кейсе, — стоит две недели. В понедельник разработчик просит агента разобрать входящие задачи за выходные и подготовить черновики. Ответ звучит как итог работы.</a:t>
            </a:r>
          </a:p>
          <a:p/>
          <a:p>
            <a:r>
              <a:t>Вторник, среда, четверг — то же самое каждое утро. Ответы разные: «всё сделал», «новых задач не нашёл», «во входящих пусто». Все три звучат честно, и он пересылает их заказчику.</a:t>
            </a:r>
          </a:p>
          <a:p/>
          <a:p>
            <a:r>
              <a:t>Он не сидел сложа руки. В среду посмотрел статус подробнее, в четверг спросил агента напрямую, почему тот считает, что задач нет. Всё сошлось.</a:t>
            </a:r>
          </a:p>
          <a:p/>
          <a:p>
            <a:r>
              <a:t>В пятницу заказчик спрашивает про задачу, которую завёл во вторник. В репозитории за неделю — ни черновика, ни комментария. Пять дней ответов, собранных из общих соображений о том, что обычно лежит в трекере.</a:t>
            </a:r>
          </a:p>
          <a:p/>
          <a:p>
            <a:r>
              <a:t>Если спросят, почему три реплики: чтобы снять ложное чувство, что проблема во лжи агента. «Не нашёл» и «пусто» звучат честно, но ни одна из трёх реплик не наблюдение за сервером — агент мог ни разу к нему не обратиться и ответить по смыслу задачи.</a:t>
            </a:r>
          </a:p>
          <a:p/>
          <a:p>
            <a:r>
              <a:t>Если спросят, почему неделя прошла незамеченной: такой сбой не даёт сигнала, по которому стоило бы пойти проверить раньше. Первым сигналом оказался заказчик.</a:t>
            </a:r>
          </a:p>
          <a:p/>
          <a:p>
            <a:r>
              <a:t>Если спросят, бывает ли наоборот — статус красный, а всё работает: формально да, временная сетевая ошибка на старте даёт ложный отказ. Это другой, более заметный класс сбоя: красный статус хотя бы привлекает внимание.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Неделя, в которой ничего не сломалось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44143"/>
            <a:ext cx="82296" cy="51054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172159"/>
            <a:ext cx="10643616" cy="254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Тот самый сервер доступа к трекеру, что собрали в прошлом кейсе. Стоит две недели.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71243"/>
            <a:ext cx="11183112" cy="2569464"/>
          </a:xfrm>
          <a:prstGeom prst="roundRect">
            <a:avLst>
              <a:gd name="adj" fmla="val 1186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240672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190699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Понедельник.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Разработчик просит агента разобрать входящие задачи за выходные и подготовить черновики. Ответ звучит как итог работы.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9393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723337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Вторник — четверг.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То же самое каждое утро: «всё сделал» · «новых задач не нашёл» · «во входящих пусто». Он пересылает это заказчику.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347200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255975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Среда и четверг.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Смотрит статус подробнее, потом спрашивает агента напрямую, почему тот считает, что задач нет. Всё сходится.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400464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788613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Пятница.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Заказчик спрашивает про задачу, которую завёл во вторник. В репозитории за неделю — ни черновика, ни комментария.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57267"/>
            <a:ext cx="82296" cy="121920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085283"/>
            <a:ext cx="10643616" cy="963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Всю неделю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claude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mcp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list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показывал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✔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Connected</a:t>
            </a:r>
            <a:r>
              <a:rPr sz="1500" b="1" i="0">
                <a:solidFill>
                  <a:srgbClr val="141B2E"/>
                </a:solidFill>
                <a:latin typeface="Arial"/>
              </a:rPr>
              <a:t>: процесс сервера поднят и ответил на рукопожатие. Ответы агент собирал из общих соображений о том, что обычно лежит в трекере. Цена недели: пять дней отчётов о работе, которой не было, и разговор с заказчиком, в котором нечего показать.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