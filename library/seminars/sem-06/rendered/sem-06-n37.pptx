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слова дальше всё время стоят рядом, и развести их стоит сразу. </a:t>
            </a:r>
            <a:r>
              <a:rPr b="1"/>
              <a:t>Агент</a:t>
            </a:r>
            <a:r>
              <a:t> — то, что работает в вашей сессии и с чем вы разговариваете. </a:t>
            </a:r>
            <a:r>
              <a:rPr b="1"/>
              <a:t>Субагент</a:t>
            </a:r>
            <a:r>
              <a:t> — отдельный исполнитель, которого агент зовёт под одну задачу. Третье слово — </a:t>
            </a:r>
            <a:r>
              <a:rPr b="1"/>
              <a:t>контекст</a:t>
            </a:r>
            <a:r>
              <a:t>: то, что агент или субагент держит при себе, пока работает.</a:t>
            </a:r>
          </a:p>
          <a:p/>
          <a:p>
            <a:r>
              <a:t>Верхний ярус схемы отвечает на вопрос, с которого начинается весь счёт: что попадает в контекст при запуске и откуда. Источников четыре.</a:t>
            </a:r>
          </a:p>
          <a:p/>
          <a:p>
            <a:r>
              <a:t>Первый приносит харнесс — среда, в которой агент работает: системную часть, где сказано, какие инструменты есть, как отвечать и что делать запрещено. Второй приносит репозиторий: файлы инструкций проекта, </a:t>
            </a:r>
            <a:r>
              <a:rPr>
                <a:latin typeface="Consolas"/>
              </a:rPr>
              <a:t>CLAUDE.md</a:t>
            </a:r>
            <a:r>
              <a:t> и </a:t>
            </a:r>
            <a:r>
              <a:rPr>
                <a:latin typeface="Consolas"/>
              </a:rPr>
              <a:t>AGENTS.md</a:t>
            </a:r>
            <a:r>
              <a:t>, всеми уровнями — от корня до папки, в которой идёт работа. Третий приносят подключённые серверы: имена инструментов и инструкция сервера, по всем серверам, ещё до вашего первого вопроса. Это та самая постоянная плата, которую предыдущий блок занятия измерил в токенах. Четвёртый источник — разговор: задача, ответы агента и содержимое каждого прочитанного файла.</a:t>
            </a:r>
          </a:p>
          <a:p/>
          <a:p>
            <a:r>
              <a:t>Три источника из четырёх приходят до вашей первой строки. Вы их не писали и не выбирали; место они уже заняли. Растёт из четырёх только последний — с каждым файлом, который агент открыл. Отсюда свойство, которое в работе выглядит странно: контекст кончается раньше, чем кажется по длине разговора.</a:t>
            </a:r>
          </a:p>
          <a:p/>
          <a:p>
            <a:r>
              <a:t>Полосы четырёх источников нарисованы одинаковой ширины, и это решение, не оформление. Измеренной доли каждого у занятия нет: постоянная плата за подключённые серверы измерена в токенах и в доле контекста, остальные три источника на выборке никто не мерил. Шкала с пропорциями, расставленными на глаз, читалась бы как измерение, которого не было.</a:t>
            </a:r>
          </a:p>
          <a:p/>
          <a:p>
            <a:r>
              <a:t>Нижний ярус — кто этот контекст держит. Здесь три коробки, и сравнение между ними несёт весь разбор.</a:t>
            </a:r>
          </a:p>
          <a:p/>
          <a:p>
            <a:r>
              <a:t>Слева сессия, в которой лежит работа: тот самый агент, с которым вы разговариваете, и его контекст — все четыре полосы сверху. Здесь лежит правка, и сюда же нужен результат чтения: иначе правку нечем продолжить. Прочитаете сорок файлов здесь — четвёртая полоса вытеснит задачу, которую вы агенту объяснили.</a:t>
            </a:r>
          </a:p>
          <a:p/>
          <a:p>
            <a:r>
              <a:t>В середине субагент, которого позвал агент. Контекст у него свой: те же три верхние полосы, а вместо разговора — одна задача, присланная текстом. Вашей переписки там нет. Сорок файлов ложатся туда и закрываются вместе с субагентом, обратно уходит только итог — и уходит без вашего участия, в ту же сессию, где лежит правка. Это сплошная золотая стрелка на схеме.</a:t>
            </a:r>
          </a:p>
          <a:p/>
          <a:p>
            <a:r>
              <a:t>Справа вторая сессия, которую открыли вы: свой агент, свой контекст. Сорок файлов ложатся туда, рабочий контекст остаётся чистым — ровно то же, что даёт субагент. Но ответ остаётся там: канала в рабочую сессию нет. Переносите его вы, руками и своим пересказом, и агент, который правит, видит только этот пересказ. Поэтому обратный путь нарисован пунктиром и ведёт через вас. Вторая сессия освобождает контекст и останавливается на этом: работу она не продолжает.</a:t>
            </a:r>
          </a:p>
          <a:p/>
          <a:p>
            <a:r>
              <a:t>Отсюда три различия между субагентом и второй сессией, и все три стоят на схеме. Итог возвращается сам, в тот контекст, где лежит работа. Поведение субагента задано файлом, поэтому второй вызов повторяет первый. И права субагента можно урезать списком — у второй сессии списка прав нет вовсе.</a:t>
            </a:r>
          </a:p>
          <a:p/>
          <a:p>
            <a:r>
              <a:t>Несколько вопросов возникают прямо здесь, и ответы на них короткие. Субагентов агент зовёт столько, сколько нужно; сам он при этом один, а предел числа субагентов разбирается во втором случае ступени. Прошлый вызов субагент не помнит: каждый вызов поднимает его контекст с нуля, между вызовами не переносится ничего. Это то же свойство, прочитанное с другой стороны: контекст одноразовый и потому чистый, и первый случай ступени берёт свою пользу именно из этого. Как субагента позвать — по имени или дать модели выбрать самой — занимает следующий экран целиком.</a:t>
            </a:r>
          </a:p>
          <a:p/>
          <a:p>
            <a:r>
              <a:t>Нижняя строка полотна — про переносимость приёма: отдельный исполнитель со своим контекстом есть у нескольких продуктов для работы с кодом, запись у каждого своя, общей спецификации нет ни у одного. Переносится умение, не синтаксис.</a:t>
            </a:r>
          </a:p>
          <a:p/>
          <a:p>
            <a:r>
              <a:t>Из всей схемы счёт следующего разбора держится на золотой стрелке: итог возвращается сам, туда, где лежит работа.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Агент, субагент и контекст каждого</a:t>
            </a:r>
          </a:p>
        </p:txBody>
      </p:sp>
      <p:pic>
        <p:nvPicPr>
          <p:cNvPr id="3" name="Picture 2" descr="subagent-n37-kontekst-i-subage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25" y="943356"/>
            <a:ext cx="11044701" cy="53842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