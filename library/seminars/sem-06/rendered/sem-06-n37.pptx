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разбирать кейсы — вся роль сразу, шесть частей. К этому экрану я возвращаюсь всю ступень.</a:t>
            </a:r>
          </a:p>
          <a:p/>
          <a:p>
            <a:r>
              <a:t>Где объявляется — файл </a:t>
            </a:r>
            <a:r>
              <a:rPr>
                <a:latin typeface="Consolas"/>
              </a:rPr>
              <a:t>.claude/agents/&lt;имя&gt;.md</a:t>
            </a:r>
            <a:r>
              <a:t> в репозитории. </a:t>
            </a:r>
            <a:r>
              <a:rPr>
                <a:latin typeface="Consolas"/>
              </a:rPr>
              <a:t>name</a:t>
            </a:r>
            <a:r>
              <a:t> — по нему роль зовут явно. </a:t>
            </a:r>
            <a:r>
              <a:rPr>
                <a:latin typeface="Consolas"/>
              </a:rPr>
              <a:t>description</a:t>
            </a:r>
            <a:r>
              <a:t> — когда её звать и когда нет, это читает автовыбор. </a:t>
            </a:r>
            <a:r>
              <a:rPr>
                <a:latin typeface="Consolas"/>
              </a:rPr>
              <a:t>tools</a:t>
            </a:r>
            <a:r>
              <a:t> — список прав, необязательный. Тело файла — системный промпт роли целиком.</a:t>
            </a:r>
          </a:p>
          <a:p/>
          <a:p>
            <a:r>
              <a:t>Как позвать: явно, через </a:t>
            </a:r>
            <a:r>
              <a:rPr>
                <a:latin typeface="Consolas"/>
              </a:rPr>
              <a:t>@agent-&lt;имя&gt;</a:t>
            </a:r>
            <a:r>
              <a:t>, либо не писать ничего — тогда выбирает модель, по описанию. Кого позвали на самом деле, видно по строке в чате: имя роли и задача в скобках. Стоит </a:t>
            </a:r>
            <a:r>
              <a:rPr>
                <a:latin typeface="Consolas"/>
              </a:rPr>
              <a:t>general-purpose</a:t>
            </a:r>
            <a:r>
              <a:t> — роль не вызвали вовсе.</a:t>
            </a:r>
          </a:p>
          <a:p/>
          <a:p>
            <a:r>
              <a:t>Вход, блок третий: собственный промпт роли, задача от вызывающей сессии, иерархия файлов инструкций, снимок репозитория. Переписки сессии там нет — канала для неё не существует.</a:t>
            </a:r>
          </a:p>
          <a:p/>
          <a:p>
            <a:r>
              <a:t>Выход, блок четвёртый: только итог. Промежуточные вызовы вызвавшей сессии не видны, канал односторонний.</a:t>
            </a:r>
          </a:p>
          <a:p/>
          <a:p>
            <a:r>
              <a:t>Пятый — три состояния списка прав. Поля нет вовсе: роль получает все инструменты. Список указан и пуст: ни одного, но роль живая. Запись не резолвится: роль не запускается. Интуиция эти три исхода обычно путает.</a:t>
            </a:r>
          </a:p>
          <a:p/>
          <a:p>
            <a:r>
              <a:t>Шестой — чем оплачивается. Делегирование стоит токенов заметно больше обычного чата; число и честный пробел — в свидетельствах третьего кейса.</a:t>
            </a:r>
          </a:p>
          <a:p/>
          <a:p>
            <a:r>
              <a:t>Если спросят, почему маршрутизацию решает описание: модель читает его как условие «когда эту роль звать и когда нет». Название она не интерпретирует вовсе, поэтому слово «ревьюер» в имени роли для автовыбора не значит ничего.</a:t>
            </a:r>
          </a:p>
          <a:p/>
          <a:p>
            <a:r>
              <a:t>Если спросят, что именно доказывает строка в чате: ровно одно — харнесс решил позвать эту роль. Правильность её работы строка не подтверждает; это разные вопросы, и ко второму мы вернёмся на провале третьего кейса. Зато она разводит два разных случая: «роль отработала не так» и «роль вообще не вызывали».</a:t>
            </a:r>
          </a:p>
          <a:p/>
          <a:p>
            <a:r>
              <a:t>Если спросят, чего физически нет на входе: истории переписки, файлов, которые уже прочитал агент вызвавшей сессии, и её автопамяти. Это свойство устройства, не дисциплина автора роли — канала для них попросту нет. По той же причине агент не видит промежуточных действий роли: задача передаётся один раз, итог возвращается один раз, диалога между ними не бывает.</a:t>
            </a:r>
          </a:p>
          <a:p/>
          <a:p>
            <a:r>
              <a:t>Если спросят про исключение «форк»: есть режим, который наследует всё целиком — тот же промпт, те же права, всю историю. Мы им сегодня не пользуемся, но путать его с обычным вызовом не стоит: изоляции контекста у форка нет вовсе.</a:t>
            </a:r>
          </a:p>
          <a:p/>
          <a:p>
            <a:r>
              <a:t>Если спросят, можно ли отнять право частично — «читать всё, кроме одного каталога»: этим механизмом нельзя. Он работает на уровне целого инструмента, не действия внутри него.</a:t>
            </a:r>
          </a:p>
          <a:p/>
          <a:p>
            <a:r>
              <a:t>Если спросят, где поле прав собирают руками: в третьем кейсе ступени, вместе с именем и форматом ответа. Что из третьего состояния пятого блока получается на материале самого курса, увидим там же.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Роль целиком, одним экраном</a:t>
            </a:r>
          </a:p>
        </p:txBody>
      </p:sp>
      <p:pic>
        <p:nvPicPr>
          <p:cNvPr id="3" name="Picture 2" descr="subagent-n37-rol-tselik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972281"/>
            <a:ext cx="11183112" cy="531197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