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Контекст роли чище вашего, но не чист от всего подряд. Свой промпт и свежее начало она получает — и вместе с ними, по умолчанию, описания всех подключённых серверов целиком, даже тех, что её задаче не нужны. Это третья полоса нашей схемы — она наследуется.</a:t>
            </a:r>
          </a:p>
          <a:p/>
          <a:p>
            <a:r>
              <a:t>Дословно из документации по устранению ошибок: роли наследуют каждое описание инструмента из вызвавшей сессии, и это может заполнить их контекст ещё до первого шага — отключайте серверы, которыми не пользуетесь, прежде чем заводить роли.</a:t>
            </a:r>
          </a:p>
          <a:p/>
          <a:p>
            <a:r>
              <a:t>Фокус работает для содержимого репозитория. За подключёнными серверами следят отдельно — тем же списком прав, который стоит пятым блоком на одностраничнике.</a:t>
            </a:r>
          </a:p>
          <a:p/>
          <a:p>
            <a:r>
              <a:t>Если спросят, почему это не противоречит прошлым слайдам: не противоречит, оба про один контракт. Этот называет то, что входит в контракт дополнительно и по умолчанию, помимо желания автора роли. Экономия контекста остаётся, просто считается с этой оговоркой.</a:t>
            </a:r>
          </a:p>
          <a:p/>
          <a:p>
            <a:r>
              <a:t>Если спросят, сколько это стоит: цифру зал уже видел в прошлом блоке занятия, там постоянная плата за подключённые серверы измерена в токенах и в доле контекста. Здесь важно другое: эта плата вносится ещё раз, отдельно, в контекст каждой заведённой роли.</a:t>
            </a:r>
          </a:p>
          <a:p/>
          <a:p>
            <a:r>
              <a:t>Если спросят, можно ли подключить сервер только роли, не трогая сессию: можно, и это обратный приём той же механики. Роль умеет объявить нужный ей сервер у себя — он поднимается на её старте и отключается на её завершении, а контекст вызвавшей сессии его описаний не видит вовсе. Для тяжёлого сервера, нужного одной задаче, это дешевле, чем держать его подключённым всю сессию.</a:t>
            </a:r>
          </a:p>
          <a:p/>
          <a:p>
            <a:r>
              <a:t>Если спросят, относится ли то же к хукам и скиллам: механика у них своя, и сегодня мы её не разбираем. Здесь достаточно одного: отключение ненужных серверов — осознанный ход перед заведением роли. Разовая уборка в начале дня его не заменяет, потому что сессия обрастает серверами по ходу работы.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Чистый контекст — не от всего подряд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95984"/>
            <a:ext cx="32004" cy="733805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2668" y="1450848"/>
            <a:ext cx="10730484" cy="624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38"/>
              </a:lnSpc>
              <a:spcAft>
                <a:spcPts val="300"/>
              </a:spcAft>
            </a:pPr>
            <a:r>
              <a:rPr sz="1300" b="1" i="1">
                <a:solidFill>
                  <a:srgbClr val="6B7685"/>
                </a:solidFill>
                <a:latin typeface="Arial"/>
              </a:rPr>
              <a:t>«Subagents inherit every MCP tool definition from the parent session, which can fill their context window before the first turn. Disable MCP servers you are not using before spawning subagents.»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— документация харнесса об устранении ошибок.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833878"/>
            <a:ext cx="82296" cy="121920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961894"/>
            <a:ext cx="10643616" cy="963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Это третья полоса со схемы базы — «описания подключённых серверов». В контекст роли она переезжает целиком. Для нашего поиска по лимиту участников: если в сессии подключены трекер задач и почтовый сервер из прошлого раздела занятия, роль, которой нужно прочитать сорок файлов кода, получает их описания бесплатно.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720590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848605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Фокус из прошлых двух слайдов — про содержимое репозитория. За тем, что подключено серверами, следят отдельно: тем же списком инструментов роли, который стоит пятым блоком на одностраничнике ступени.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