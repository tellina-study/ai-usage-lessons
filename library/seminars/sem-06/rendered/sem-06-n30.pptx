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Начинается это со своих двух чисел. Сколько серверов подключено в вашем рабочем проекте — и к скольким из них вы обращались за последнюю рабочую неделю? Оба числа узнаются за минуту: список подключённых серверов открывается одной командой, а обращения за неделю человек помнит сам. Разница между этими числами и есть та часть счёта, о которой идёт весь случай, только своя, а не из сцены.</a:t>
            </a:r>
          </a:p>
          <a:p/>
          <a:p>
            <a:r>
              <a:t>Обстановка сцены предъявлена целиком на двух предыдущих экранах: четыре сервера подключены проектным файлом, два из них грузят описания принудительно, за задачу понадобился один. Вопрос не вводит ни одного нового обстоятельства и спрашивает про два шага — что ставится первым и что добавляется к этому следующим.</a:t>
            </a:r>
          </a:p>
          <a:p/>
          <a:p>
            <a:r>
              <a:t>Пять карточек: ничего — контекст большой, хватит; отключить серверы, которыми не пользуетесь; оставить подключёнными, но получать описания по требованию; держать набор серверов под задачу, не общий проектный; чаще сжимать разговор.</a:t>
            </a:r>
          </a:p>
          <a:p/>
          <a:p>
            <a:r>
              <a:t>Двухшаговая форма вопроса выбрана потому, что ответ здесь — последовательность. Карточки выглядят как взаимоисключающие варианты, и при одиночном выборе разговор вырождается в спор о том, какая лучше.</a:t>
            </a:r>
          </a:p>
          <a:p/>
          <a:p>
            <a:r>
              <a:t>Ответы распределяются предсказуемо, и каждое распределение означает своё.</a:t>
            </a:r>
          </a:p>
          <a:p/>
          <a:p>
            <a:r>
              <a:t>Чаще других называют «отключить лишние» и «получать описания по требованию» — примерно поровну. Это рабочее деление: обе меры действуют, и стоят они разного. Одна требует заранее знать, что понадобится в этой сессии; вторая не требует ничего и часто уже включена по умолчанию. Разбор показывает, что это два шага одной последовательности с разной ценой, и ставит их в порядок.</a:t>
            </a:r>
          </a:p>
          <a:p/>
          <a:p>
            <a:r>
              <a:t>«Чаще сжимать разговор» звучит почти всегда и ошибается в механике. Сжатие работает с историей разговора; описания инструментов приходят в каждый новый контекст заново, отдельно от истории, и сжатием не уходят.</a:t>
            </a:r>
          </a:p>
          <a:p/>
          <a:p>
            <a:r>
              <a:t>«Пусть коллега уберёт свои серверы» — ход законный и хрупкий. Серверы коллеге нужны ровно так же, как первому человеку нужен трекер, а проектный файл один на всех. Этот ход приводит ровно к четвёртой карточке: набор серверов разводится по областям, и спор о чужих строках становится ненужным.</a:t>
            </a:r>
          </a:p>
          <a:p/>
          <a:p>
            <a:r>
              <a:t>«Ничего — контекст большой» выбирают редко, и назвать это стоит вслух: именно «ничего» происходит по умолчанию у каждого, кто ни разу не смотрел, из чего набран контекст его сессии до первого вопроса. Невыбранный вариант оказывается самым распространённым на практике.</a:t>
            </a:r>
          </a:p>
          <a:p/>
          <a:p>
            <a:r>
              <a:t>Счёт со сцены полезно держать в голове всё время разбора: обращение за задачу было к одному серверу, плата внесена за четыре.</a:t>
            </a:r>
          </a:p>
          <a:p/>
          <a:p>
            <a:r>
              <a:t>Если своих двух чисел под рукой не оказалось, их стоит добрать до разбора: список подключённых серверов открывается одной командой, обращения за неделю считаются по памяти. Пока эта разница не названа в штуках, случай читается как чужой.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Четыре сервера, понадобился один. Что меняем?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462125"/>
            <a:ext cx="11183112" cy="822960"/>
          </a:xfrm>
          <a:prstGeom prst="roundRect">
            <a:avLst>
              <a:gd name="adj" fmla="val 10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1590141"/>
            <a:ext cx="1063447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13"/>
              </a:lnSpc>
              <a:spcAft>
                <a:spcPts val="300"/>
              </a:spcAft>
            </a:pPr>
            <a:r>
              <a:rPr sz="1650" b="1" i="0">
                <a:solidFill>
                  <a:srgbClr val="141B2E"/>
                </a:solidFill>
                <a:latin typeface="Arial"/>
              </a:rPr>
              <a:t>У кого в рабочем проекте подключено больше трёх серверов? А к скольким вы обращались за последнюю рабочую неделю?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952597"/>
            <a:ext cx="11183112" cy="822960"/>
          </a:xfrm>
          <a:prstGeom prst="roundRect">
            <a:avLst>
              <a:gd name="adj" fmla="val 10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2376" y="3080613"/>
            <a:ext cx="1063447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13"/>
              </a:lnSpc>
              <a:spcAft>
                <a:spcPts val="300"/>
              </a:spcAft>
            </a:pPr>
            <a:r>
              <a:rPr sz="1650" b="1" i="0">
                <a:solidFill>
                  <a:srgbClr val="141B2E"/>
                </a:solidFill>
                <a:latin typeface="Arial"/>
              </a:rPr>
              <a:t>Назовите оба числа — и скажите, что вы ставите первым шагом и что добавляете к этому следующим.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443069"/>
            <a:ext cx="2119579" cy="1106424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4443069"/>
            <a:ext cx="1900123" cy="11064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65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ничего — контекст большой, хватит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68803" y="4443069"/>
            <a:ext cx="2119579" cy="1106424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78531" y="4443069"/>
            <a:ext cx="1900123" cy="11064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65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отключить серверы, которыми не пользуетесь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34686" y="4443069"/>
            <a:ext cx="2119579" cy="1106424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44414" y="4443069"/>
            <a:ext cx="1900123" cy="11064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65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оставить подключёнными, но получать описания по требованию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00569" y="4443069"/>
            <a:ext cx="2119579" cy="1106424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10297" y="4443069"/>
            <a:ext cx="1900123" cy="11064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65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держать набор серверов под задачу, не общий проектный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66452" y="4443069"/>
            <a:ext cx="2119579" cy="1106424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76180" y="4443069"/>
            <a:ext cx="1900123" cy="11064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65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чаще сжимать разговор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