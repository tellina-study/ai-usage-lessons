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перед вами, читать её вслух я не буду — пройдём по решению.</a:t>
            </a:r>
          </a:p>
          <a:p/>
          <a:p>
            <a:r>
              <a:t>Два варианта выглядят разумно и оба слабее, чем кажутся. Третий, координатор: он добавляет слой координации к двум уже не согласованным, и цена растёт быстрее, чем снижается риск. Второй, объединить в одну роль с широким описанием: это возврат к широкому контексту и широким правам, от которых ступень отказалась ровно в прошлом кейсе.</a:t>
            </a:r>
          </a:p>
          <a:p/>
          <a:p>
            <a:r>
              <a:t>Работает четвёртый: расписать границы каждой роли явно, в обе стороны. И работает он тем же, чем работал приём четверга, — он называет условие вслух. Сам собой от появления второй роли он не берётся; это отдельное решение, которое принимают голосом.</a:t>
            </a:r>
          </a:p>
          <a:p/>
          <a:p>
            <a:r>
              <a:t>Отметьте, чего в таблице нет вовсе: варианта «добавить ещё ролей». Через экран увидите, во сколько он обходится на измерении.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здесь не повторяется голосование карточками.</a:t>
            </a:r>
            <a:r>
              <a:t> Главное решение кейса — параллелить или нет — уже прошло голосованием на n46. Это разбор того, что делать с промежутком, когда параллельность уже выбрана; второе голосование по соседнему вопросу размыло бы первое.</a:t>
            </a:r>
          </a:p>
          <a:p/>
          <a:p>
            <a:r>
              <a:rPr i="1"/>
              <a:t>Если спросят, когда координатор всё-таки оправдан.</a:t>
            </a:r>
            <a:r>
              <a:t> Когда сверять вывод двух готовых ролей — это отдельная, названная заранее работа, заведённая до того, как появилась несогласованность. Разница проверяется одним вопросом: что координатор делает такого, чего обе роли не могут записать себе в описание. Если ответа нет, это заплатка.</a:t>
            </a:r>
          </a:p>
          <a:p/>
          <a:p>
            <a:r>
              <a:rPr i="1"/>
              <a:t>Если спросят, не проще ли всегда возвращаться к одной роли.</a:t>
            </a:r>
            <a:r>
              <a:t> На одной правке — часто проще и честнее. Пятый вариант не ошибочный, у него просто своя цена: там, где задач действительно несколько и они независимы, возврат к одной роли отдаёт ровно тот выигрыш, ради которого роли заводили в четверг.</a:t>
            </a:r>
          </a:p>
          <a:p/>
          <a:p>
            <a:r>
              <a:rPr i="1"/>
              <a:t>Если спросят, как выглядит «расписать границы» на практике.</a:t>
            </a:r>
            <a:r>
              <a:t> Одна строка в описании каждой роли, по-доменному: что входит в её проверку и что остаётся снаружи. Как именно — на следующем экране, на наших же двух ролях. Полезное правило при написании: границу пишут парой, обе строки сверяют рядом и вслух, иначе два автора независимо опишут один и тот же участок дважды или не опишут ни разу.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и тестировщик работают без третьей роли, которая сверяла бы их согласованность. Вот что об этом говорит измерение на масштабе.</a:t>
            </a:r>
          </a:p>
          <a:p/>
          <a:p>
            <a:r>
              <a:t>Таксономия отказов мультиагентных систем: больше тысячи шестисот трасс, размеченных вручную, семь фреймворков, согласие между экспертами — ноль целых восемьдесят восемь. Провальных трасс от сорока одного до восьмидесяти семи процентов, в зависимости от фреймворка. Причины делятся на три: сорок два процента — спецификация задачи и роли, тридцать семь — рассогласование между агентами, двадцать один — верификация результата. Рассогласование здесь вторая причина по весу, почти вровень с первой.</a:t>
            </a:r>
          </a:p>
          <a:p/>
          <a:p>
            <a:r>
              <a:t>И контролируемое исследование о цене. На последовательной задаче схема из нескольких ролей проигрывает одноагентной от тридцати девяти до семидесяти процентов, а число ошибок усиливается в семнадцать целых две десятых раза без координатора и в четыре целых четыре десятых даже с централизованной проверкой. Вот цифра под нашим поворотом: там, где шаги зависимы, разбиение на роли стоит дороже всего, что параллельность могла бы сэкономить.</a:t>
            </a:r>
          </a:p>
          <a:p/>
          <a:p>
            <a:r>
              <a:t>Честно: проверить рассогласование двух параллельных ролей ни на репозитории курса, ни на машине студента нечем. Это утверждение стоит на исследовании, не на команде, которую мы запустим.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Про цифру «79%», которая разошлась по сети.</a:t>
            </a:r>
            <a:r>
              <a:t> Её стоит произнести устно, отдельной рамки на экране она не держит: «семьдесят девять процентов отказов — проблема спецификации» — это сумма первых двух категорий MAST, сорока двух и тридцати семи, пересказанная как будто отдельное измерение. Стоит проверить, не считаете ли вы одно и то же дважды под разными подписями.</a:t>
            </a:r>
          </a:p>
          <a:p/>
          <a:p>
            <a:r>
              <a:rPr i="1"/>
              <a:t>Если спросят про межэкспертное согласие.</a:t>
            </a:r>
            <a:r>
              <a:t> Ноль целых восемьдесят восемь по шкале каппа — высокое согласие, разметка не произвольная. Это и делает таксономию пригодной для ссылки: категории различали разные люди и сходились.</a:t>
            </a:r>
          </a:p>
          <a:p/>
          <a:p>
            <a:r>
              <a:rPr i="1"/>
              <a:t>Если спросят, почему абсолютное число ошибок источник не называет.</a:t>
            </a:r>
            <a:r>
              <a:t> В исследовании приведено только относительное усиление — во сколько раз больше, чем у одной роли на той же задаче. Базовой величины источник не публикует, и это честно назвать вслух: «в семнадцать раз больше» без базы говорит о направлении, не о размере.</a:t>
            </a:r>
          </a:p>
          <a:p/>
          <a:p>
            <a:r>
              <a:rPr i="1"/>
              <a:t>Если спросят, как разброс «от 41 до 87 процентов» вообще может что-то значить.</a:t>
            </a:r>
            <a:r>
              <a:t> Разброс по фреймворкам, не по измерению: разные системы падают по-разному. Важно здесь одно: доля провальных трасс нигде не оказалась малой.</a:t>
            </a:r>
          </a:p>
          <a:p/>
          <a:p>
            <a:r>
              <a:rPr i="1"/>
              <a:t>Если спросят, относятся ли эти цифры к двум ролям.</a:t>
            </a:r>
            <a:r>
              <a:t> Прямо — нет: исследования мерили системы из многих агентов. Направление переносится, порядок величины — нет, и на двух ролях честнее говорить о риске промежутка, чем о семнадцатикратном усилении.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Промежуток закрывает одно — явная граница в описании каждой роли, в обе стороны. Диф-ревьюер это уже умеет: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по-доменному.</a:t>
            </a:r>
          </a:p>
          <a:p/>
          <a:p>
            <a:r>
              <a:t>И сразу честно о пределе приёма. Записанная в двух описаниях граница промежутка не убирает. Она делает его видимым тому, кто читает оба описания рядом. Увидеть его до показа заказчику остаётся работой человека — ровно той работой, которую в четверг делать было не нужно, потому что задачи лежали врозь сами.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кто пишет вторую, симметричную строку — автор новой роли или автор старой.</a:t>
            </a:r>
            <a:r>
              <a:t> По-хорошему оба описания сверяют вместе в тот момент, когда заводится вторая роль. Написать её в одиночку, в надежде что зоны совпадут, — то же самое, что не писать: два автора независимо опишут один участок дважды или не опишут ни разу.</a:t>
            </a:r>
          </a:p>
          <a:p/>
          <a:p>
            <a:r>
              <a:rPr i="1"/>
              <a:t>Если спросят, решает ли граница саму проблему пробела в покрытии.</a:t>
            </a:r>
            <a:r>
              <a:t> Нет. Она делает пробел видимым заранее; находить его всё равно остаётся задачей человека, который читает оба описания рядом. Приём честный ровно настолько, насколько он скромный.</a:t>
            </a:r>
          </a:p>
          <a:p/>
          <a:p>
            <a:r>
              <a:rPr i="1"/>
              <a:t>Если спросят, как эта строка выглядит для тестировщика.</a:t>
            </a:r>
            <a:r>
              <a:t> По-доменному, например: «проверяю поведение формы на перечисленных сценариях; форматы ввода за пределами списка и структуру кода не проверяю». Важно, чтобы снаружи было названо конкретное: «всё остальное» не читается как чья-то зона и потому не проверяется никем.</a:t>
            </a:r>
          </a:p>
          <a:p/>
          <a:p>
            <a:r>
              <a:rPr i="1"/>
              <a:t>Если спросят, не дешевле ли один раз написать большое общее описание на обе роли.</a:t>
            </a:r>
            <a:r>
              <a:t> Это второй вариант из разбора, и его цена уже названа: широкое описание возвращает широкий контекст и широкие права. Граница дешевле: две строки против расширенного доступа. И проверяется она глазами за минуту, чего про широкое описание сказать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Где проходит черта, за которой координация сама становится ценой. Хорошая метка — отраслевой разворот: команда, год назад отвергавшая мультиагентность целиком и называвшая неструктурированный «рой» отвлекающим фактором, десять месяцев спустя вернулась к двум узким паттернам. Ревью-цепочка, где отдельная роль находит в среднем два бага на правку, около пятидесяти восьми процентов из них серьёзные, и связка двух разных топ-моделей на самых сложных сценариях. «Рой» без границ она и сейчас называет отвлекающим фактором.</a:t>
            </a:r>
          </a:p>
          <a:p/>
          <a:p>
            <a:r>
              <a:t>Критерий — в таблице. Вторая роль оправдана, когда шаг одной не нуждается в выводе другой. Где шаги зависимы, разбиение рвёт связь, которую следующий шаг должен был увидеть, — отсюда семнадцать целых две десятых и четыре целых четыре десятых.</a:t>
            </a:r>
          </a:p>
          <a:p/>
          <a:p>
            <a:r>
              <a:t>И чем всё кончилось у нашего разработчика. Он неделю делал всё в одну роль, по очереди, включая правки, которые спокойно делились. Баг у заказчика стоил часа, а недоверие к приёму — недели. Приём был рабочий; неверным оказался урок: он запомнил число ролей и не запомнил условие.</a:t>
            </a:r>
          </a:p>
          <a:p/>
          <a:p>
            <a:r>
              <a:t>Две причины заводить роль разобраны: чужое окно под чтение и одновременная работа на независимых задачах. Третья — про саму роль.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та ли это команда, что писала первый отчёт про мультиагентность.</a:t>
            </a:r>
            <a:r>
              <a:t> Да, источник один и тот же: десять месяцев спустя та же команда публично пересмотрела собственную позицию по итогам практики. Разворот ценен именно этим — он сделан людьми, которые платили за обе позиции.</a:t>
            </a:r>
          </a:p>
          <a:p/>
          <a:p>
            <a:r>
              <a:rPr i="1"/>
              <a:t>Если спросят про нашу сцену конкретно.</a:t>
            </a:r>
            <a:r>
              <a:t> Код и поведение формы проверять параллельно было можно — отсюда решение оставить две роли, но с явно расписанными границами, вместо одной роли с широким описанием. Ошибкой стало молчание о разрезе между ними: разрез появился, а владельца у него не завели.</a:t>
            </a:r>
          </a:p>
          <a:p/>
          <a:p>
            <a:r>
              <a:rPr i="1"/>
              <a:t>Если спросят, как разработчик понял, где была граница.</a:t>
            </a:r>
            <a:r>
              <a:t> Не из отчёта и не от ролей: он сел и перечитал оба описания рядом, впервые. Ровно это и есть приём предыдущего экрана, применённый с опозданием на неделю.</a:t>
            </a:r>
          </a:p>
          <a:p/>
          <a:p>
            <a:r>
              <a:rPr i="1"/>
              <a:t>Если спросят, чему учит потерянная неделя.</a:t>
            </a:r>
            <a:r>
              <a:t> Тому, что провал приёма и провал урока, снятого с приёма, — разные вещи, и дороже обходится второй. Приём чинится одной строкой в описании роли; отказ от работающего приёма чинится только тем, что кто-то заново называет условие вслух.</a:t>
            </a:r>
          </a:p>
          <a:p/>
          <a:p>
            <a:r>
              <a:rPr i="1"/>
              <a:t>Третья развилка ступени</a:t>
            </a:r>
            <a:r>
              <a:t> — что делать, когда одна и та же работа повторяется из сессии в сессию и каждый раз формулируется заново.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причины заводить отдельную роль уже разобраны. Третья — про саму роль: одна и та же проверка повторяется из сессии в сессию, и каждый раз её объясняют заново.</a:t>
            </a:r>
          </a:p>
          <a:p/>
          <a:p>
            <a:r>
              <a:t>Завести роль вы согласитесь сразу. Отнять у неё лишнее — скажете, что это и так делают все. К концу кейса проверим это утверждение на каталоге ролей, по которому собрано сегодняшнее занятие. Репозиторий на этот раз наш собственный.</a:t>
            </a:r>
          </a:p>
          <a:p/>
          <a:p>
            <a:r>
              <a:t>Если спросят, чем это отличается от двух прошлых кейсов: там решение принималось про работу — куда её отдать и сколько таких отдач вести разом. Здесь решение принимается про сам исполнитель: что у него закреплено насовсем и чего он физически не может.</a:t>
            </a:r>
          </a:p>
          <a:p/>
          <a:p>
            <a:r>
              <a:t>Если прозвучит «мы же уже видели файл роли на одностраничнике»: видели целиком, одним экраном. Здесь мы соберём его сами и увидим, какое решение стоит за каждой строкой — и чем кончается ошибка в одной из них.</a:t>
            </a:r>
          </a:p>
          <a:p/>
          <a:p>
            <a:r>
              <a:t>Если прозвучит нетерпение «так заводить роль или нет»: ответ будет критерием, который зал проверит сам; к концу кейса будет видно, где роли ещё нет и где она не нужна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находит: это тот же контекст рассуждений, с которым правка и писалась.</a:t>
            </a:r>
          </a:p>
          <a:p/>
          <a:p>
            <a:r>
              <a:t>Он просит проверить отдельным агентом. Работает немедленно, без единой строки настройки — агент получает задачу в собственном контекстном окне, истории рассуждений не видит, возвращает итог.</a:t>
            </a:r>
          </a:p>
          <a:p/>
          <a:p>
            <a:r>
              <a:t>Дальше три недели. Каждую неделю он пересказывает этому агенту одни и те же требования к ревью и каждый раз формулирует их чуть иначе. Ответы расходятся следом: где-то есть раздел «что проверено», где-то нет, где-то вердикт спрятан в середине абзаца.</a:t>
            </a:r>
          </a:p>
          <a:p/>
          <a:p>
            <a:r>
              <a:t>И однажды вместо отчёта приходит внесённая правка. Агент нашёл проблему в выражении проверки адреса и переписал его сам: прав у роли никто не ограничивал, инструмент правки у неё был.</a:t>
            </a:r>
          </a:p>
          <a:p/>
          <a:p>
            <a:r>
              <a:t>Он не заметил. Правка выглядела разумной, ушла в мерж вместе с его собственной — и через день форма перестала принимать адреса с плюсом в имени. Отчёт, которому он доверял, оказался действием, которое он не прочитал.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верной. Проблема в том, кто её читал. Отчёт читают, правку от проверяющего пролистывают — она пришла оттуда, где ждали вердикт.</a:t>
            </a:r>
          </a:p>
          <a:p/>
          <a:p>
            <a:r>
              <a:t>Если спросят, при чём тут три недели: без них это разовая неудача. Три недели расходящихся формулировок — это сигнал повторения, по которому дальше и принимается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  <a:p/>
          <a:p>
            <a: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 Состав правильного ответа до разбора не подсказываю: разбор пройдёт по всем пяти.</a:t>
            </a:r>
          </a:p>
          <a:p/>
          <a:p>
            <a:r>
              <a:t>Если спросят, засчитывается ли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Если прозвучит сразу «кастомный субагент»: спросить, что именно он заводит — файл с формулировкой, урезанные права или и то и другое. Обе половины хода редко называют вместе, и эта развилка пригодится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закрывает разовую проверку без единой строки настройки; при повторении формулировка расходится. Запрос подробнее — держит формулировку верной, пока вы сами её помните; вопроса прав этот ход вообще не касается. Скилл — переиспользует процедуру внутри той же сессии; изоляции по контексту или по правам он не даёт. Кастомный субагент — специализирует роль: фиксирует формулировку файлом и урезает права под конкретную работу. Коллега — даёт точный ответ за минуту, если он прямо сейчас свободен и помнит участок.</a:t>
            </a:r>
          </a:p>
          <a:p/>
          <a:p>
            <a:r>
              <a:t>Вывод. Первая карточка права наполовину: для разовой проверки заводить нечего. Граница, которая решает исход, проходит между разовой проверкой и ролью, которая повторяется настолько, что её стоит специализировать: закрепить формулировку файлом и отнять лишнее.</a:t>
            </a:r>
          </a:p>
          <a:p/>
          <a:p>
            <a:r>
              <a:t>И вот это — две разные половины одного хода. Файл заводят одной строкой, права отнимают другой. Вторую легко не написать, и дальше в кейсе будет видно, насколько легко.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формат файла здесь ни при чём.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дрейфует, и вопрос прав этим ходом не затрагивается вовсе.</a:t>
            </a:r>
          </a:p>
          <a:p/>
          <a:p>
            <a:r>
              <a:t>Если спросят про «позвать коллегу»: ограничение названо в таблице и обсуждения не требует — исход зависит от того, свободен ли человек, которого зовут.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чём стоит разговор про цену делегирования.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Противоречия здесь нет: базы сравнения разные, и обе названы явно.</a:t>
            </a:r>
          </a:p>
          <a:p/>
          <a:p>
            <a:r>
              <a:t>Вывод прямой: делегирование не бывает бесплатным ни разу, даже когда экономит место в вашем окне, — платите токенами всегда. Для разовой проверки цена мала; при частом повторении она складывается в заметную статью расхода.</a:t>
            </a:r>
          </a:p>
          <a:p/>
          <a:p>
            <a:r>
              <a:t>И честный пробел, тот же, что назван в первом кейсе ступени: сколько контекста экономит отдельная роль по сравнению с тем же объёмом работы в основной сессии — такого числа не нашлось ни в одном источнике. Механизм описан качественно везде, числом — нигде.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 — это не независимый аудит, и так и стоит сказать, если переспросят про силу доказательства.</a:t>
            </a:r>
          </a:p>
          <a:p/>
          <a:p>
            <a:r>
              <a:t>Если спросят, зачем цифра про токены, когда цена и так видна из сцены: три недели расходящихся формулировок показывают цену нестабильности. Число добавляет вторую цену — самого механизма: «просто делегировать чаще» тоже не бесплатно.</a:t>
            </a:r>
          </a:p>
          <a:p/>
          <a:p>
            <a:r>
              <a:t>Если спросят, почему пробел не закрыт прикидкой: прикидка здесь была бы числом без измерения, и отличить её от измеренного значения зал потом не сможет.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 — и это специализация роли: имя, инструкция, урезанные права. Первый ход — имя и описание: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паузу: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Разница — на экране. Текст в теле роли просит, и его вес конкурирует с остальным контекстом задачи. Список инструментов разрешает физически: чего в нём нет, того роль сделать не может. У нашего ревьюера лишним было право на правку — то самое, которым он переписал проверку адреса сам.</a:t>
            </a:r>
          </a:p>
          <a:p/>
          <a:p>
            <a:r>
              <a:t>Третий ход — формат ответа. Вердикт первой строкой, не растворённый в абзаце. Раздел «что проверено» — конкретно, какие файлы прочитаны. И находки: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.</a:t>
            </a:r>
          </a:p>
          <a:p/>
          <a:p>
            <a:r>
              <a:t>Три хода, и урезание прав — ровно один из них, отдельный.</a:t>
            </a:r>
          </a:p>
          <a:p/>
          <a:p>
            <a:r>
              <a:t>Если спросят, зачем описывать, когда роль НЕ использовать: без этой границы маршрутизация начнёт отправлять роли задачи, для которых она не предназначена, особенно когда рядом появится вторая роль — этот аргумент уже сыграл во втором кейсе ступени, там, где рядом с диф-ревьюером встал тестировщик и между их зонами остался промежуток.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а что значит каждая запись такого списка, стояло пятым блоком на одностраничнике ступени.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  <a:p/>
          <a:p>
            <a:r>
              <a:t>Если спросят, почему пустой список находок засчитывается: иначе роль начнёт искать, что написать, и формат превратится в требование обязательно что-нибудь найти.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 для промежутка, рабочий — один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3904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46784"/>
            <a:ext cx="18684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00558" y="1146784"/>
            <a:ext cx="34633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10258" y="1146784"/>
            <a:ext cx="50465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28851"/>
            <a:ext cx="1868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558" y="1428851"/>
            <a:ext cx="34633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роли проверяют разное и вместе покрывают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0258" y="1428851"/>
            <a:ext cx="50465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надёжность растёт, только пока между зонами нет промежутка — здесь он есть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585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58568"/>
            <a:ext cx="186845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0558" y="1958568"/>
            <a:ext cx="346339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обе стороны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0258" y="1958568"/>
            <a:ext cx="50465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 самое, что узкий список инструментов и ограничивает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708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70848"/>
            <a:ext cx="1868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00558" y="2670848"/>
            <a:ext cx="34633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0258" y="2670848"/>
            <a:ext cx="50465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005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00565"/>
            <a:ext cx="186845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 расписать границы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0558" y="3200565"/>
            <a:ext cx="346339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показывает промежуток между ними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0258" y="3200565"/>
            <a:ext cx="50465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расписать нужно осознанно —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128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12844"/>
            <a:ext cx="1868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0558" y="3912844"/>
            <a:ext cx="34633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подходит, когда шаг одной роли зависит от того, что увидела другая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0258" y="3912844"/>
            <a:ext cx="50465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теряет параллельность там, где она была нужна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41405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969421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Работает четвёртый вариант, и работает он тем же, чем работал приём четверга: он называет условие вслух. Третий добавляет роль ради проблемы, которую создали первые две. Второй возвращает к широкому доступу, от которого ступень уже отказалась. И отметьте, чего в таблице нет вовсе: варианта «добавить ещё ролей». На задаче, которая не делится, это ход в сторону, противоположную цели.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695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8496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наших двух ролей.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Диф-ревьюер и тестировщик из прошлой сцены работают без третьей роли, сверяющей их согласованность. Вот что об этом говорит измерение на масштабе, не на одном случае.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52298"/>
            <a:ext cx="11183112" cy="2620073"/>
          </a:xfrm>
          <a:prstGeom prst="roundRect">
            <a:avLst>
              <a:gd name="adj" fmla="val 1163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343738"/>
            <a:ext cx="68580" cy="243719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35178"/>
            <a:ext cx="15167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8885" y="2435178"/>
            <a:ext cx="62217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6968" y="2435178"/>
            <a:ext cx="26398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17245"/>
            <a:ext cx="15167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Cemri и др., «MAST», arXiv:2503.13657 (NeurIPS 2025 D&amp;B)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8885" y="2717245"/>
            <a:ext cx="622177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6968" y="2717245"/>
            <a:ext cx="263987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7946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794649"/>
            <a:ext cx="15167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Kim, Gu, Park и др. (Google Research), arXiv:2512.08296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8885" y="3794649"/>
            <a:ext cx="62217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последовательной задаче схема проигрывает одноагентной той же задачи на 39–70%; без координатора число ошибок усиливается в 17,2 раза относительно одноагентной системы на входе, с централизованной проверкой — в 4,4 раза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16968" y="3794649"/>
            <a:ext cx="26398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20957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458117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52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801" y="1319784"/>
            <a:ext cx="9833348" cy="29500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34380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562396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Диф-ревьюер с одностраничника этой ступени уже это делает: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по-доменному, не абстрактно.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251244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379260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Граница, записанная в двух описаниях, промежутка не убирает — она делает его видимым тому, кто читает оба описания рядом. Увидеть промежуток до показа заказчику остаётся решением человека.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Неделя по очереди — и где вторая роль всё-таки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10617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805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Отраслевой разворот, как метка границы.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Одна команда год назад полностью отвергала мультиагентность, называя неструктурированный «рой» отвлекающим фактором. Десять месяцев спустя она же вернулась к двум узким паттернам — ревью-цепочка (отдельная роль находит в среднем два бага на правку, из них около 58% серьёзных) и связка из двух разных топ-моделей на самых сложных сценариях. «Рой» без границ она по-прежнему называет отвлекающим фактором.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46096"/>
            <a:ext cx="82296" cy="11877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74112"/>
            <a:ext cx="10643616" cy="931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Параллельность лежит в задаче.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Интуиция считала исполнителей: больше ролей — быстрее и надёжнее. Проверка назвала условие: выигрыш есть там, где задачи независимы и границы между ними названы вслух. Нашему разработчику неверно снятый урок стоил недели работы по очереди — включая те правки, которые спокойно делились. Баг у заказчика стоил часа; доверие к приёму стоило недели.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98392"/>
            <a:ext cx="5454396" cy="1905000"/>
          </a:xfrm>
          <a:prstGeom prst="roundRect">
            <a:avLst>
              <a:gd name="adj" fmla="val 159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0812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ВТОРАЯ РОЛЬ ОПРАВДАНА, КОГДА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8244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действительно параллелится — шаг одной роли не нуждается в выводе другой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77342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77342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узкая роль проверяет одну конкретную правку в своей зоне и этим окупается — диф-ревьюер и тестировщик из нашей сцены, ровно этот случай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3898392"/>
            <a:ext cx="5454396" cy="1905000"/>
          </a:xfrm>
          <a:prstGeom prst="roundRect">
            <a:avLst>
              <a:gd name="adj" fmla="val 159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400812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КООРДИНАТОР ИЛИ ОБЪЕДИНЕНИЕ ЛИШНИЕ, КОГДА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4282440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 зависимы — разбиение на роли умножает ошибку: в 17,2 раза без координатора, в 4,4 даже при централизованной проверке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472846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4728464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лишний слой поверх уже сделанной работы не окупается — координатору нечего делать, кроме как сверять то, что уже сделали другие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517448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5174488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задача и так дешёвая, а цена пропущенной ошибки низкая — одна роль почти всегда дешевле двух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162556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162556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56637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Роль заводят все. Права не урезает никто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74314"/>
            <a:ext cx="9509760" cy="1709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 же проверка повторяется из сессии в сессию, и каждый раз её объясняют заново. Завести под неё роль вы согласитесь сразу; отнять у роли лишнее — скажете, что это и так делают все. В каталоге ролей, по которому собрано это занятие, четырнадцать ролей и ни одного работающего урезания прав. Решаем, что завести и что отнять.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Третью неделю он объясняет одно и то же. Один раз получил правку вместо отчёта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490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0291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24049"/>
            <a:ext cx="11183112" cy="2771775"/>
          </a:xfrm>
          <a:prstGeom prst="roundRect">
            <a:avLst>
              <a:gd name="adj" fmla="val 109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643505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64350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17614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17614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Он просит проверить отдельным агентом. Это работает немедленно, без единой строки настройки: агент получает задачу в собственном контекстном окне, истории рассуждений не видит, возвращает только итог.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708781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70878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Третью неделю он пересказывает этому агенту одни и те же требования к ревью, каждый раз формулируя чуть иначе. Ответы расходятся следом: где-то есть раздел «что проверено», где-то нет, где-то вердикт спрятан в середине абзаца.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443730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44373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Однажды вместо отчёта приходит внесённая правка: агент нашёл проблему в выражении проверки адреса и переписал его сам. Прав у роли никто не ограничивал — инструмент правки у неё был.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9821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62622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Он не заметил. Правка выглядела разумной, ушла в мерж вместе с его собственной — и через день форма перестала принимать адреса с плюсом в имени.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822191"/>
          </a:xfrm>
          <a:prstGeom prst="roundRect">
            <a:avLst>
              <a:gd name="adj" fmla="val 797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5492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81383" y="1126236"/>
            <a:ext cx="40477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75470" y="1126236"/>
            <a:ext cx="47813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54927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1383" y="1408303"/>
            <a:ext cx="404778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разовую проверку одной правки без единой строки настройки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5470" y="1408303"/>
            <a:ext cx="478137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формулировку не фиксирует: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767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76767"/>
            <a:ext cx="154927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1383" y="2076767"/>
            <a:ext cx="404778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держит формулировку верной, пока вы сами помните, что в неё включить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5470" y="2076767"/>
            <a:ext cx="4781377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не фиксирует и прав не урезает — расходится от раза к разу тем же способом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4523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45232"/>
            <a:ext cx="154927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1383" y="2745232"/>
            <a:ext cx="404778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переиспользует процедуру внутри той же сессии без пересказа условий заново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5470" y="2745232"/>
            <a:ext cx="4781377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подгружается в тот же контекст той же сессией — ни изоляции контекста, ни урезания прав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457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45739"/>
            <a:ext cx="154927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81383" y="3245739"/>
            <a:ext cx="404778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специализирует роль — фиксирует формулировку файлом и урезает права под конкретную работу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5470" y="3245739"/>
            <a:ext cx="4781377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требует файла с описанием, которое верно маршрутизирует; права урезаются отдельной строкой этого файла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821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82160"/>
            <a:ext cx="154927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1383" y="4082160"/>
            <a:ext cx="404778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даёт точный ответ за минуту, если коллега прямо сейчас свободен и помнит участок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5470" y="4082160"/>
            <a:ext cx="4781377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зависит от присутствия и памяти другого человека, не от самой задачи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30139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58155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Первая карточка права наполовину: для разовой проверки заводить нечего, делегирование уже бесплатно. Граница, которая решает исход, проходит между разовой проверкой и ролью, которая повторяется настолько, что её стоит специализировать: закрепить формулировку файлом и отнять лишнее. Это две разные половины одного хода. Файл заводят одной строкой, права отнимают другой — и вторую легко не написать.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6036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67476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8916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558916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558916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0983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1840983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1840983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183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918388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2918388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2918388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1877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4678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Делегирование не бывает бесплатным ни разу — платите токенами всегда, даже когда экономите место в своём окне. Для разовой проверки эта цена мала; при частом повторении она складывается в заметную статью расхода, не только в удобство.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06974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544134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815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00695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300695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300695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82762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582762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582762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124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12479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112479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112479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247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24759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824759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824759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38098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266114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и есть специализация ролей по инструкциям: своё имя — чтобы звать роль явно, своя инструкция — чтобы не пересказывать условия заново, свои права — чтобы роль не сделала того, за чем её не звали. 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