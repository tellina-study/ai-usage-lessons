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Проверим вывод на отрицательном примере, и на том самом куске, который раскладка признала неделимым.</a:t>
            </a:r>
          </a:p>
          <a:p/>
          <a:p>
            <a:r>
              <a:t>Через неделю разработчик берётся за новое поле и изменение проверки формы. Исполнителей он берёт по числу, которое просилось в пятницу само, — больше одного. Диф-ревьюер у него уже есть с прошлого случая ступени, и он зовёт второго: тестировщика, который прогоняет сценарии через форму и смотрит на поведение, не ограничиваясь чтением кода. Обе роли получают один и тот же кусок.</a:t>
            </a:r>
          </a:p>
          <a:p/>
          <a:p>
            <a:r>
              <a:t>Диф-ревьюер читает код, видит, что проверка написана верно, и возвращает </a:t>
            </a:r>
            <a:r>
              <a:rPr>
                <a:latin typeface="Consolas"/>
              </a:rPr>
              <a:t>PASS</a:t>
            </a:r>
            <a:r>
              <a:t>. Отчёт честный: в том коде, который он читал, проблем нет. Тестировщик прогоняет через форму обычные сценарии, ничего не находит и тоже возвращает </a:t>
            </a:r>
            <a:r>
              <a:rPr>
                <a:latin typeface="Consolas"/>
              </a:rPr>
              <a:t>PASS</a:t>
            </a:r>
            <a:r>
              <a:t>. Этот отчёт тоже честный: форма ведёт себя ожидаемо на тех сценариях, которые он прогнал.</a:t>
            </a:r>
          </a:p>
          <a:p/>
          <a:p>
            <a:r>
              <a:t>Правка уходит в показ. Заказчик вводит адрес с пробелом перед доменом — случай, который не вошёл ни в код, прочитанный построчно, ни в список прогнанных сценариев. Оба </a:t>
            </a:r>
            <a:r>
              <a:rPr>
                <a:latin typeface="Consolas"/>
              </a:rPr>
              <a:t>PASS</a:t>
            </a:r>
            <a:r>
              <a:t> правдивы по отдельности. Картина, которую разработчик из них собрал, — «кусок проверен» — не описывает ничего: между двумя зонами остался промежуток, про который не высказалась ни одна роль.</a:t>
            </a:r>
          </a:p>
          <a:p/>
          <a:p>
            <a:r>
              <a:t>Стоит заметить, что здесь повторено. Число исполнителей. Условия под ним не было: кусок был один и неделимый, и две роли его не распараллелили — они его разрезали. Разрез кому-то нужно держать, и этого разработчик не поручил никому.</a:t>
            </a:r>
          </a:p>
          <a:p/>
          <a:p>
            <a:r>
              <a:t>Почему диф-ревьюер не поймал пробел в адресе — вопрос, который возникает первым, и ответ на него снимает подозрение с роли.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там написана верно. Пробел перед доменом не относится к тому, что этот кусок менял в коде: случай поведенческий, не структурный. Роль отработала ровно по своему описанию, и претензий к ней нет.</a:t>
            </a:r>
          </a:p>
          <a:p/>
          <a:p>
            <a:r>
              <a:t>Чем это отличается от трёх независимых кусков, где роли сработали бы. Там между кусками зазора не было вовсе — они лежали врозь сами, и каждый закрывался целиком одним исполнителем. Здесь две разные роли делят один кусок на стороны, и граница между сторонами оказалась никому не поручена. Разница ровно в том, было ли что делить.</a:t>
            </a:r>
          </a:p>
          <a:p/>
          <a:p>
            <a:r>
              <a:t>Тестировщик в этой истории не виноват, и смазывать это не стоит: он прогнал те сценарии, которые ему поручили, и честно о них отчитался. Подвела здесь не роль и не формулировка </a:t>
            </a:r>
            <a:r>
              <a:rPr>
                <a:latin typeface="Consolas"/>
              </a:rPr>
              <a:t>PASS</a:t>
            </a:r>
            <a:r>
              <a:t>. Подвело то, что никто не записал, где кончается зона каждого из двоих.</a:t>
            </a:r>
          </a:p>
          <a:p/>
          <a:p>
            <a:r>
              <a:t>Поймал ли бы промежуток человек, работающий без ролей? Не обязательно. Но человек, читающий кусок целиком, по крайней мере имел шанс споткнуться о пробел в адресе; два отчёта, каждый верный в своих границах, этот шанс забирают — именно потому, что оба зелёные. Проверка, которая закрывает часть поля и молчит про остальное, опаснее отсутствия проверки ровно настолько, насколько ей верят.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хода, и работает один. Разберём все четыре, потому что три неработающих выглядят убедительно.</a:t>
            </a:r>
          </a:p>
          <a:p/>
          <a:p>
            <a:r>
              <a:rPr b="1"/>
              <a:t>Вернуться к одной роли на этом куске.</a:t>
            </a:r>
            <a:r>
              <a:t> Ход честный: кусок неделимый, и один исполнитель видит его целиком, со стыком внутри своей зоны. Цена названа прямо — одновременность на тех трёх кусках, где она была, придётся отдать, если это правило распространить на всю задачу. На одном куске ход часто проще и дешевле остальных четырёх; ошибкой он становится там, где кусков несколько и они независимы.</a:t>
            </a:r>
          </a:p>
          <a:p/>
          <a:p>
            <a:r>
              <a:rPr b="1"/>
              <a:t>Одна роль с широким описанием на обе стороны.</a:t>
            </a:r>
            <a:r>
              <a:t> Кусок небольшой, одна роль успела бы честно покрыть и код, и поведение. Цена спрятана в слове «широкое»: широкое описание означает широкий контекст и широкие права — ровно то, что урезанный список инструментов и ограничивает. Ступень от этого отказалась в предыдущем случае, и возвращаться к этому ради одного стыка дорого.</a:t>
            </a:r>
          </a:p>
          <a:p/>
          <a:p>
            <a:r>
              <a:rPr b="1"/>
              <a:t>Расписать границы каждой роли в обе стороны.</a:t>
            </a:r>
            <a:r>
              <a:t> Этот и работает. Промежуток между двумя зонами становится виден до того, как проявится багом у заказчика: достаточно прочитать два описания рядом. Условие у хода одно — расписать нужно осознанно, в тот момент, когда появляется вторая роль. От самого факта её появления эта работа не делается.</a:t>
            </a:r>
          </a:p>
          <a:p/>
          <a:p>
            <a:r>
              <a:rPr b="1"/>
              <a:t>Завести третью роль-координатора.</a:t>
            </a:r>
            <a:r>
              <a:t> Выглядит как решение и сверяет вывод двух готовых ролей. Цена растёт быстрее, чем снижается риск: к двум уже не согласованным ролям добавляется слой координации, у которого есть свои границы, свой контекст и свой стык с каждой из двух. Оправдан координатор тогда, когда сверка вывода двух ролей — отдельная, названная заранее работа, заведённая до того, как появилась несогласованность. Проверяется это одним вопросом: что координатор делает такого, чего обе роли не могут записать себе в описание. Нет ответа — это заплатка.</a:t>
            </a:r>
          </a:p>
          <a:p/>
          <a:p>
            <a:r>
              <a:t>Теперь о том, чем третий ход работает, — и здесь он сходится с раскладкой. В пятницу условие назвали вслух: сказали, какие куски независимы и почему. На разрезе одного куска его не назвал никто — разрез появился, владельца у него не завели. Работает третий ход, и работает он тем же, чем работала раскладка: он называет условие вслух, до того как оно понадобится.</a:t>
            </a:r>
          </a:p>
          <a:p/>
          <a:p>
            <a:r>
              <a:t>Выглядит «расписать границы» скромно: одна строка в описании каждой роли, по-доменному. Что входит в её проверку и что остаётся снаружи. Как именно это пишется — на следующем экране, на тех же двух ролях. Одно правило при письме стоит знать заранее: границу пишут парой и обе строки сверяют рядом. Написанные независимо, два описания либо опишут один участок дважды, либо не опишут ни разу, и шансы тут примерно равные.</a:t>
            </a:r>
          </a:p>
          <a:p/>
          <a:p>
            <a:r>
              <a:t>Второго выбора карточками на этом месте нет намеренно. Решение случая — чем ускорять и на каком куске — уже принято двумя экранами раньше. Это итог того же разговора, доведённый до разреза одного куска; отдельный выбор по соседнему вопросу размыл бы первый.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диф-ревьюера и тестировщика из этой истории нет третьей роли, которая сверяла бы их согласованность. Случай выглядит частным — пока не посмотреть, что говорит об этом измерение на масштабе.</a:t>
            </a:r>
          </a:p>
          <a:p/>
          <a:p>
            <a:r>
              <a:t>Первый источник — таксономия отказов систем из нескольких агентов, Cemri и другие, работа «MAST», arXiv:2503.13657, принята на NeurIPS 2025 в трек Datasets and Benchmarks. Размечено вручную больше тысячи шестисот трасс по семи разным фреймворкам, согласие между экспертами по шкале каппа — ноль целых восемьдесят восемь. Провальных трасс от сорока одного до восьмидесяти семи процентов в зависимости от фреймворка. Причины делятся на три категории: спецификация задачи и роли держит около сорока двух процентов, рассогласование между агентами — около тридцати семи, верификация результата — около двадцати одного. Рассогласование между агентами стоит второй причиной по весу, почти вровень с описанием самой задачи. Это и есть промежуток из нашей истории, посчитанный на выборке.</a:t>
            </a:r>
          </a:p>
          <a:p/>
          <a:p>
            <a:r>
              <a:t>Второй источник — контролируемый эксперимент о цене, Kim, Gu, Park и другие, Google Research, arXiv:2512.08296. Двести шестьдесят конфигураций, шесть наборов задач, пять архитектур. На последовательной задаче схема из нескольких ролей проигрывает одноагентной на той же задаче от тридцати девяти до семидесяти процентов, а число ошибок усиливается в семнадцать целых две десятых раза относительно одноагентной системы на входе. С централизованной проверкой усиление падает до четырёх целых четырёх десятых — падает, но остаётся усилением. Вот цифра под поворотом этого случая: там, где шаги зависимы, разбиение на роли стоит дороже всего, что параллельность могла бы сэкономить.</a:t>
            </a:r>
          </a:p>
          <a:p/>
          <a:p>
            <a:r>
              <a:t>Про межэкспертное согласие стоит сказать, почему на эту цифру вообще смотрят. Ноль целых восемьдесят восемь по шкале каппа означает высокое согласие: категории различали разные люди и сходились между собой. Это и делает таксономию пригодной для ссылки — разметка здесь не произвольная.</a:t>
            </a:r>
          </a:p>
          <a:p/>
          <a:p>
            <a:r>
              <a:t>Абсолютного числа ошибок второй источник не публикует, и это честно назвать прямо. Приведено только относительное усиление — во сколько раз больше, чем у одной роли на той же задаче. «В семнадцать раз больше» без базовой величины говорит о направлении, о размере не говорит, и подставлять базу самостоятельно нельзя.</a:t>
            </a:r>
          </a:p>
          <a:p/>
          <a:p>
            <a:r>
              <a:t>Разброс «от сорока одного до восьмидесяти семи процентов» выглядит так широко, что его хочется отбросить, и делать этого не стоит. Разброс идёт по фреймворкам: разные системы падают по-разному. Важно в нём одно — доля провальных трасс нигде не оказалась малой.</a:t>
            </a:r>
          </a:p>
          <a:p/>
          <a:p>
            <a:r>
              <a:t>Отдельно про цифру «семьдесят девять процентов отказов — проблема спецификации», которая разошлась по сети и попадается в пересказах этой работы. Это сумма первых двух категорий MAST, сорока двух и тридцати семи, пересказанная как будто отдельное измерение. Встретив её, стоит проверить, не считается ли одно и то же дважды под разными подписями.</a:t>
            </a:r>
          </a:p>
          <a:p/>
          <a:p>
            <a:r>
              <a:t>Переносятся ли эти цифры на две роли напрямую. Нет, и это важно сказать прежде, чем кто-то вооружится семнадцатикратным усилением в разговоре о паре исполнителей. Оба исследования мерили системы из многих агентов; направление переносится, порядок величины — не переносится. На двух ролях честнее говорить о риске промежутка, который измерен как вторая причина отказов по весу.</a:t>
            </a:r>
          </a:p>
          <a:p/>
          <a:p>
            <a:r>
              <a:t>И честный пробел, потому что на занятии его называют прямо. Проверить рассогласование двух параллельных ролей на репозитории курса или на машине читателя нечем: ни один из инструментов проверяемости этого занятия такого не демонстрирует. Утверждение стоит на исследовании, не на команде, которую можно набрать в терминале. Остальные опоры занятия проверяются руками; эта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Промежуток закрывает одно средство — явная граница в описании каждой роли, прописанная в обе стороны.</a:t>
            </a:r>
          </a:p>
          <a:p/>
          <a:p>
            <a:r>
              <a:t>Диф-ревьюер с одностраничника этой ступени так уже устроен: в его описании стоит строка «НЕ для ревью архитектурных решений — это отдельная роль». Читающий описание видит не только то, что роль делает, но и то, где она останавливается. Тестировщику нужна симметричная строка: что входит в его проверку и что остаётся снаружи, по-доменному. Например: «проверяю поведение формы на перечисленных сценариях; форматы ввода за пределами списка и структуру кода не проверяю». Снаружи обязано быть названо конкретное — формулировка «всё остальное» не читается как чья-то зона и потому не проверяется никем.</a:t>
            </a:r>
          </a:p>
          <a:p/>
          <a:p>
            <a:r>
              <a:t>Теперь честно о пределе приёма, потому что обещать он может больше, чем делает. Записанная в двух описаниях граница промежутка не убирает. Она делает его видимым тому, кто читает оба описания рядом. Увидеть промежуток до показа заказчику остаётся работой человека — ровно той работой, которую на трёх независимых кусках делать было не нужно: они лежали врозь сами, и стыков между ними не возникало. Приём честен ровно настолько, насколько он скромен.</a:t>
            </a:r>
          </a:p>
          <a:p/>
          <a:p>
            <a:r>
              <a:t>Схема на экране показывает это устройство целиком. Два прямоугольника — зона диф-ревьюера и зона тестировщика, у каждого своя строка «НЕ для…» внизу. Между прямоугольниками выделена узкая полоса с подписью «промежуток, не поручен ни одной роли»: пробел перед доменом попадает ровно туда. Подпись под схемой говорит то же, что сказано выше словами, — граница делает промежуток видимым и не убирает его.</a:t>
            </a:r>
          </a:p>
          <a:p/>
          <a:p>
            <a:r>
              <a:t>Кто пишет вторую, симметричную строку — автор новой роли или автор старой. По-хорошему оба описания сверяют вместе, в тот момент, когда заводится вторая роль. Написать её в одиночку, в надежде что зоны совпадут, — то же самое, что не писать: два автора независимо либо опишут один участок дважды, либо не опишут его вовсе, и предсказать, какой из двух случаев выпадет, нельзя.</a:t>
            </a:r>
          </a:p>
          <a:p/>
          <a:p>
            <a:r>
              <a:t>Есть соблазн пойти другим путём: один раз написать большое общее описание на обе роли и закрыть вопрос. Это второй ход из предыдущего разбора, и цена его уже названа — широкое описание возвращает широкий контекст и широкие права. Граница обходится дешевле: две строки против расширенного доступа. Проверяется она к тому же глазами за минуту, чего про широкое описание сказать нельзя.</a:t>
            </a:r>
          </a:p>
          <a:p/>
          <a:p>
            <a:r>
              <a:t>Стоит заметить, что этот приём не требует ни инструментов, ни настроек, ни изменений в харнессе. Он целиком лежит в тексте описания роли, и это ставит его в тот же ряд, что и строка правила в файле инструкций, разобранная в предыдущем блоке занятия. Приёмы такого рода дёшевы и ровно поэтому легко пропускаются: у них нет момента, в который их пропуск заметен. Строка в описании роли, которой нет, ничем не сигналит о своём отсутствии — её отсутствие предъявляет заказчик, вводя адрес с пробелом перед доменом.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проходит черта, за которой координация сама становится ценой. Метку этой черты поставила отрасль, и поставила дважды в одну сторону.</a:t>
            </a:r>
          </a:p>
          <a:p/>
          <a:p>
            <a:r>
              <a:t>Одна команда год назад полностью отвергала работу несколькими агентами, называя неструктурированный «рой» отвлекающим фактором и публично объясняя почему. Десять месяцев спустя она же вернулась к этой работе — к двум узким схемам. Первая: цепочка ревью, где отдельная роль находит в среднем два бага на правку, и около пятидесяти восьми процентов из них серьёзные. Вторая: связка из двух разных сильных моделей на сложных сценариях. «Рой» без границ эта же команда по-прежнему называет отвлекающим фактором. Разворот ценен именно тем, кто его сделал: люди, заплатившие за обе позиции практикой, вернулись к двум узким схемам, оставив общий случай отвергнутым.</a:t>
            </a:r>
          </a:p>
          <a:p/>
          <a:p>
            <a:r>
              <a:t>Критерий из этого складывается такой. Роль оправдана, когда кусков несколько и они независимы — шаг одного не нуждается в выводе другого. Диф-ревьюер и тестировщик попадают в этот случай, когда кусков у них два и у каждого своя узкая зона с коротким итогом.</a:t>
            </a:r>
          </a:p>
          <a:p/>
          <a:p>
            <a:r>
              <a:t>Дешевле другое средство в четырёх положениях, и каждое из них встречалось в разложенной задаче. Шаги зависимы: разбиение умножает ошибку — в семнадцать целых две десятых раза без координатора и в четыре целых четыре десятых даже при централизованной проверке. Кусок один и неделимый: разрез между ролями никому не поручен, и два честных </a:t>
            </a:r>
            <a:r>
              <a:rPr>
                <a:latin typeface="Consolas"/>
              </a:rPr>
              <a:t>PASS</a:t>
            </a:r>
            <a:r>
              <a:t> складываются в картину, которой нет. Кусок повторяется после каждого из остальных: его место в проверке, которая гоняется сама. Кусок к сроку не нужен вовсе: такой сужают, и ускорять в нём нечего.</a:t>
            </a:r>
          </a:p>
          <a:p/>
          <a:p>
            <a:r>
              <a:t>Чем кончилось у разработчика из этой истории. Неделю после бага он делал всё в одну роль, по очереди, включая те куски, которые спокойно делились. Баг у заказчика стоил часа. Доверие к приёму стоило недели работы по очереди, и это вторая цена, которая здесь важнее первой. Час на исправление пропущенного бага — обычная плата за пропущенный баг. Неделя отказа от работающего приёма — плата за неверный счёт, снятый с этого приёма.</a:t>
            </a:r>
          </a:p>
          <a:p/>
          <a:p>
            <a:r>
              <a:t>Разница между двумя этими провалами стоит того, чтобы её разделить. Провал приёма чинится одной строкой в описании роли. Провал счёта, снятого с приёма, чинится только тем, что кто-то заново называет условие вслух — и до этого момента работающее средство лежит без дела. Счёт исполнителей разработчик запомнил; условие под ним — нет, и неделя ушла на это.</a:t>
            </a:r>
          </a:p>
          <a:p/>
          <a:p>
            <a:r>
              <a:t>Как он в итоге нашёл границу: сел и перечитал оба описания рядом, впервые. Это ровно приём предыдущего экрана, применённый с опозданием на неделю. По его куску стоит заметить отдельно: код и поведение формы проверять двумя ролями было можно, отсюда и решение оставить две роли с явно расписанными границами. Ошибкой стало молчание о разрезе между ними.</a:t>
            </a:r>
          </a:p>
          <a:p/>
          <a:p>
            <a:r>
              <a:t>Две причины заводить отдельного исполнителя к этому моменту разобраны: чужой контекст под длинное чтение и одновременная работа на независимых кусках. Третья причина — про саму роль, и она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причины заводить роль занятие уже разобрало: чтение, которое в контекст не помещается, и задачи, которые стоят в очереди зря. Третий случай — про то, что происходит, когда исполнителей становится больше одного, а каталог файлов у них общий.</a:t>
            </a:r>
          </a:p>
          <a:p/>
          <a:p>
            <a:r>
              <a:t>Предыдущие два случая решали про работу: куда её отдать и сколько таких отдач вести разом. Здесь решается про место. Один каталог на нескольких исполнителей — и вопрос, что именно в нём ломается.</a:t>
            </a:r>
          </a:p>
          <a:p/>
          <a:p>
            <a:r>
              <a:t>Сессий у того, кто работает с агентом каждый день, обычно больше одной: первая занята, пришла вторая задача, открывается вторая сессия. Ролей в одной папке — почти всегда больше одной, и это штатное положение дел. Роли попадают в ту же папку по устройству: роль работает там, где стоит позвавшая её сессия. Разница между сессией и ролью здесь одна, и на ней стоит весь случай: сессии отдельную копию репозитория дают почти всегда, роли — почти никогда, и у этого есть названная причина. К ней дальше и идём.</a:t>
            </a:r>
          </a:p>
          <a:p/>
          <a:p>
            <a:r>
              <a:t>Механизм, который ломается, старше агентов. Рабочая копия репозитория стоит на одной ветке для всех, кто в ней работает, и так было задолго до того, как в каталоге появился первый агент. Изменилась частота. Раньше в каталоге работал один человек своими руками и сам знал, что в файлах лежит. Теперь в нём стоят две сессии и десяток ролей, и у каждой своё представление о состоянии файлов.</a:t>
            </a:r>
          </a:p>
          <a:p/>
          <a:p>
            <a:r>
              <a:t>Проверить это у себя можно по памяти, не открывая ничего: сколько сессий вы держите открытыми на одном репозитории и сколько раз за последний месяц переключали ветку, пока рядом шла чужая работа. Если ответ «такого не было» — к концу случая будет виден признак, по которому столкновение опознаётся, и он не в том, что работа сломалась заметно.</a:t>
            </a:r>
          </a:p>
          <a:p/>
          <a:p>
            <a:r>
              <a:t>Числа столкновений ниже взяты из журнала этого курса. Курс собран тем самым способом, о котором идёт речь, — несколькими сессиями в одной рабочей копии, — и трижды поймал ровно то, что разбирается дальше.</a:t>
            </a:r>
          </a:p>
          <a:p/>
          <a:p>
            <a:r>
              <a:t>К концу случая решается одно: где разводить копиями и где только зонами. Ответ для сессии и для роли получится разным.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проверки адреса — та самая, после бага на показе: пробел перед доменом форма приняла. На ветке </a:t>
            </a:r>
            <a:r>
              <a:rPr>
                <a:latin typeface="Consolas"/>
              </a:rPr>
              <a:t>fix/email-pattern</a:t>
            </a:r>
            <a:r>
              <a:t> работа начата и не закоммичена: регулярное выражение в </a:t>
            </a:r>
            <a:r>
              <a:rPr>
                <a:latin typeface="Consolas"/>
              </a:rPr>
              <a:t>index.html</a:t>
            </a:r>
            <a:r>
              <a:t> поправлено, сообщение об ошибке в </a:t>
            </a:r>
            <a:r>
              <a:rPr>
                <a:latin typeface="Consolas"/>
              </a:rPr>
              <a:t>src/validate.js</a:t>
            </a:r>
            <a:r>
              <a:t> — ещё нет.</a:t>
            </a:r>
          </a:p>
          <a:p/>
          <a:p>
            <a:r>
              <a:t>Приходит вторая задача: поднять зависимость, из-за которой ругается сборка. С проверкой адреса она не пересекается ни одним файлом. Ждать первую сессию нечем — задачи независимы, а сессия занята; это и есть обычный повод открыть вторую. Разработчик открывает её в том же каталоге, на том же репозитории.</a:t>
            </a:r>
          </a:p>
          <a:p/>
          <a:p>
            <a:r>
              <a:t>Вторая сессия начинает с собственной ветки: </a:t>
            </a:r>
            <a:r>
              <a:rPr>
                <a:latin typeface="Consolas"/>
              </a:rPr>
              <a:t>git checkout -b chore/bump-deps</a:t>
            </a:r>
            <a:r>
              <a:t>. Здесь всё и решается. Каталог один, ветка в нём одна на всех, кто в этом каталоге работает, и незакоммиченная правка адреса переезжает на новую ветку вместе с файлами.</a:t>
            </a:r>
          </a:p>
          <a:p/>
          <a:p>
            <a:r>
              <a:t>Git этого не остановил, и останавливать было нечего: новая ветка заводится от текущего состояния каталога и незакоммиченные правки переносит с собой. Это штатное поведение, на которое и рассчитывают, когда обнаружили, что начали работу не на той ветке. Отказ приходит в другом случае — когда переключение затронуло бы те самые строки, которые вы правите. Здесь файлы были разные, и всё прошло тихо.</a:t>
            </a:r>
          </a:p>
          <a:p/>
          <a:p>
            <a:r>
              <a:t>Вторая сессия доделывает своё и забирает в коммит всё, что видит в каталоге: </a:t>
            </a:r>
            <a:r>
              <a:rPr>
                <a:latin typeface="Consolas"/>
              </a:rPr>
              <a:t>git add -A</a:t>
            </a:r>
            <a:r>
              <a:t> берёт изменённые файлы целиком, без разбора, чьи они. Недоделанная проверка адреса для этой сессии — часть состояния файлов. Отличить «моё» от «чужого» по состоянию нельзя: в состоянии не записано, кто его сделал.</a:t>
            </a:r>
          </a:p>
          <a:p/>
          <a:p>
            <a:r>
              <a:t>Первая сессия продолжает по тому, что прочитала раньше: дописывает сообщение об ошибке, прогоняет тесты, докладывает, что правка готова. Своей ветки под ней уже нет — каталог стоит на ветке зависимостей.</a:t>
            </a:r>
          </a:p>
          <a:p/>
          <a:p>
            <a:r>
              <a:t>Обе сессии доложили об успехе, и каждая была права по отдельности. Утром выяснилось: в ветке зависимостей лежит чужая незаконченная правка, в ветке адреса — ничего, и полчаса ушло на вопрос, почему тесты формы падают там, где формы никто не касался.</a:t>
            </a:r>
          </a:p>
          <a:p/>
          <a:p>
            <a:r>
              <a:t>У этой истории есть свойство, которое стоит заметить отдельно: задачи не делят ни одного файла. Правка адреса трогает разметку и скрипт проверки, подъём зависимости — файл со списком пакетов. Ответ «не берите пересекающиеся задачи» здесь не работает, потому что их и не брали. Ломает сама общая рабочая копия, при любом выборе работы.</a:t>
            </a:r>
          </a:p>
          <a:p/>
          <a:p>
            <a:r>
              <a:t>Увидеть происходящее можно было и раньше: имя текущей ветки у обеих сессий одно и то же, и оно на виду. Смотреть в это место никто не ходит — у каждой сессии своя задача, и обе на вид идут нормально.</a:t>
            </a:r>
          </a:p>
          <a:p/>
          <a:p>
            <a:r>
              <a:t>Возражение «мой агент сам ветку не переключает» стоит проверить, прежде чем на него опираться: переключение ветки — обычный первый шаг при новой задаче, и инструкция проекта чаще его требует, чем запрещает. Коммит перед запуском второй сессии эту историю спас бы: вернуть было бы к чему. Одну ветку на каталог он при этом не отменяет, и следующая пара задач столкнётся там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друг от друга не зависят, обе сессии нужны разом, каталог у них один. Ни одна из сессий в этой истории не сделала ничего странного: одна начала с ветки, другая продолжила по прочитанному. Спрашивать поэтому стоит про устройство — что здесь заводят или меняют, чтобы это не повторилось.</a:t>
            </a:r>
          </a:p>
          <a:p/>
          <a:p>
            <a:r>
              <a:t>Пять ходов: коммитить перед каждым переключением; работать по очереди, в одной сессии; вместо второй сессии — роли в первой; каждой сессии — свою копию репозитория; развести по файлам и договориться. Выбирать стоит вместе с обоснованием рядом с остальными четырьмя: у каждого из пяти есть случай, где он работает, и предел, за которым он перестаёт работать.</a:t>
            </a:r>
          </a:p>
          <a:p/>
          <a:p>
            <a:r>
              <a:t>Ответов, которые на такой вопрос звучат чаще прочих, пять, и с каждым полезно проделать одну работу — спросить, что он делает с веткой и что с файлом.</a:t>
            </a:r>
          </a:p>
          <a:p/>
          <a:p>
            <a:r>
              <a:t>«Коммитить перед переключением». Его называют первым, и он рабочий. Проверочный вопрос: что он делает с ветками? Вернуть потерянное он позволяет — есть к чему вернуться. Одну ветку на каталог он не отменяет, и значит, историю вроде разобранной он делает восстановимой, не предотвращая её.</a:t>
            </a:r>
          </a:p>
          <a:p/>
          <a:p>
            <a:r>
              <a:t>«По очереди». Честный ответ, и защитить его стоит прямо: столкновений не будет вовсе — одна работа в каталоге, одна ветка, один исполнитель. Проверочный вопрос про цену: что происходит, когда вторая задача не может ждать столько, сколько идёт первая.</a:t>
            </a:r>
          </a:p>
          <a:p/>
          <a:p>
            <a:r>
              <a:t>«Роли вместо второй сессии». Продуктивная путаница, и ведёт она прямо в середину случая. Роли действительно заменяют вторую сессию: задачу объяснять заново не нужно, итог приходит туда, где лежит работа. Проверочный вопрос: в каком каталоге работают эти роли?</a:t>
            </a:r>
          </a:p>
          <a:p/>
          <a:p>
            <a:r>
              <a:t>«Своя копия каждой сессии». Проверочный вопрос, на который целиком отвечают редко: что в этой копии своё и что общее с основной? Ответ понадобится через экран, и от него зависит, окупается копия или нет.</a:t>
            </a:r>
          </a:p>
          <a:p/>
          <a:p>
            <a:r>
              <a:t>«Развести по файлам и договориться». Проверочный вопрос: где эта договорённость держится на устройстве и где только на памяти участников?</a:t>
            </a:r>
          </a:p>
          <a:p/>
          <a:p>
            <a:r>
              <a:t>Отдельно стоит разобрать ответ «пусть исполнители сами разберутся». Разобраться они могут по состоянию файлов, а в состоянии не записано, кто его сделал, — это уже видно из сцены.</a:t>
            </a:r>
          </a:p>
          <a:p/>
          <a:p>
            <a:r>
              <a:t>Шестой ход, которого на карточках нет, приносят часто, и чаще прочего это очередь на общий файл или назначенный владелец каталога. Оба пригодятся в конце случая: они отвечают на вопрос, который пять карточек не закрывают.</a:t>
            </a:r>
          </a:p>
          <a:p/>
          <a:p>
            <a:r>
              <a:t>И последнее, если ответ кажется единственным и очевидным. Проверьте, посчитали ли вы рабочее место: что придётся сделать, прежде чем в новой копии получится запустить сборку. Уверенность здесь обычно держится на том, что эту часть не считали.</a:t>
            </a:r>
          </a:p>
          <a:p/>
          <a:p>
            <a:r>
              <a:t>Ещё одно наблюдение про сам набор карточек. Четыре хода из пяти — про дисциплину: коммитить вовремя, работать по очереди, делить файлы, договариваться. Дисциплина отменяема одним забывчивым утром. Пятый ход — про устройство: он меняет то, что физически видят два исполнителя. Разбор начнётся с этого различия, потому что оно сортирует все пять.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идёт по всем пяти ходам. У каждого названо, что он делает и где его предел; из сочетания двух колонок вывод складывается сам.</a:t>
            </a:r>
          </a:p>
          <a:p/>
          <a:p>
            <a:r>
              <a:rPr b="1"/>
              <a:t>Коммитить перед каждым переключением.</a:t>
            </a:r>
            <a:r>
              <a:t> Возвращает потерянное: есть к чему вернуться, и чужой коммит виден в истории. Ветка в каталоге при этом остаётся одна на всех, и о столкновении вы узнаёте после него. Законный выбор там, где столкновения редки и восстановление дёшево.</a:t>
            </a:r>
          </a:p>
          <a:p/>
          <a:p>
            <a:r>
              <a:t>Выглядит это в истории репозитория так: чужой коммит стоит на месте, в нём лежат файлы, которых автор коммита не трогал, и разбираться, что откуда, приходится по именам файлов. Восстановить можно всё; потратить придётся время того, кто разбирается.</a:t>
            </a:r>
          </a:p>
          <a:p/>
          <a:p>
            <a:r>
              <a:rPr b="1"/>
              <a:t>Работать по очереди, в одной сессии.</a:t>
            </a:r>
            <a:r>
              <a:t> Снимает столкновение целиком: одна работа в каталоге, одна ветка, один исполнитель. Платите временем — вторая задача стоит, пока идёт первая, и это та самая очередь, от которой уходил предыдущий случай. Законный выбор, когда вторая задача действительно может подождать.</a:t>
            </a:r>
          </a:p>
          <a:p/>
          <a:p>
            <a:r>
              <a:rPr b="1"/>
              <a:t>Вместо второй сессии — роли в первой.</a:t>
            </a:r>
            <a:r>
              <a:t> Снимает спор о ветке: роли работают в той же ветке, что сессия, и задачу не нужно объяснять заново. Каталог у них общий по устройству, поэтому спор о файле остаётся на месте. Это половина ответа, и её механику разбирает экран про роли в одной папке.</a:t>
            </a:r>
          </a:p>
          <a:p/>
          <a:p>
            <a:r>
              <a:rPr b="1"/>
              <a:t>Каждой сессии — свою копию репозитория.</a:t>
            </a:r>
            <a:r>
              <a:t> Даёт каждой свои файлы и свою ветку при общей истории: переключение ветки у одной под руками другой ничего не меняет. Копию нужно поднять как рабочее место — зависимости, файлы, которых нет в версиях; сводить работу всё равно веткой. Поэтому у хода «тогда всегда своя копия» есть цена: на тридцатисекундной правке опечатки поднять копию дороже самой правки.</a:t>
            </a:r>
          </a:p>
          <a:p/>
          <a:p>
            <a:r>
              <a:rPr b="1"/>
              <a:t>Развести по файлам и договориться.</a:t>
            </a:r>
            <a:r>
              <a:t> Работает там, где копий не бывает: внутри одной сессии, между её исполнителями. Держится на том, что зоны действительно не пересекаются, и один общий файл отменяет договорённость целиком. Такой файл почти всегда есть — в этом случае он сыграет на экране провала.</a:t>
            </a:r>
          </a:p>
          <a:p/>
          <a:p>
            <a:r>
              <a:t>Вывод складывается из четвёртой и пятой строк. Копия репозитория разводит сессии: своя папка, своя ветка, общая история. Внутри одной сессии разводить нечем — исполнители делят каталог по устройству, и защита там держится на раскладке зон. Одно слово «параллельно», два разных ответа, и дальше в случае оба.</a:t>
            </a:r>
          </a:p>
          <a:p/>
          <a:p>
            <a:r>
              <a:t>Вопрос, который здесь возникает сразу: почему роли не получают своей копии, если сессии получают. Получить могут — одной строкой в описании роли. Делают это редко, и причина разбирается в конце случая, там, где видна цена. Пока достаточно знать, что запрета здесь нет.</a:t>
            </a:r>
          </a:p>
          <a:p/>
          <a:p>
            <a:r>
              <a:t>Два хода из пяти друг друга не отменяют. Копия на сессию плюс раскладка зон внутри каждой — так чаще всего и работают, потому что эти ходы отвечают на разные вопросы: первый про то, что видят две сессии, второй про то, что видят исполнители одной сессии.</a:t>
            </a:r>
          </a:p>
          <a:p/>
          <a:p>
            <a:r>
              <a:t>Строка «по очереди» предыдущему случаю не противоречит. Там выяснялось, что параллельность лежит в самой задаче: если работа делится, очередь — трата без выигрыша. Здесь названа цена параллельности, которую за неё платят местом. Обе строки описывают одно решение с разных сторон.</a:t>
            </a:r>
          </a:p>
          <a:p/>
          <a:p>
            <a:r>
              <a:t>Правая колонка таблицы — условие применения каждого хода. Ход, у которого названо, чего он не закрывает, остаётся рабочим: вы просто знаете, где он кончается. Ход без такой строки выглядит обещанием безопасности, и именно на таких обещаниях ломаются параллельные сборки — это видно на экране провала.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Отдельная рабочая копия — свой каталог файлов и своя ветка; история и удалённый репозиторий те же, что у основной копии. В git это называется worktree.</a:t>
            </a:r>
          </a:p>
          <a:p/>
          <a:p>
            <a:r>
              <a:t>Выглядит это как второй каталог рядом с основным: внутри то же дерево проекта, те же пути файлов, другая ветка. Два каталога, один репозиторий.</a:t>
            </a:r>
          </a:p>
          <a:p/>
          <a:p>
            <a:r>
              <a:t>Заводится она одним флагом запуска: </a:t>
            </a:r>
            <a:r>
              <a:rPr>
                <a:latin typeface="Consolas"/>
              </a:rPr>
              <a:t>--worktree</a:t>
            </a:r>
            <a:r>
              <a:t> с именем создаёт копию под </a:t>
            </a:r>
            <a:r>
              <a:rPr>
                <a:latin typeface="Consolas"/>
              </a:rPr>
              <a:t>.claude/worktrees/имя/</a:t>
            </a:r>
            <a:r>
              <a:t> на новой ветке </a:t>
            </a:r>
            <a:r>
              <a:rPr>
                <a:latin typeface="Consolas"/>
              </a:rPr>
              <a:t>worktree-имя</a:t>
            </a:r>
            <a:r>
              <a:t>. Тот же запуск с другим именем в другом терминале поднимает вторую изолированную сессию — это и есть штатный способ вести две задачи разом. Руками то же делает </a:t>
            </a:r>
            <a:r>
              <a:rPr>
                <a:latin typeface="Consolas"/>
              </a:rPr>
              <a:t>git worktree add ../проект-правка -b правка</a:t>
            </a:r>
            <a:r>
              <a:t>.</a:t>
            </a:r>
          </a:p>
          <a:p/>
          <a:p>
            <a:r>
              <a:t>Своё у каждой копии — три вещи. Файлы в каталоге: переключение ветки в одной копии не меняет файлы в другой, и ровно это ломалось в сцене. Ветка и незакоммиченное состояние. И рабочее место: зависимости и всё, чего нет в версиях, в копии поднимают отдельно.</a:t>
            </a:r>
          </a:p>
          <a:p/>
          <a:p>
            <a:r>
              <a:t>Общего с основной копией больше, чем кажется, и первое из общего решает всё остальное — служебный каталог репозитория. Команды из копии пишут в общую историю, поэтому коммит, сделанный в копии, виден из основного каталога сразу, и работу из копии никуда не нужно переносить. Отсюда и разница со вторым клоном репозитория: клон — отдельный репозиторий со своей историей, и работу из него переносят между репозиториями; копия историю делит, поэтому ветка из копии забирается обычным слиянием. Для параллельной работы над одним проектом это свойство и решает.</a:t>
            </a:r>
          </a:p>
          <a:p/>
          <a:p>
            <a:r>
              <a:t>Второе общее — плагины, установленные на уровне проекта. Третье стоит запомнить отдельно: разрешение, выданное один раз ответом «больше не спрашивать», сохраняется в настройки основной копии и действует во всех. Удобство очевидно — подтверждать одно и то же в каждой новой копии никто не хочет. Обратная сторона: выданное внутри копии разрешение продолжает действовать после того, как сама копия убрана.</a:t>
            </a:r>
          </a:p>
          <a:p/>
          <a:p>
            <a:r>
              <a:t>Свежая копия приходит без того, чего нет в версиях: зависимости в ней не установлены, локальных файлов настроек в ней нет. Это обычная причина, по которой первая попытка собрать проект в новой копии падает. Какие из таких файлов переносить в каждую новую копию, задают отдельным списком — он лежит в репозитории и читается при создании копии.</a:t>
            </a:r>
          </a:p>
          <a:p/>
          <a:p>
            <a:r>
              <a:t>По месту на диске: файлы проекта в каждой копии свои, служебный каталог общий. Для репозитория исходников это обычно немного; для репозитория с тяжёлыми бинарниками стоит посчитать заранее — копия поднимается долго и занимает столько же, сколько рабочее дерево.</a:t>
            </a:r>
          </a:p>
          <a:p/>
          <a:p>
            <a:r>
              <a:t>Убирают копию, когда работа слита; если в ней осталось незакоммиченное, об этом спросят при выходе. Брошенные копии копятся на диске и в списке веток — это обычная уборка, которая сама не случается.</a:t>
            </a:r>
          </a:p>
          <a:p/>
          <a:p>
            <a:r>
              <a:t>Посмотреть, что у вас есть, можно одной командой: </a:t>
            </a:r>
            <a:r>
              <a:rPr>
                <a:latin typeface="Consolas"/>
              </a:rPr>
              <a:t>git worktree list</a:t>
            </a:r>
            <a:r>
              <a:t> печатает каталог и ветку каждой копии, включая основную. Это же команда, с которой стоит начать разбор, когда непонятно, в каком каталоге сейчас идёт работа.</a:t>
            </a:r>
          </a:p>
          <a:p/>
          <a:p>
            <a:r>
              <a:t>Что копия изменила бы в разобранной сцене. Вторая сессия, запущенная в своей копии, заводит ветку в своём каталоге; файлы первой остаются там, где лежали, с незакоммиченной правкой на её ветке. Коммит второй сессии виден из основного каталога сразу, потому что история общая. Сводить две работы по-прежнему приходится веткой — это копия не отменяет и не обещает.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Через неделю: один кусок, две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1244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99260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Через неделю разработчик берётся за кусок, который в раскладке стоял неделимым: новое поле и изменение проверки формы. Исполнителей берёт по числу, которое просилось в пятницу, — больше одного, — и зовёт второго: тестировщика, который прогоняет сценарии через форму и проверяет поведение, не только код. Обе роли получают один и тот же кусок. Диф-ревьюер проверяет код, находит, что проверка написана верно, и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в коде, который он читал, проблем нет. Тестировщик прогоняет обычные сценарии через форму, проблем не находит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форма ведёт себя ожидаемо на тех сценариях, которые он прогнал.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6661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9463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Правка уходит в показ. Заказчик вводит адрес с пробелом перед доменом — сценарий, который не вошёл ни в код, прочитанный построчно, ни в список прогнанных сценариев. Оба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правдивы по отдельности. Картина, которую разработчик из них собрал, — «кусок проверен» — не описывает ничего: между двумя зонами остался промежуток, про который не высказалась ни одна роль.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Промежуток: условие, которое никто не назвал вслух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4148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67028"/>
            <a:ext cx="213232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429" y="1367028"/>
            <a:ext cx="30307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1453" y="1367028"/>
            <a:ext cx="521539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9095"/>
            <a:ext cx="21323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вернуться к одной роли на этом куске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4429" y="1649095"/>
            <a:ext cx="30307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кусок неделимый, и один исполнитель видит его целиком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453" y="1649095"/>
            <a:ext cx="521539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отдаёт одновременность на тех трёх кусках, где она была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8812"/>
            <a:ext cx="213232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роль с широким описанием на обе стороны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4429" y="2178812"/>
            <a:ext cx="303071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кусок небольшой, одна роль успевает честно покрыть обе стороны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1453" y="2178812"/>
            <a:ext cx="521539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 самое, что урезанный список инструментов и ограничивает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910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91091"/>
            <a:ext cx="213232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расписать границы каждой роли в обе стороны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4429" y="2891091"/>
            <a:ext cx="303071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показывает промежуток между ними до того, как он проявится багом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1453" y="2891091"/>
            <a:ext cx="521539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расписать нужно осознанно: от появления второй роли эта работа сама не делается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033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03370"/>
            <a:ext cx="21323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4429" y="3603370"/>
            <a:ext cx="30307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сверяет вывод двух готовых ролей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1453" y="3603370"/>
            <a:ext cx="521539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добавляет слой координации к двум уже не согласованным — цена растёт быстрее, чем снижается риск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8347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11149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раскладке условие назвали вслух: сказали, какие куски независимы и почему. На разрезе одного куска его не назвал никто — разрез появился, владельца у него не завели. Работает третий ход, и работает он тем же, чем работала раскладка.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695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496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Вот что об этом говорит измерение на масштабе, не на одном случае.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52298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343738"/>
            <a:ext cx="68580" cy="243719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35178"/>
            <a:ext cx="15167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8885" y="2435178"/>
            <a:ext cx="62217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6968" y="2435178"/>
            <a:ext cx="26398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17245"/>
            <a:ext cx="15167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8885" y="2717245"/>
            <a:ext cx="622177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6968" y="2717245"/>
            <a:ext cx="263987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7946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794649"/>
            <a:ext cx="15167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Gu, Park и др. (Google Research), arXiv:2512.08296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8885" y="3794649"/>
            <a:ext cx="62217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16968" y="3794649"/>
            <a:ext cx="26398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20957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58117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3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801" y="1319784"/>
            <a:ext cx="9833348" cy="29500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38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6239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Диф-ревьюер с одностраничника этой ступени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251244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379260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Граница, записанная в двух описаниях, промежутка не убирает — она делает его видимым тому, кто читает оба описания рядом. Увидеть промежуток до показа заказчику остаётся решением человека.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— одно средство из пяти. Где она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33731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0812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Отраслевой разворот, как метка границы.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Одна команда год назад полностью отвергала мультиагентность, называя неструктурированный «рой» отвлекающим фактором. Десять месяцев спустя она же вернулась к двум узким паттернам — ревью-цепочка (отдельная роль находит в среднем два бага на правку, из них около 58% серьёзных) и связка из двух разных топ-моделей на сложных сценариях. «Рой» без границ она по-прежнему называет отвлекающим фактором.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45257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73274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Параллельность лежит в задаче.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Догадка считала исполнителей: шесть кусков — шесть исполнителей. Раскладка назвала условие: независимых кусков три, и каждому из остальных нужно своё средство. Нашему разработчику неверный счёт стоил недели работы по очереди — включая те куски, которые спокойно делились. Баг у заказчика стоил часа; доверие к приёму стоило недели.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34562"/>
            <a:ext cx="5454396" cy="2470912"/>
          </a:xfrm>
          <a:prstGeom prst="roundRect">
            <a:avLst>
              <a:gd name="adj" fmla="val 1233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442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РОЛЬ ОПРАВДАНА, КОГДА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1861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кусков несколько и они независимы — шаг одного не нуждается в выводе другого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60959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60959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каждого куска своя узкая зона и короткий итог — диф-ревьюер и тестировщик ровно этот случай, когда кусков два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3734562"/>
            <a:ext cx="5454396" cy="2470912"/>
          </a:xfrm>
          <a:prstGeom prst="roundRect">
            <a:avLst>
              <a:gd name="adj" fmla="val 1233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38442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ДЕШЕВЛЕ ДРУГОЕ СРЕДСТВО, КОГДА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4118610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шаги зависимы: разбиение умножает ошибку — в 17,2 раза без координатора, в 4,4 даже при централизованной проверке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459460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4594605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кусок один и неделимый: разрез между ролями никому не поручен, и два честных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складываются в картину, которой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0706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070601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кусок повторяется после каждого из остальных: его место в проверке, которая гоняется сама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554659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5546597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кусок к сроку не нужен вовсе: такой сужают, а ускорять в нём нечего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05049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05049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99132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Две сессии в одной папке. Обе отчитались успехом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16807"/>
            <a:ext cx="9509760" cy="1424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Сессий у вас уже несколько, а исполнителей в одной папке почти всегда больше одного — и это нормально. Отдельную копию репозитория вы дадите сессии сразу и захотите дать роли. Поле изоляции у роли есть, включают его редко, и это решение. Решаем, где разводить копиями и где только зонами.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Вторая сессия завела ветку. Первая этого не заметила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16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18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На ветке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fix/email-pattern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лежит начатая правка: регулярное выражение адреса 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index.html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поправлено, сообщение 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ещё нет. Коммита пока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13051"/>
            <a:ext cx="11183112" cy="2771775"/>
          </a:xfrm>
          <a:prstGeom prst="roundRect">
            <a:avLst>
              <a:gd name="adj" fmla="val 109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332507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32507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Приходит вторая задача: поднять зависимость, из-за которой ругается сборка. С проверкой адреса она не пересекается ни одним файлом. Ждать первую сессию незачем, и разработчик открывает вторую — в том же каталоге, на том же репозитории.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6745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6745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Вторая сессия начинает с собственной ветки: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checkout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-b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chore/bump-deps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Каталог один, ветка в нём одна на всех — и незакоммиченная правка адреса переезжает на новую ветку вместе с каталогом.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009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60009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Вторая сессия заканчивает работу и забирает в коммит всё, что видит в каталоге. В коммит с зависимостью попадает недоделанная проверка адреса — для этой сессии она просто часть состояния файлов.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13273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13273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Первая сессия продолжает по тому, что прочитала раньше: дописывает сообщение, прогоняет тесты, докладывает, что правка готова. Её ветки под ней больше нет — каталог стоит на ветке зависимостей.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3394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6196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Обе сессии доложили об успехе, и обе были правы по отдельности. Утром выяснилось: в ветке зависимостей лежит чужая незаконченная правка, в ветке адреса — ничего, и полчаса ушло на вопрос, почему тесты формы падают там, где формы никто не касался.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задачи нужны. Что здесь меняют?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67746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75976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Задачи друг от друга не зависят, обе сессии нужны разом, каталог у них один.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674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476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здесь заводят или меняют, чтобы это не повторилось, — и обоснуйте выбор рядом с остальными четырьмя. Состав верного ответа до разбора не называю.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721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5721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коммитить перед каждым переключением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5721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5721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работать по очереди, в одной сессии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5721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5721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вместо второй сессии — роли в первой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5721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5721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каждой сессии — свою копию репозитория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5721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5721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развести по файлам и договориться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Копия разводит сессии. Внутри сессии разводят зоны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855"/>
            <a:ext cx="11183112" cy="4209224"/>
          </a:xfrm>
          <a:prstGeom prst="roundRect">
            <a:avLst>
              <a:gd name="adj" fmla="val 724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1735"/>
            <a:ext cx="17144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6533" y="1131735"/>
            <a:ext cx="42562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113" y="1131735"/>
            <a:ext cx="4407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3802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коммитить перед каждым переключением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6533" y="1413802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возвращает потерянное: есть к чему вернуться, и чужой коммит виден в истории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113" y="1413802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в каталоге остаётся одна на всех; о столкновении узнаёте после него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260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26081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работать по очереди, в одной сессии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6533" y="2126081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столкновение целиком: одна работа в каталоге, одна ветка, один исполнитель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113" y="2126081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задача стоит, пока идёт первая — та самая очередь, от которой ушёл прошлый кейс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83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38361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второй сессии — роли в первой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533" y="2838361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спор о ветке: роли работают в той же ветке, и задачу не нужно объяснять заново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113" y="2838361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каталог у них общий по устройству, поэтому спор о файле остаётся на месте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506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50640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каждой сессии — свою копию репозитория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6533" y="3550640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каждой свои файлы и свою ветку при общей истории: переключение у одной под руками другой ничего не меняет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113" y="3550640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копию нужно поднять как рабочее место — зависимости, файлы вне версий; сводить работу всё равно веткой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629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62920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развести по файлам и договориться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6533" y="4262920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 там, где копий не бывает: внутри одной сессии, между её исполнителями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113" y="4262920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держится на том, что зоны действительно не пересекаются — один общий файл отменяет договорённость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36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64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Копия репозитория разводит сессии: своя папка, своя ветка, общая история. Внутри одной сессии разводить нечем — исполнители делят каталог по устройству, и защита там держится на раскладке зон. Одно слово «параллельно», два разных ответа, и дальше в кейсе оба.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Своя копия: что в ней своё и что общее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9398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2200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Отдельная рабочая копия — свой каталог файлов и своя ветка; история и удалённый репозиторий те же, что у основной копии. В git это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worktree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Запуск с флагом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--worktree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 именем создаёт её под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.claude/worktrees/имя/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на ветке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worktree-имя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; тот же запуск с другим именем в другом терминале поднимает вторую изолированную сессию. Руками то же делает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git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worktree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add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../проект-правка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-b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правка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40575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23455"/>
            <a:ext cx="41565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СВОЁ У КАЖДОЙ КОПИИ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8607" y="2923455"/>
            <a:ext cx="63682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ОБЩЕЕ С ОСНОВНОЙ КОПИЕЙ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5522"/>
            <a:ext cx="41565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в каталоге — переключение ветки в одной копии не меняет файлы в другой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8607" y="3205522"/>
            <a:ext cx="636824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служебный каталог репозитория: команды из копии пишут в общую историю, поэтому коммит из копии виден везде и переносить работу никуда не нужно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178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17801"/>
            <a:ext cx="415650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и незакоммиченное состояние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8607" y="3917801"/>
            <a:ext cx="63682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плагины, установленные на уровне проекта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2649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264956"/>
            <a:ext cx="41565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своё рабочее место: зависимости и всё, чего нет в версиях, в копии поднимают отдельно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8607" y="4264956"/>
            <a:ext cx="63682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разрешение, выданное один раз ответом «больше не спрашивать»: оно сохраняется в основную копию и действует во всех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6872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39673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Свежая копия приходит без того, чего нет в версиях: зависимости в ней не установлены, локальных файлов настроек в ней нет. Какие из них переносить в каждую новую копию, задают отдельным списком.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