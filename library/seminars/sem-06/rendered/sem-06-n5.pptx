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Четыре хода, один работает. Вернуться к одной роли на этом куске — честно, и цена названа: одновременность на трёх независимых кусках придётся отдать. Одна роль с широким описанием — возврат к широкому контексту и широким правам, от которых ступень отказалась в прошлом кейсе. Координатор — слой поверх двух уже не согласованных, цена растёт быстрее, чем снижается риск.</a:t>
            </a:r>
          </a:p>
          <a:p/>
          <a:p>
            <a:r>
              <a:t>Работает третий: расписать границы каждой роли явно, в обе стороны. И работает он тем же, чем работала раскладка в пятницу, — он называет условие вслух. Там мы сказали, какие куски независимы и почему. Здесь никто не сказал, где кончается зона каждой роли.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Если спросят, почему здесь не повторяется голосование карточками.</a:t>
            </a:r>
            <a:r>
              <a:t> Решение кейса — чем ускорять и на каком куске — уже прошло голосованием. Это итог того же спора, доведённый до разреза одного куска; второе голосование по соседнему вопросу размыло бы первое.</a:t>
            </a:r>
          </a:p>
          <a:p/>
          <a:p>
            <a:r>
              <a:rPr i="1"/>
              <a:t>Если спросят, когда координатор всё-таки оправдан.</a:t>
            </a:r>
            <a:r>
              <a:t> Когда сверять вывод двух готовых ролей — отдельная, названная заранее работа, заведённая до того, как появилась несогласованность. Разница проверяется одним вопросом: что координатор делает такого, чего обе роли не могут записать себе в описание. Если ответа нет, это заплатка.</a:t>
            </a:r>
          </a:p>
          <a:p/>
          <a:p>
            <a:r>
              <a:rPr i="1"/>
              <a:t>Если спросят, не проще ли всегда возвращаться к одной роли.</a:t>
            </a:r>
            <a:r>
              <a:t> На одном куске — часто проще и честнее. Первый ход не ошибочный, у него просто своя цена: там, где кусков несколько и они независимы, возврат к одной роли отдаёт ровно тот выигрыш, ради которого роли и заводили.</a:t>
            </a:r>
          </a:p>
          <a:p/>
          <a:p>
            <a:r>
              <a:rPr i="1"/>
              <a:t>Если спросят, как выглядит «расписать границы» на практике.</a:t>
            </a:r>
            <a:r>
              <a:t> Одна строка в описании каждой роли, по-доменному: что входит в её проверку и что остаётся снаружи. Как именно — через экран, на наших же двух ролях. Полезное правило при написании: границу пишут парой, обе строки сверяют рядом и вслух, иначе два автора независимо опишут один и тот же участок дважды или не опишут ни разу.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Диф-ревьюер и тестировщик работают без третьей роли, которая сверяла бы их согласованность. Вот что говорит измерение на масштабе.</a:t>
            </a:r>
          </a:p>
          <a:p/>
          <a:p>
            <a:r>
              <a:t>Таксономия отказов мультиагентных систем: больше тысячи шестисот трасс, размеченных вручную, семь фреймворков, согласие между экспертами — ноль целых восемьдесят восемь. Провальных трасс от сорока одного до восьмидесяти семи процентов, по фреймворкам. Причины делятся на три: сорок два процента — спецификация задачи и роли, тридцать семь — рассогласование между агентами, двадцать один — верификация результата. Рассогласование — вторая причина по весу.</a:t>
            </a:r>
          </a:p>
          <a:p/>
          <a:p>
            <a:r>
              <a:t>И контролируемое исследование о цене. На последовательной задаче схема из нескольких ролей проигрывает одноагентной от тридцати девяти до семидесяти процентов, а число ошибок усиливается в семнадцать целых две десятых раза без координатора и в четыре целых четыре десятых даже с централизованной проверкой. Вот цифра под нашим поворотом: там, где шаги зависимы, разбиение на роли стоит дороже всего, что параллельность могла бы сэкономить.</a:t>
            </a:r>
          </a:p>
          <a:p/>
          <a:p>
            <a:r>
              <a:t>Честно: проверить рассогласование двух параллельных ролей ни на репозитории курса, ни на машине студента нечем. Утверждение стоит на исследовании, не на команде, которую мы запустим.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Про цифру «79%», которая разошлась по сети.</a:t>
            </a:r>
            <a:r>
              <a:t> Её стоит произнести устно, отдельной рамки на экране она не держит: «семьдесят девять процентов отказов — проблема спецификации» — это сумма первых двух категорий MAST, сорока двух и тридцати семи, пересказанная как будто отдельное измерение. Стоит проверить, не считаете ли вы одно и то же дважды под разными подписями.</a:t>
            </a:r>
          </a:p>
          <a:p/>
          <a:p>
            <a:r>
              <a:rPr i="1"/>
              <a:t>Если спросят про межэкспертное согласие.</a:t>
            </a:r>
            <a:r>
              <a:t> Ноль целых восемьдесят восемь по шкале каппа — высокое согласие, разметка не произвольная. Это и делает таксономию пригодной для ссылки: категории различали разные люди и сходились.</a:t>
            </a:r>
          </a:p>
          <a:p/>
          <a:p>
            <a:r>
              <a:rPr i="1"/>
              <a:t>Если спросят, почему абсолютное число ошибок источник не называет.</a:t>
            </a:r>
            <a:r>
              <a:t> В исследовании приведено только относительное усиление — во сколько раз больше, чем у одной роли на той же задаче. Базовой величины источник не публикует, и это честно назвать вслух: «в семнадцать раз больше» без базы говорит о направлении, не о размере.</a:t>
            </a:r>
          </a:p>
          <a:p/>
          <a:p>
            <a:r>
              <a:rPr i="1"/>
              <a:t>Если спросят, как разброс «от 41 до 87 процентов» вообще может что-то значить.</a:t>
            </a:r>
            <a:r>
              <a:t> Разброс по фреймворкам, не по измерению: разные системы падают по-разному. Важно здесь одно: доля провальных трасс нигде не оказалась малой.</a:t>
            </a:r>
          </a:p>
          <a:p/>
          <a:p>
            <a:r>
              <a:rPr i="1"/>
              <a:t>Если спросят, относятся ли эти цифры к двум ролям.</a:t>
            </a:r>
            <a:r>
              <a:t> Прямо — нет: исследования мерили системы из многих агентов. Направление переносится, порядок величины — нет, и на двух ролях честнее говорить о риске промежутка, чем о семнадцатикратном усилении.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Промежуток закрывает одно — явная граница в описании каждой роли, в обе стороны. Диф-ревьюер это уже умеет: «НЕ для ревью архитектурных решений — это отдельная роль». Тестировщику нужна симметричная строка: что входит в его проверку и что остаётся снаружи, по-доменному.</a:t>
            </a:r>
          </a:p>
          <a:p/>
          <a:p>
            <a:r>
              <a:t>И сразу честно о пределе приёма. Записанная в двух описаниях граница промежутка не убирает. Она делает его видимым тому, кто читает оба описания рядом. Увидеть его до показа заказчику остаётся работой человека — ровно той, которую на трёх независимых кусках делать было не нужно: они лежали врозь сами.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Если спросят, кто пишет вторую, симметричную строку — автор новой роли или автор старой.</a:t>
            </a:r>
            <a:r>
              <a:t> По-хорошему оба описания сверяют вместе в тот момент, когда заводится вторая роль. Написать её в одиночку, в надежде что зоны совпадут, — то же самое, что не писать: два автора независимо опишут один участок дважды или не опишут ни разу.</a:t>
            </a:r>
          </a:p>
          <a:p/>
          <a:p>
            <a:r>
              <a:rPr i="1"/>
              <a:t>Если спросят, решает ли граница саму проблему пробела в покрытии.</a:t>
            </a:r>
            <a:r>
              <a:t> Нет. Она делает пробел видимым заранее; находить его всё равно остаётся задачей человека, который читает оба описания рядом. Приём честный ровно настолько, насколько он скромный.</a:t>
            </a:r>
          </a:p>
          <a:p/>
          <a:p>
            <a:r>
              <a:rPr i="1"/>
              <a:t>Если спросят, как эта строка выглядит для тестировщика.</a:t>
            </a:r>
            <a:r>
              <a:t> По-доменному, например: «проверяю поведение формы на перечисленных сценариях; форматы ввода за пределами списка и структуру кода не проверяю». Важно, чтобы снаружи было названо конкретное: «всё остальное» не читается как чья-то зона и потому не проверяется никем.</a:t>
            </a:r>
          </a:p>
          <a:p/>
          <a:p>
            <a:r>
              <a:rPr i="1"/>
              <a:t>Если спросят, не дешевле ли один раз написать большое общее описание на обе роли.</a:t>
            </a:r>
            <a:r>
              <a:t> Это второй вариант из разбора, и его цена уже названа: широкое описание возвращает широкий контекст и широкие права. Граница дешевле: две строки против расширенного доступа. И проверяется она глазами за минуту, чего про широкое описание сказать нельзя.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Где черта, за которой координация сама становится ценой. Метка — отраслевой разворот: команда, год назад отвергавшая мультиагентность целиком и называвшая «рой» отвлекающим фактором, десять месяцев спустя вернулась к двум узким паттернам. Ревью-цепочка, где отдельная роль находит в среднем два бага на правку, около пятидесяти восьми процентов серьёзные, и связка двух разных топ-моделей. «Рой» без границ она называет отвлекающим фактором и сейчас.</a:t>
            </a:r>
          </a:p>
          <a:p/>
          <a:p>
            <a:r>
              <a:t>Критерий — в таблице. Роль оправдана, когда кусков несколько и шаг одного не нуждается в выводе другого. Где шаги зависимы — семнадцать целых две десятых и четыре целых четыре десятых. Где кусок повторяется — его место в проверке, которая гоняется сама. Где он к сроку не нужен — его сужают.</a:t>
            </a:r>
          </a:p>
          <a:p/>
          <a:p>
            <a:r>
              <a:t>Чем кончилось у нашего разработчика. Неделю он делал всё в одну роль, по очереди, включая куски, которые спокойно делились. Баг у заказчика стоил часа, недоверие к приёму — недели. Счёт исполнителей он запомнил, условие под ним — нет.</a:t>
            </a:r>
          </a:p>
          <a:p/>
          <a:p>
            <a:r>
              <a:t>Две причины заводить роль разобраны: чужой контекст под чтение и одновременная работа на независимых кусках. Третья — про саму роль.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Если спросят, та ли это команда, что писала первый отчёт про мультиагентность.</a:t>
            </a:r>
            <a:r>
              <a:t> Да, источник один и тот же: десять месяцев спустя та же команда публично пересмотрела собственную позицию по итогам практики. Разворот ценен именно этим — он сделан людьми, которые платили за обе позиции.</a:t>
            </a:r>
          </a:p>
          <a:p/>
          <a:p>
            <a:r>
              <a:rPr i="1"/>
              <a:t>Если спросят про наш кусок конкретно.</a:t>
            </a:r>
            <a:r>
              <a:t> Код и поведение формы проверять параллельно было можно — отсюда решение оставить две роли, но с явно расписанными границами, вместо одной роли с широким описанием. Ошибкой стало молчание о разрезе между ними: разрез появился, а владельца у него не завели.</a:t>
            </a:r>
          </a:p>
          <a:p/>
          <a:p>
            <a:r>
              <a:rPr i="1"/>
              <a:t>Если спросят, как разработчик понял, где была граница.</a:t>
            </a:r>
            <a:r>
              <a:t> Не из отчёта и не от ролей: он сел и перечитал оба описания рядом, впервые. Ровно это и есть приём предыдущего экрана, применённый с опозданием на неделю.</a:t>
            </a:r>
          </a:p>
          <a:p/>
          <a:p>
            <a:r>
              <a:rPr i="1"/>
              <a:t>Если спросят, чему учит потерянная неделя.</a:t>
            </a:r>
            <a:r>
              <a:t> Тому, что провал приёма и провал счёта, снятого с приёма, — разные вещи, и дороже обходится второй. Приём чинится одной строкой в описании роли; отказ от работающего приёма чинится только тем, что кто-то заново называет условие вслух.</a:t>
            </a:r>
          </a:p>
          <a:p/>
          <a:p>
            <a:r>
              <a:rPr i="1"/>
              <a:t>Третья развилка ступени</a:t>
            </a:r>
            <a:r>
              <a:t> — что делать, когда одна и та же работа повторяется из сессии в сессию и каждый раз формулируется заново.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Две причины заводить отдельную роль уже разобраны. Третья — про саму роль: одна и та же проверка повторяется из сессии в сессию, и каждый раз её объясняют заново.</a:t>
            </a:r>
          </a:p>
          <a:p/>
          <a:p>
            <a:r>
              <a:t>Завести роль вы согласитесь сразу. Отнять у неё лишнее — скажете, что это и так делают все. К концу кейса проверим это утверждение на каталоге ролей, по которому собрано сегодняшнее занятие. Репозиторий на этот раз наш собственный.</a:t>
            </a:r>
          </a:p>
          <a:p/>
          <a:p>
            <a:r>
              <a:t>Если спросят, чем это отличается от двух прошлых кейсов: там решение принималось про работу — куда её отдать и сколько таких отдач вести разом. Здесь решение принимается про сам исполнитель: что у него закреплено насовсем и чего он физически не может.</a:t>
            </a:r>
          </a:p>
          <a:p/>
          <a:p>
            <a:r>
              <a:t>Если прозвучит «мы же уже видели файл роли на одностраничнике»: видели целиком, одним экраном. Здесь мы соберём его сами и увидим, какое решение стоит за каждой строкой — и чем кончается ошибка в одной из них.</a:t>
            </a:r>
          </a:p>
          <a:p/>
          <a:p>
            <a:r>
              <a:t>Если прозвучит нетерпение «так заводить роль или нет»: ответ будет критерием, который зал проверит сам; к концу кейса будет видно, где роли ещё нет и где она не нужна вовсе.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Правка готова: разработчик попросил ужесточить проверку email в форме — старое поведение пропускало адрес без точки в домене, и такая заявка уже пришла от заказчика. Сессия, которая писала правку, проверяет её сама и ничего нового не находит: это тот же контекст рассуждений, с которым правка и писалась.</a:t>
            </a:r>
          </a:p>
          <a:p/>
          <a:p>
            <a:r>
              <a:t>Он просит проверить отдельным агентом — делает так каждый раз с тех пор, как начал делегировать. Работает немедленно, без строки настройки: агент получает задачу в своём окне, истории рассуждений не видит, возвращает итог.</a:t>
            </a:r>
          </a:p>
          <a:p/>
          <a:p>
            <a:r>
              <a:t>Дальше три недели. Каждую неделю он пересказывает этому агенту одни и те же требования к ревью и каждый раз формулирует их чуть иначе. Ответы расходятся следом: где-то есть раздел «что проверено», где-то нет, где-то вердикт спрятан в середине абзаца.</a:t>
            </a:r>
          </a:p>
          <a:p/>
          <a:p>
            <a:r>
              <a:t>И однажды вместо отчёта приходит внесённая правка. Агент нашёл проблему в выражении проверки адреса и переписал его сам: прав у роли никто не ограничивал, инструмент правки у неё был.</a:t>
            </a:r>
          </a:p>
          <a:p/>
          <a:p>
            <a:r>
              <a:t>Он не заметил. Правка выглядела разумной, ушла в мерж вместе с его собственной — и через день форма перестала принимать адреса с плюсом в имени. Отчёт, которому он доверял, оказался действием, которое он не прочитал.</a:t>
            </a:r>
          </a:p>
          <a:p/>
          <a:p>
            <a:r>
              <a:t>Если спросят, почему встроенное делегирование бесплатно: это свойство харнесса, не особенность нашего проекта — вызов отдельного агента на одну задачу ничего не требует настраивать заранее.</a:t>
            </a:r>
          </a:p>
          <a:p/>
          <a:p>
            <a:r>
              <a:t>Если спросят, что плохого в том, что ревьюер сам поправил код: поправка могла быть и верной. Проблема в том, кто её читал. Отчёт читают, правку от проверяющего пролистывают — она пришла оттуда, где ждали вердикт.</a:t>
            </a:r>
          </a:p>
          <a:p/>
          <a:p>
            <a:r>
              <a:t>Если спросят, при чём тут три недели: без них это разовая неудача. Три недели расходящихся формулировок — это сигнал повторения, по которому дальше и принимается решение.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Делегировать отдельному агенту вы уже умеете — это ничего не стоит и не требует ни одной строчки конфигурации. И всё равно раз за разом формулируете задачу заново, получаете несравнимые между собой ответы, а один раз агент вместо находки внёс правку сам.</a:t>
            </a:r>
          </a:p>
          <a:p/>
          <a:p>
            <a:r>
              <a:t>Выберите, что теперь стоит завести — из карточек ниже — и обоснуйте выбор рядом со встроенным делегированием, которое у вас уже есть и ничего не стоит. Состав правильного ответа до разбора не подсказываю: разбор пройдёт по всем пяти.</a:t>
            </a:r>
          </a:p>
          <a:p/>
          <a:p>
            <a:r>
              <a:t>Если спросят, засчитывается ли «ничего, делегирование уже работает»: это наполовину верный ответ, и его стоит придержать до разбора — там он получит ровно ту половину признания, которую заслуживает.</a:t>
            </a:r>
          </a:p>
          <a:p/>
          <a:p>
            <a:r>
              <a:t>Если прозвучит «написать запрос подробнее»: рабочая первая реакция, разбор покажет её предел.</a:t>
            </a:r>
          </a:p>
          <a:p/>
          <a:p>
            <a:r>
              <a:t>Если прозвучит «сохранить как скилл»: продуктивная путаница — скилл и субагент решают разные задачи, разбор разводит их явно.</a:t>
            </a:r>
          </a:p>
          <a:p/>
          <a:p>
            <a:r>
              <a:t>Если прозвучит «позвать коллегу»: реальная практика, ограничение — наличие коллеги прямо сейчас.</a:t>
            </a:r>
          </a:p>
          <a:p/>
          <a:p>
            <a:r>
              <a:t>Если прозвучит сразу «кастомный субагент»: спросить, что именно он заводит — файл с формулировкой, урезанные права или и то и другое. Обе половины хода редко называют вместе, и эта развилка пригодится на разборе.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Разбираю все пять. У каждого названы случаи, где он работает, и ограничения — из сочетания двух колонок вывод складывается сам.</a:t>
            </a:r>
          </a:p>
          <a:p/>
          <a:p>
            <a:r>
              <a:t>Ничего не заводить — закрывает разовую проверку без единой строки настройки; при повторении формулировка расходится. Запрос подробнее — держит формулировку верной, пока вы сами её помните; вопроса прав этот ход вообще не касается. Скилл — переиспользует процедуру внутри той же сессии; изоляции по контексту или по правам он не даёт. Кастомный субагент — специализирует роль: фиксирует формулировку файлом и урезает права под конкретную работу. Коллега — даёт точный ответ за минуту, если он прямо сейчас свободен и помнит участок.</a:t>
            </a:r>
          </a:p>
          <a:p/>
          <a:p>
            <a:r>
              <a:t>Вывод. Первая карточка права наполовину: для разовой проверки заводить нечего. Граница, которая решает исход, проходит между разовой проверкой и ролью, которая повторяется настолько, что её стоит специализировать: закрепить формулировку файлом и отнять лишнее.</a:t>
            </a:r>
          </a:p>
          <a:p/>
          <a:p>
            <a:r>
              <a:t>И вот это — две разные половины одного хода. Файл заводят одной строкой, права отнимают другой. Вторую легко не написать, и дальше в кейсе будет видно, насколько легко.</a:t>
            </a:r>
          </a:p>
          <a:p/>
          <a:p>
            <a:r>
              <a:t>Если спросят, почему скилл здесь не подходит, хотя тоже «процедура, записанная в файл»: скилл подгружается той же сессией в тот же контекст — слепое пятно, которое написало правку, унаследует целиком, потому что это снова она же, просто с подгруженной инструкцией. Отдельная роль получает новое, чистое контекстное окно — вот в чём разница по существу, формат файла здесь ни при чём.</a:t>
            </a:r>
          </a:p>
          <a:p/>
          <a:p>
            <a:r>
              <a:t>Если спросят, почему «написать запрос подробнее» не решает проблему: формулировка держится в голове только пока её держат в голове — при повторении через недели она дрейфует, и вопрос прав этим ходом не затрагивается вовсе.</a:t>
            </a:r>
          </a:p>
          <a:p/>
          <a:p>
            <a:r>
              <a:t>Если спросят про «позвать коллегу»: ограничение названо в таблице и обсуждения не требует — исход зависит от того, свободен ли человек, которого зовут.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чём стоит разговор про цену делегирования. Одна компания опубликовала две цифры в разное время: мультиагентная система тратит примерно в пятнадцать раз больше токенов, чем обычный чат; позже тот же источник уточнил — в три-десять раз больше одноагентного решения той же задачи. Противоречия здесь нет: базы сравнения разные, и обе названы явно.</a:t>
            </a:r>
          </a:p>
          <a:p/>
          <a:p>
            <a:r>
              <a:t>Вывод прямой: делегирование не бывает бесплатным ни разу, даже когда экономит место в вашем окне, — платите токенами всегда. Для разовой проверки цена мала; при частом повторении она складывается в заметную статью расхода.</a:t>
            </a:r>
          </a:p>
          <a:p/>
          <a:p>
            <a:r>
              <a:t>И честный пробел, тот же, что назван в первом кейсе ступени: сколько контекста экономит отдельная роль по сравнению с тем же объёмом работы в основной сессии — такого числа не нашлось ни в одном источнике. Механизм описан качественно везде, числом — нигде.</a:t>
            </a:r>
          </a:p>
          <a:p/>
          <a:p>
            <a:r>
              <a:t>Если спросят, откуда цифра: отчёты вендора о собственной продакшен-системе, методика сравнения раскрыта в обоих текстах — это не независимый аудит, и так и стоит сказать, если переспросят про силу доказательства.</a:t>
            </a:r>
          </a:p>
          <a:p/>
          <a:p>
            <a:r>
              <a:t>Если спросят, зачем цифра про токены, когда цена и так видна из сцены: три недели расходящихся формулировок показывают цену нестабильности. Число добавляет вторую цену — самого механизма: «просто делегировать чаще» тоже не бесплатно.</a:t>
            </a:r>
          </a:p>
          <a:p/>
          <a:p>
            <a:r>
              <a:t>Если спросят, почему пробел не закрыт прикидкой: прикидка здесь была бы числом без измерения, и отличить её от измеренного значения зал потом не сможет.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Собираем втроём, в три хода — и это специализация роли: имя, инструкция, урезанные права. Первый ход — имя и описание: что делает, когда использовать, когда не использовать. По описанию роль выбирает сама модель, расплывчатое описание маршрутизирует хуже узкого.</a:t>
            </a:r>
          </a:p>
          <a:p/>
          <a:p>
            <a:r>
              <a:t>Второй ход, вокруг него собран весь кейс. Какие инструменты нужны этой роли, чтобы найти проблему в правке? Прочитать файл, поискать по содержимому, найти файлы по шаблону. А править файлы ей нужно? Здесь стоит выдержать паузу: зал почти всегда отвечает «нет» и почти никогда сам не связывает это с тем, что у обычной роли такой инструмент есть по умолчанию.</a:t>
            </a:r>
          </a:p>
          <a:p/>
          <a:p>
            <a:r>
              <a:t>Разница — на экране. Текст в теле роли просит, и его вес конкурирует с остальным контекстом задачи. Список инструментов разрешает физически: чего в нём нет, того роль сделать не может. У нашего ревьюера лишним было право на правку — то самое, которым он переписал проверку адреса сам.</a:t>
            </a:r>
          </a:p>
          <a:p/>
          <a:p>
            <a:r>
              <a:t>Третий ход — формат ответа. Вердикт первой строкой, не растворённый в абзаце. Раздел «что проверено» — конкретно, какие файлы прочитаны. И находки: что не так, где, почему важно. Пустой список находок — валидный </a:t>
            </a:r>
            <a:r>
              <a:rPr>
                <a:latin typeface="Consolas"/>
              </a:rPr>
              <a:t>PASS</a:t>
            </a:r>
            <a:r>
              <a:t>.</a:t>
            </a:r>
          </a:p>
          <a:p/>
          <a:p>
            <a:r>
              <a:t>Три хода, и урезание прав — ровно один из них, отдельный.</a:t>
            </a:r>
          </a:p>
          <a:p/>
          <a:p>
            <a:r>
              <a:t>Если спросят, зачем описывать, когда роль НЕ использовать: без этой границы маршрутизация начнёт отправлять роли задачи, для которых она не предназначена, особенно когда рядом появится вторая роль — этот аргумент уже сыграл во втором кейсе ступени, там, где рядом с диф-ревьюером встал тестировщик и между их зонами остался промежуток.</a:t>
            </a:r>
          </a:p>
          <a:p/>
          <a:p>
            <a:r>
              <a:t>Если спросят, можно ли отнять права по-другому, не списком: можно явным списком разрешённого или явным списком запрещённого — оба способа реальны, а что значит каждая запись такого списка, стояло пятым блоком на одностраничнике ступени.</a:t>
            </a:r>
          </a:p>
          <a:p/>
          <a:p>
            <a:r>
              <a:t>Если прозвучит «а если проверка найдёт проблему, но роль решит, что она не важна»: формат отвечает на это явно — находки перечисляются, решение, что с ними делать, остаётся за человеком, читающим ответ.</a:t>
            </a:r>
          </a:p>
          <a:p/>
          <a:p>
            <a:r>
              <a:t>Если спросят, почему пустой список находок засчитывается: иначе роль начнёт искать, что написать, и формат превратится в требование обязательно что-нибудь найти.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Промежуток: условие, которое никто не назвал вслух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84148"/>
            <a:ext cx="11183112" cy="3131820"/>
          </a:xfrm>
          <a:prstGeom prst="roundRect">
            <a:avLst>
              <a:gd name="adj" fmla="val 9732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67028"/>
            <a:ext cx="2132325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ХОД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64429" y="1367028"/>
            <a:ext cx="303071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ДЕЛАЕТ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41453" y="1367028"/>
            <a:ext cx="5215394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НЕ ДЕЛАЕТ / ОГРАНИЧЕНИЕ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9095"/>
            <a:ext cx="2132325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вернуться к одной роли на этом куске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64429" y="1649095"/>
            <a:ext cx="3030719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кусок неделимый, и один исполнитель видит его целиком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1453" y="1649095"/>
            <a:ext cx="521539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отдаёт одновременность на тех трёх кусках, где она была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17881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178812"/>
            <a:ext cx="2132325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одна роль с широким описанием на обе стороны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4429" y="2178812"/>
            <a:ext cx="3030719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кусок небольшой, одна роль успевает честно покрыть обе стороны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1453" y="2178812"/>
            <a:ext cx="5215394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широкое описание означает широкий контекст и широкие права — то самое, что урезанный список инструментов и ограничивает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89109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2891091"/>
            <a:ext cx="2132325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расписать границы каждой роли в обе стороны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4429" y="2891091"/>
            <a:ext cx="3030719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показывает промежуток между ними до того, как он проявится багом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1453" y="2891091"/>
            <a:ext cx="5215394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расписать нужно осознанно: от появления второй роли эта работа сама не делается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360337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603370"/>
            <a:ext cx="2132325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завести третью роль-координатора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4429" y="3603370"/>
            <a:ext cx="3030719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сверяет вывод двух готовых ролей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1453" y="3603370"/>
            <a:ext cx="521539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добавляет слой координации к двум уже не согласованным — цена растёт быстрее, чем снижается риск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983479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5111495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Вывод.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В раскладке условие назвали вслух: сказали, какие куски независимы и почему. На разрезе одного куска его не назвал никто — разрез появился, владельца у него не завели. Работает третий ход, и работает он тем же, чем работала раскладка.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Масштаб, не единичный случай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56953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184969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Для наших двух ролей.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Диф-ревьюер и тестировщик из прошлой сцены работают без третьей роли, сверяющей их согласованность. Вот что об этом говорит измерение на масштабе, не на одном случае.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52298"/>
            <a:ext cx="11183112" cy="2620073"/>
          </a:xfrm>
          <a:prstGeom prst="roundRect">
            <a:avLst>
              <a:gd name="adj" fmla="val 11633"/>
            </a:avLst>
          </a:prstGeom>
          <a:solidFill>
            <a:srgbClr val="FFFFFF"/>
          </a:solidFill>
          <a:ln w="1778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1208" y="2343738"/>
            <a:ext cx="68580" cy="2437193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35178"/>
            <a:ext cx="151678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ИСТОЧНИК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8885" y="2435178"/>
            <a:ext cx="622177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ТЕЗИС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6968" y="2435178"/>
            <a:ext cx="263987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СИЛА ДОКАЗАТЕЛЬСТВА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17245"/>
            <a:ext cx="1516781" cy="10774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Cemri и др., «MAST», arXiv:2503.13657 (NeurIPS 2025 D&amp;B)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8885" y="2717245"/>
            <a:ext cx="6221779" cy="10774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От 41 до 87% размеченных трасс (в зависимости от фреймворка) — провальные; три категории причин: спецификация задачи и роли ≈42%, рассогласование между агентами ≈37%, верификация результата ≈21%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6968" y="2717245"/>
            <a:ext cx="2639879" cy="10774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сильное: ручная разметка 1600+ трасс по 7 фреймворкам, межэкспертное согласие κ=0,88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379464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3794649"/>
            <a:ext cx="1516781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Kim, Gu, Park и др. (Google Research), arXiv:2512.08296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8885" y="3794649"/>
            <a:ext cx="6221779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На последовательной задаче схема проигрывает одноагентной той же задачи на 39–70%; без координатора число ошибок усиливается в 17,2 раза относительно одноагентной системы на входе, с централизованной проверкой — в 4,4 раза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6968" y="3794649"/>
            <a:ext cx="2639879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сильное: контролируемый эксперимент, 260 конфигураций, 6 бенчмарков, 5 архитектур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20957"/>
            <a:ext cx="11183112" cy="836295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5458117"/>
            <a:ext cx="10707624" cy="5619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5"/>
              </a:lnSpc>
              <a:spcAft>
                <a:spcPts val="300"/>
              </a:spcAft>
            </a:pPr>
            <a:r>
              <a:rPr sz="1250" b="1" i="1">
                <a:solidFill>
                  <a:srgbClr val="6B7685"/>
                </a:solidFill>
                <a:latin typeface="Arial"/>
              </a:rPr>
              <a:t>Честный пробел.</a:t>
            </a:r>
            <a:r>
              <a:rPr sz="1250" b="0" i="1">
                <a:solidFill>
                  <a:srgbClr val="6B7685"/>
                </a:solidFill>
                <a:latin typeface="Arial"/>
              </a:rPr>
              <a:t> Проверить рассогласование двух параллельных ролей на репозитории курса или на машине студента нечем — ни один инструмент проверяемости занятия это не демонстрирует. Утверждение подтверждено исследованием, не командой на занятии.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807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Один приём закрывает промежуток: граница в обе стороны</a:t>
            </a:r>
          </a:p>
        </p:txBody>
      </p:sp>
      <p:pic>
        <p:nvPicPr>
          <p:cNvPr id="3" name="Picture 2" descr="subagent-n52-granitsa-dvukh-role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801" y="1319784"/>
            <a:ext cx="9833348" cy="29500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4434380"/>
            <a:ext cx="82296" cy="65227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4562396"/>
            <a:ext cx="10643616" cy="39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88"/>
              </a:lnSpc>
              <a:spcAft>
                <a:spcPts val="30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Диф-ревьюер с одностраничника этой ступени уже это делает: «НЕ для ревью архитектурных решений — это отдельная роль». Тестировщику нужна симметричная строка: что входит в его проверку и что остаётся снаружи, по-доменному, не абстрактно.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251244"/>
            <a:ext cx="82296" cy="715263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5379260"/>
            <a:ext cx="10643616" cy="459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36"/>
              </a:lnSpc>
              <a:spcAft>
                <a:spcPts val="300"/>
              </a:spcAft>
            </a:pPr>
            <a:r>
              <a:rPr sz="1400" b="1" i="0">
                <a:solidFill>
                  <a:srgbClr val="141B2E"/>
                </a:solidFill>
                <a:latin typeface="Arial"/>
              </a:rPr>
              <a:t>Граница, записанная в двух описаниях, промежутка не убирает — она делает его видимым тому, кто читает оба описания рядом. Увидеть промежуток до показа заказчику остаётся решением человека.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Роль — одно средство из пяти. Где она оправдана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82296" cy="133731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071372"/>
            <a:ext cx="10643616" cy="10812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7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Отраслевой разворот, как метка границы.</a:t>
            </a:r>
            <a:r>
              <a:rPr sz="1350" b="1" i="0">
                <a:solidFill>
                  <a:srgbClr val="141B2E"/>
                </a:solidFill>
                <a:latin typeface="Arial"/>
              </a:rPr>
              <a:t> Одна команда год назад полностью отвергала мультиагентность, называя неструктурированный «рой» отвлекающим фактором. Десять месяцев спустя она же вернулась к двум узким паттернам — ревью-цепочка (отдельная роль находит в среднем два бага на правку, из них около 58% серьёзных) и связка из двух разных топ-моделей на сложных сценариях. «Рой» без границ она по-прежнему называет отвлекающим фактором.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45257"/>
            <a:ext cx="82296" cy="112471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573274"/>
            <a:ext cx="1064361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7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Параллельность лежит в задаче.</a:t>
            </a:r>
            <a:r>
              <a:rPr sz="1350" b="1" i="0">
                <a:solidFill>
                  <a:srgbClr val="141B2E"/>
                </a:solidFill>
                <a:latin typeface="Arial"/>
              </a:rPr>
              <a:t> Догадка считала исполнителей: шесть кусков — шесть исполнителей. Раскладка назвала условие: независимых кусков три, и каждому из остальных нужно своё средство. Нашему разработчику неверный счёт стоил недели работы по очереди — включая те куски, которые спокойно делились. Баг у заказчика стоил часа; доверие к приёму стоило недели.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34562"/>
            <a:ext cx="5454396" cy="2470912"/>
          </a:xfrm>
          <a:prstGeom prst="roundRect">
            <a:avLst>
              <a:gd name="adj" fmla="val 12335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844290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РОЛЬ ОПРАВДАНА, КОГДА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8610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кусков несколько и они независимы — шаг одного не нуждается в выводе другого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4609591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4609591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у каждого куска своя узкая зона и короткий итог — диф-ревьюер и тестировщик ровно этот случай, когда кусков два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3734562"/>
            <a:ext cx="5454396" cy="2470912"/>
          </a:xfrm>
          <a:prstGeom prst="roundRect">
            <a:avLst>
              <a:gd name="adj" fmla="val 12335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4516" y="3844290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1" i="0">
                <a:solidFill>
                  <a:srgbClr val="8A6200"/>
                </a:solidFill>
                <a:latin typeface="Arial"/>
              </a:rPr>
              <a:t>ДЕШЕВЛЕ ДРУГОЕ СРЕДСТВО, КОГДА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4516" y="4118610"/>
            <a:ext cx="5088636" cy="475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шаги зависимы: разбиение умножает ошибку — в 17,2 раза без координатора, в 4,4 даже при централизованной проверке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14516" y="4594605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14516" y="4594605"/>
            <a:ext cx="5088636" cy="475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кусок один и неделимый: разрез между ролями никому не поручен, и два честных </a:t>
            </a:r>
            <a:r>
              <a:rPr sz="1100" b="0" i="0">
                <a:solidFill>
                  <a:srgbClr val="141B2E"/>
                </a:solidFill>
                <a:latin typeface="Consolas"/>
              </a:rPr>
              <a:t>PASS</a:t>
            </a:r>
            <a:r>
              <a:rPr sz="1100" b="0" i="0">
                <a:solidFill>
                  <a:srgbClr val="141B2E"/>
                </a:solidFill>
                <a:latin typeface="Arial"/>
              </a:rPr>
              <a:t> складываются в картину, которой нет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14516" y="5070601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14516" y="5070601"/>
            <a:ext cx="5088636" cy="475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кусок повторяется после каждого из остальных: его место в проверке, которая гоняется сама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14516" y="5546597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14516" y="5546597"/>
            <a:ext cx="5088636" cy="475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кусок к сроку не нужен вовсе: такой сужают, а ускорять в нём нечего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24144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6" y="2162556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162556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95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056637"/>
            <a:ext cx="9144000" cy="906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7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Роль заводят все. Права не урезает никто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74314"/>
            <a:ext cx="9509760" cy="1709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44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Та же проверка повторяется из сессии в сессию, и каждый раз её объясняют заново. Завести под неё роль вы согласитесь сразу; отнять у роли лишнее — скажете, что это и так делают все. В каталоге ролей, по которому собрано это занятие, четырнадцать ролей и ни одного работающего урезания прав. Решаем, что завести и что отнять.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5916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5916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Субагент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807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Третью неделю он объясняет одно и то же. Один раз получил правку вместо отчёта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47927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475943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Разработчик попросил ужесточить проверку email в форме: старое поведение пропускало адрес без точки в домене, и такая заявка уже пришла от заказчика.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29637"/>
            <a:ext cx="11183112" cy="2974086"/>
          </a:xfrm>
          <a:prstGeom prst="roundRect">
            <a:avLst>
              <a:gd name="adj" fmla="val 10248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2549093"/>
            <a:ext cx="329184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" y="2549093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Сессия, которая писала правку, проверяет её ещё раз сама, максимально внимательно. Ничего нового не находит — это тот же контекст рассуждений, с которым правка и писалась.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081731"/>
            <a:ext cx="329184" cy="7349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3081731"/>
            <a:ext cx="10360152" cy="7349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Он просит проверить отдельным агентом — делает так каждый раз с тех пор, как начал делегировать. Это работает немедленно, без единой строки настройки: агент получает задачу в собственном контекстном окне, истории рассуждений не видит, возвращает только итог.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816680"/>
            <a:ext cx="329184" cy="7349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3816680"/>
            <a:ext cx="10360152" cy="7349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Третью неделю он пересказывает этому агенту одни и те же требования к ревью, каждый раз формулируя чуть иначе. Ответы расходятся следом: где-то есть раздел «что проверено», где-то нет, где-то вердикт спрятан в середине абзаца.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4551629"/>
            <a:ext cx="329184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4551629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Однажды вместо отчёта приходит внесённая правка: агент нашёл проблему в выражении проверки адреса и переписал его сам. Прав у роли никто не ограничивал — инструмент правки у неё был.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538673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666689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Он не заметил. Правка выглядела разумной, ушла в мерж вместе с его собственной — и через день форма перестала принимать адреса с плюсом в имени.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Делегировать уже умеете. Что завести рядом?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17168"/>
            <a:ext cx="11183112" cy="67894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1208" y="1172032"/>
            <a:ext cx="64008" cy="5692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254328"/>
            <a:ext cx="10643616" cy="4046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Делегировать отдельному агенту вы уже умеете — это ничего не стоит и не требует ни одной строчки конфигурации.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431808"/>
            <a:ext cx="32004" cy="5257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8" y="2486672"/>
            <a:ext cx="10730484" cy="4160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38"/>
              </a:lnSpc>
              <a:spcAft>
                <a:spcPts val="300"/>
              </a:spcAft>
            </a:pPr>
            <a:r>
              <a:rPr sz="1300" b="1" i="1">
                <a:solidFill>
                  <a:srgbClr val="6B7685"/>
                </a:solidFill>
                <a:latin typeface="Arial"/>
              </a:rPr>
              <a:t>И всё равно раз за разом формулируете задачу заново, получаете несравнимые между собой ответы, а один раз агент вместо находки внёс правку сам.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593287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3721303"/>
            <a:ext cx="106344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Выберите, что теперь стоит завести — из карточек ниже — и обоснуйте выбор рядом со встроенным делегированием, которое у вас уже есть и ничего не стоит.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015369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5015369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ничего — делегирование уже есть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8803" y="5015369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78531" y="5015369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писать запрос подробнее каждый раз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4686" y="5015369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4414" y="5015369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сохранить запрос в скилл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0569" y="5015369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0297" y="5015369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кастомный субагент: имя + ограниченные права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66452" y="5015369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76180" y="5015369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позвать коллегу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Пять вариантов, у каждого свой случай и своя цена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11183112" cy="3822191"/>
          </a:xfrm>
          <a:prstGeom prst="roundRect">
            <a:avLst>
              <a:gd name="adj" fmla="val 7974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6236"/>
            <a:ext cx="154927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ВАРИАНТ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1383" y="1126236"/>
            <a:ext cx="404778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ДЕЛАЕТ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75470" y="1126236"/>
            <a:ext cx="4781377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НЕ ДЕЛАЕТ / ОГРАНИЧЕНИЕ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08303"/>
            <a:ext cx="1549279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ничего — делегирование уже есть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1383" y="1408303"/>
            <a:ext cx="4047782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закрывает разовую проверку одной правки без единой строки настройки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5470" y="1408303"/>
            <a:ext cx="4781377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формулировку не фиксирует: при повторении каждый раз пишется заново и расходится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07676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076767"/>
            <a:ext cx="1549279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писать запрос подробнее каждый раз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1383" y="2076767"/>
            <a:ext cx="4047782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держит формулировку верной, пока вы сами помните, что в неё включить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5470" y="2076767"/>
            <a:ext cx="4781377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ничего не фиксирует и прав не урезает — расходится от раза к разу тем же способом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74523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2745232"/>
            <a:ext cx="1549279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сохранить запрос в скилл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81383" y="2745232"/>
            <a:ext cx="4047782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переиспользует процедуру внутри той же сессии без пересказа условий заново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5470" y="2745232"/>
            <a:ext cx="4781377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подгружается в тот же контекст той же сессией — ни изоляции контекста, ни урезания прав не даёт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324573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245739"/>
            <a:ext cx="1549279" cy="8364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кастомный субагент: имя + ограниченные права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1383" y="3245739"/>
            <a:ext cx="4047782" cy="8364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специализирует роль — фиксирует формулировку файлом и урезает права под конкретную работу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5470" y="3245739"/>
            <a:ext cx="4781377" cy="8364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требует файла с описанием, которое верно маршрутизирует; права урезаются отдельной строкой этого файла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408216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4082160"/>
            <a:ext cx="1549279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позвать коллегу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1383" y="4082160"/>
            <a:ext cx="4047782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даёт точный ответ за минуту, если коллега прямо сейчас свободен и помнит участок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5470" y="4082160"/>
            <a:ext cx="4781377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решение зависит от присутствия и памяти другого человека, не от самой задачи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930139"/>
            <a:ext cx="82296" cy="1156208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5058155"/>
            <a:ext cx="10643616" cy="900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36"/>
              </a:lnSpc>
              <a:spcAft>
                <a:spcPts val="300"/>
              </a:spcAft>
            </a:pPr>
            <a:r>
              <a:rPr sz="1400" b="1" i="0">
                <a:solidFill>
                  <a:srgbClr val="141B2E"/>
                </a:solidFill>
                <a:latin typeface="Arial"/>
              </a:rPr>
              <a:t>Вывод.</a:t>
            </a:r>
            <a:r>
              <a:rPr sz="1400" b="1" i="0">
                <a:solidFill>
                  <a:srgbClr val="141B2E"/>
                </a:solidFill>
                <a:latin typeface="Arial"/>
              </a:rPr>
              <a:t> Первая карточка права наполовину: для разовой проверки заводить нечего, делегирование уже бесплатно. Граница, которая решает исход, проходит между разовой проверкой и ролью, которая повторяется настолько, что её стоит специализировать: закрепить формулировку файлом и отнять лишнее. Это две разные половины одного хода. Файл заводят одной строкой, права отнимают другой — и вторую легко не написать.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807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Цена делегирования — одна известная цифра и один честный пробел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76036"/>
            <a:ext cx="11183112" cy="2437510"/>
          </a:xfrm>
          <a:prstGeom prst="roundRect">
            <a:avLst>
              <a:gd name="adj" fmla="val 12504"/>
            </a:avLst>
          </a:prstGeom>
          <a:solidFill>
            <a:srgbClr val="FFFFFF"/>
          </a:solidFill>
          <a:ln w="1778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1208" y="1467476"/>
            <a:ext cx="68580" cy="225463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8916"/>
            <a:ext cx="277755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ИСТОЧНИК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9656" y="1558916"/>
            <a:ext cx="422074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ТЕЗИС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6702" y="1558916"/>
            <a:ext cx="3380145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СИЛА ДОКАЗАТЕЛЬСТВА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40983"/>
            <a:ext cx="2777552" cy="10774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Anthropic, «How we built our multi-agent research system» (13.06.2025) + «When to use multi-agent systems (and when not to)» (23.01.2026)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9656" y="1840983"/>
            <a:ext cx="4220741" cy="10774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Мультиагентная система тратит примерно в 15 раз больше токенов, чем обычный чат; уточнение того же источника позже — в 3–10 раз больше одноагентного решения той же задачи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6702" y="1840983"/>
            <a:ext cx="3380145" cy="10774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умеренно-сильное: отчёт вендора о собственной продакшен-системе, методология сравнения раскрыта в обоих текстах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291838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918388"/>
            <a:ext cx="2777552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Наблюдение из сцены (три недели работы)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9656" y="2918388"/>
            <a:ext cx="422074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Формулировка задачи для проверки расходится от сессии к сессии без фиксации файлом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6702" y="2918388"/>
            <a:ext cx="3380145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иллюстративное: единичное наблюдение одного проекта, не измерение на выборке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8770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246786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Вывод.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Делегирование не бывает бесплатным ни разу — платите токенами всегда, даже когда экономите место в своём окне. Для разовой проверки эта цена мала; при частом повторении она складывается в заметную статью расхода, не только в удобство.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406974"/>
            <a:ext cx="11183112" cy="836295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5544134"/>
            <a:ext cx="10707624" cy="5619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5"/>
              </a:lnSpc>
              <a:spcAft>
                <a:spcPts val="300"/>
              </a:spcAft>
            </a:pPr>
            <a:r>
              <a:rPr sz="1250" b="1" i="1">
                <a:solidFill>
                  <a:srgbClr val="6B7685"/>
                </a:solidFill>
                <a:latin typeface="Arial"/>
              </a:rPr>
              <a:t>Честный пробел.</a:t>
            </a:r>
            <a:r>
              <a:rPr sz="1250" b="0" i="1">
                <a:solidFill>
                  <a:srgbClr val="6B7685"/>
                </a:solidFill>
                <a:latin typeface="Arial"/>
              </a:rPr>
              <a:t> Числа для «сколько контекста экономит субагент по сравнению с тем же объёмом работы в основной сессии» не нашлись ни в одном источнике — ни в токенах, ни в доле контекстного окна. Механизм экономии описан качественно везде, количественно — нигде.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Собираем роль: имя, инструменты, формат ответа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17815"/>
            <a:ext cx="11183112" cy="2419540"/>
          </a:xfrm>
          <a:prstGeom prst="roundRect">
            <a:avLst>
              <a:gd name="adj" fmla="val 12597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00695"/>
            <a:ext cx="1397014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РЕШАЕМ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9118" y="1300695"/>
            <a:ext cx="3142283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ВАРИАНТЫ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17705" y="1300695"/>
            <a:ext cx="583914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МЕНЯЕТ ВЫБОР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82762"/>
            <a:ext cx="139701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имя и описание роли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9118" y="1582762"/>
            <a:ext cx="3142283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развёрнутое описание · короткое имя без описания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7705" y="1582762"/>
            <a:ext cx="5839142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по описанию роль выбирает сама модель — расплывчатое описание маршрутизирует хуже узкого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11247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112479"/>
            <a:ext cx="1397014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какие инструменты оставить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9118" y="2112479"/>
            <a:ext cx="3142283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весь набор · читать и искать · читать, искать и править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17705" y="2112479"/>
            <a:ext cx="5839142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лишний инструмент физически доступен роли независимо от того, что написано в её тексте словами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82475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2824759"/>
            <a:ext cx="139701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что должен вернуть ответ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29118" y="2824759"/>
            <a:ext cx="3142283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свободный текст · вердикт первой строкой + что проверено + находки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17705" y="2824759"/>
            <a:ext cx="5839142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свободный текст несравним между вызовами; формат делает «что проверено» единственным проверяемым местом ответа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38098"/>
            <a:ext cx="82296" cy="19278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266114"/>
            <a:ext cx="10643616" cy="1671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Это и есть специализация ролей по инструкциям: своё имя — чтобы звать роль явно, своя инструкция — чтобы не пересказывать условия заново, свои права — чтобы роль не сделала того, за чем её не звали. Текст в теле роли — поведенческая инструкция, которой модель старается следовать, и её вес конкурирует с остальным контекстом задачи. Список инструментов — состав арсенала: того, чего в нём нет, роль не может сделать физически, независимо от того, что написано словами. У диф-ревьюера из сцены лишним было право на правку файла — то самое право, которым он в прошлый раз исправил проверку адреса сам, вместо того чтобы доложить о находке.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