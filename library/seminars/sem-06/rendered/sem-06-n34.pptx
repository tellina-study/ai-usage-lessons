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то же самое за пределами этого проекта, с источниками. Четыре случая, каждый прочитан по первоисточнику.</a:t>
            </a:r>
          </a:p>
          <a:p/>
          <a:p>
            <a:r>
              <a:t>Начать стоит с того, чего в этих источниках нет.</a:t>
            </a:r>
          </a:p>
          <a:p/>
          <a:p>
            <a:r>
              <a:rPr b="1"/>
              <a:t>Эту историю часто пересказывают как отказ компаний от MCP — бывает, что и с именами крупных компаний. По первоисточникам это не подтверждается ни в одном случае. Подтверждается другое: описания инструментов убрали со старта контекста, а серверы оставили.</a:t>
            </a:r>
            <a:r>
              <a:t> Ни одна из команд, у которых по этой теме есть публичный первоисточник, протокол не бросила и свои серверы не сняла; у имён, которые ходят в пересказе, публичного заявления по теме не нашлось вовсе — ни подтверждающего, ни опровергающего.</a:t>
            </a:r>
          </a:p>
          <a:p/>
          <a:p>
            <a:r>
              <a:t>У самого автора протокола это сказано дословно: ход взамен — «представлять MCP-серверы кодовым интерфейсом». Серверы остаются на месте, меняется способ, которым их описания доходят до модели. Отказ во всех четырёх случаях ниже касается ровно одной практики — грузить описания всех инструментов в контекст заранее.</a:t>
            </a:r>
          </a:p>
          <a:p/>
          <a:p>
            <a:r>
              <a:t>Первый случай: проблему назвал сам автор протокола. «Определения инструментов перегружают контекст» — так открывается его собственный разбор в инженерном блоге, опубликованный 4 ноября 2025 года. Ход взамен предложен такой: представлять серверы кодовым интерфейсом, который агент читает по требованию с файловой системы, вместо прямого перечисления инструментов. В разобранном в статье примере расход падает со 150 000 токенов до 2 000. Пример конкретный — два названных сервера, — и методика замера на странице не раскрыта, поэтому как порядок величины он полезен, а как отраслевая норма не читается. Серверы в этом ходе остаются на месте: меняется способ, которым описания доходят до модели.</a:t>
            </a:r>
          </a:p>
          <a:p/>
          <a:p>
            <a:r>
              <a:t>Второй случай: счёт на пяти серверах, из документации того же производителя. Набор из GitHub, Slack, Sentry, Grafana и Splunk занимает около 55 000 токенов определений до начала работы. Отложенная загрузка снимает больше 85 процентов этого расхода, подтягивая 3–5 инструментов, которые нужны конкретному запросу. Это независимое подтверждение цифры, которая стоит в первом случае блока как цена подключения, — теперь из второго источника. Там же названа вторая, неденежная граница: точность выбора инструмента падает, когда доступных инструментов становится больше 30–50.</a:t>
            </a:r>
          </a:p>
          <a:p/>
          <a:p>
            <a:r>
              <a:t>Третий случай: команда сократила собственный набор. Встроенных инструментов было 40, оставили 13 основных — и замерили результат на двух наборах задач с двумя моделями: успешность выросла на 2–5 процентных пунктов. Там же стоит жёсткий предел площадки: не больше 128 инструментов на один запрос, при превышении запрос отклоняется. Публикация датирована 19 ноября 2025 года.</a:t>
            </a:r>
          </a:p>
          <a:p/>
          <a:p>
            <a:r>
              <a:t>Четвёртый случай обратный, и стоит он последним намеренно. Другая команда попробовала подгружать инструменты по требованию и отказалась от этого. Причины названы две. Определения инструментов лежат в начале контекста, поэтому любое изменение набора посреди работы обнуляет кэш для всего, что идёт дальше. И модель путается, когда прошлые шаги ссылаются на инструмент, которого в текущем наборе уже нет. Ход взамен — маскировать лишние инструменты, оставляя их определения на месте.</a:t>
            </a:r>
          </a:p>
          <a:p/>
          <a:p>
            <a:r>
              <a:t>Отсюда практический вывод, и он скромнее, чем хочется. Одинакового ответа у отрасли нет: четвёртая строка прямо обратна трём первым, и обе позиции подкреплены работающей практикой. Что остаётся делать в такой ситуации — посмотреть, в каком режиме описания грузятся у вас, и держать набор под задачу. Это те два действия, которые работают при любом из четырёх подходов.</a:t>
            </a:r>
          </a:p>
          <a:p/>
          <a:p>
            <a:r>
              <a:t>Граница «30–50 инструментов» заслуживает отдельного внимания, потому что она дороже денежной. Переполнение контекста стоит токенов, и это видно в счёте. Падение точности выбора означает, что агент берёт неподходящий инструмент, — это видно по результату работы, а счёт при этом молчит. Ошибка без строки в счёте находится дольше всего.</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Описания убрали со старта. Серверы оставили</a:t>
            </a:r>
          </a:p>
        </p:txBody>
      </p:sp>
      <p:sp>
        <p:nvSpPr>
          <p:cNvPr id="3" name="Rounded Rectangle 2"/>
          <p:cNvSpPr/>
          <p:nvPr/>
        </p:nvSpPr>
        <p:spPr>
          <a:xfrm>
            <a:off x="502920" y="1081278"/>
            <a:ext cx="11183112" cy="3783329"/>
          </a:xfrm>
          <a:prstGeom prst="roundRect">
            <a:avLst>
              <a:gd name="adj" fmla="val 805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300734"/>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1300734"/>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Автор протокола назвал это проблемой.</a:t>
            </a:r>
            <a:r>
              <a:rPr sz="1350" b="0" i="0">
                <a:solidFill>
                  <a:srgbClr val="141B2E"/>
                </a:solidFill>
                <a:latin typeface="Arial"/>
              </a:rPr>
              <a:t> «Определения инструментов перегружают контекст» — так открывается его собственный разбор. Ход взамен: представлять серверы кодовым интерфейсом, который агент читает по требованию; в разобранном в статье примере — 150 000 токенов против 2 000. Серверы остались на месте (Anthropic, инженерный блог, 04.11.2025).</a:t>
            </a:r>
          </a:p>
        </p:txBody>
      </p:sp>
      <p:sp>
        <p:nvSpPr>
          <p:cNvPr id="6" name="TextBox 5"/>
          <p:cNvSpPr txBox="1"/>
          <p:nvPr/>
        </p:nvSpPr>
        <p:spPr>
          <a:xfrm>
            <a:off x="722376" y="2237994"/>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7" name="TextBox 6"/>
          <p:cNvSpPr txBox="1"/>
          <p:nvPr/>
        </p:nvSpPr>
        <p:spPr>
          <a:xfrm>
            <a:off x="1106424" y="2237994"/>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Счёт на пяти серверах.</a:t>
            </a:r>
            <a:r>
              <a:rPr sz="1350" b="0" i="0">
                <a:solidFill>
                  <a:srgbClr val="141B2E"/>
                </a:solidFill>
                <a:latin typeface="Arial"/>
              </a:rPr>
              <a:t> Набор GitHub, Slack, Sentry, Grafana, Splunk занимает около 55 000 токенов определений до начала работы; загрузка по требованию снимает больше 85%, подтягивая 3–5 нужных инструментов. Там же: точность выбора падает, когда доступных инструментов больше 30–50 (документация того же производителя, обращение 07.10.2026).</a:t>
            </a:r>
          </a:p>
        </p:txBody>
      </p:sp>
      <p:sp>
        <p:nvSpPr>
          <p:cNvPr id="8" name="TextBox 7"/>
          <p:cNvSpPr txBox="1"/>
          <p:nvPr/>
        </p:nvSpPr>
        <p:spPr>
          <a:xfrm>
            <a:off x="722376" y="3175254"/>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9" name="TextBox 8"/>
          <p:cNvSpPr txBox="1"/>
          <p:nvPr/>
        </p:nvSpPr>
        <p:spPr>
          <a:xfrm>
            <a:off x="1106424" y="3175254"/>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Сократили собственный набор.</a:t>
            </a:r>
            <a:r>
              <a:rPr sz="1350" b="0" i="0">
                <a:solidFill>
                  <a:srgbClr val="141B2E"/>
                </a:solidFill>
                <a:latin typeface="Arial"/>
              </a:rPr>
              <a:t> Встроенных инструментов было 40, оставили 13 основных — и замерили: успешность на двух наборах задач выросла на 2–5 процентных пунктов. Предел площадки — 128 инструментов на запрос (GitHub, инженерный блог, 19.11.2025).</a:t>
            </a:r>
          </a:p>
        </p:txBody>
      </p:sp>
      <p:sp>
        <p:nvSpPr>
          <p:cNvPr id="10" name="TextBox 9"/>
          <p:cNvSpPr txBox="1"/>
          <p:nvPr/>
        </p:nvSpPr>
        <p:spPr>
          <a:xfrm>
            <a:off x="722376" y="3910203"/>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4</a:t>
            </a:r>
          </a:p>
        </p:txBody>
      </p:sp>
      <p:sp>
        <p:nvSpPr>
          <p:cNvPr id="11" name="TextBox 10"/>
          <p:cNvSpPr txBox="1"/>
          <p:nvPr/>
        </p:nvSpPr>
        <p:spPr>
          <a:xfrm>
            <a:off x="1106424" y="3910203"/>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Попробовали и отказались.</a:t>
            </a:r>
            <a:r>
              <a:rPr sz="1350" b="0" i="0">
                <a:solidFill>
                  <a:srgbClr val="141B2E"/>
                </a:solidFill>
                <a:latin typeface="Arial"/>
              </a:rPr>
              <a:t> Подгружать инструменты по требованию пробовали и отказались: смена набора посреди работы обнуляет кэш и путает модель на прошлых шагах. Ход взамен — маскировать лишние, оставляя определения на месте (Manus, 18.07.2025).</a:t>
            </a:r>
          </a:p>
        </p:txBody>
      </p:sp>
      <p:sp>
        <p:nvSpPr>
          <p:cNvPr id="12" name="Rounded Rectangle 11"/>
          <p:cNvSpPr/>
          <p:nvPr/>
        </p:nvSpPr>
        <p:spPr>
          <a:xfrm>
            <a:off x="502920" y="5374005"/>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5502021"/>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Посмотрите, в каком режиме описания грузятся у вас, и держите набор под задачу. Одинакового ответа у отрасли нет: последняя строка прямо обратна трём предыдущим.</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