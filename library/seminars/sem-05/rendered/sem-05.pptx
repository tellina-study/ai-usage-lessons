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вещи, каждая проверяется, и у каждой есть следствие для нашего выбора. Порядок такой, чтобы к ответу вы пришли сами.</a:t>
            </a:r>
          </a:p>
          <a:p/>
          <a:p>
            <a:r>
              <a:t>Первое. Текст себя не исполняет. Это видно не в теории, а в этом самом курсе: правило про ветки написано заглавными, со словом «никогда», и рядом лежит пустой файл настроек. Написать громче — значит остаться в том же слое, который уже не сработал.</a:t>
            </a:r>
          </a:p>
          <a:p/>
          <a:p>
            <a:r>
              <a:t>Второе, и его лучше проговорить примером, а не числом. Механизм умеет отказывать молча. Скажем, опечатка в имени инструмента: хук виден в списке, выглядит установленным — и не запускается никогда. Ни ошибки, ни предупреждения. Таких описанных мест восемь, но важно не число, а то, что список </a:t>
            </a:r>
            <a:r>
              <a:rPr b="1"/>
              <a:t>конечен и записан</a:t>
            </a:r>
            <a:r>
              <a:t>: их можно проверить по одному.</a:t>
            </a:r>
          </a:p>
          <a:p/>
          <a:p>
            <a:r>
              <a:t>Третье бьёт по нам. Внешний тест против кода этого курса нашёл формы, которые барьер пропускает: тот же коммит через полный путь, через префиксную команду. Мы к ним вернёмся на провале.</a:t>
            </a:r>
          </a:p>
          <a:p/>
          <a:p>
            <a:r>
              <a:t>Вывод под таблицей. Механизм сильнее текста — и именно поэтому его надо заставить отказать, прежде чем считать поставленным.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</a:t>
            </a:r>
            <a:r>
              <a:rPr b="1"/>
              <a:t>сильнее</a:t>
            </a:r>
            <a:r>
              <a:t>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</a:t>
            </a:r>
            <a:r>
              <a:rPr>
                <a:latin typeface="Consolas"/>
              </a:rPr>
              <a:t>.git/hooks</a:t>
            </a:r>
            <a:r>
              <a:t>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rPr b="1"/>
              <a:t>Когда вмешиваться.</a:t>
            </a:r>
            <a:r>
              <a:t> Спросите, что даёт «после»: запись факта, уведомление, откат. Чего не даёт — предотвращения.</a:t>
            </a:r>
          </a:p>
          <a:p/>
          <a:p>
            <a:r>
              <a:rPr b="1"/>
              <a:t>На что реагировать.</a:t>
            </a:r>
            <a:r>
              <a:t>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rPr b="1"/>
              <a:t>Откуда взять команду.</a:t>
            </a:r>
            <a:r>
              <a:t> Обычно предлагают журнал или спросить агента. Оба работают, но позже или ненадёжно.</a:t>
            </a:r>
          </a:p>
          <a:p/>
          <a:p>
            <a:r>
              <a:rPr b="1"/>
              <a:t>Как узнать ветку.</a:t>
            </a:r>
            <a:r>
              <a:t>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rPr b="1"/>
              <a:t>Если репозитория нет.</a:t>
            </a:r>
            <a:r>
              <a:t>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</a:t>
            </a:r>
            <a:r>
              <a:rPr b="1"/>
              <a:t>правильной</a:t>
            </a:r>
            <a:r>
              <a:t>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соберите версии зала, потом показывайте.</a:t>
            </a:r>
          </a:p>
          <a:p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Подчеркните последнюю строку, это главное в кейсе: хук не был медленным, хук был нормальным. Дорогим его сделал множитель.</a:t>
            </a:r>
          </a:p>
          <a:p/>
          <a:p>
            <a:r>
              <a:t>Если кто-то из зала назвал «тяжёлый проект» — верните ему: проект тот же, что и вчера,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две секунды суммарно — это девять процентов десятиминутной задачи,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</a:t>
            </a:r>
            <a:r>
              <a:rPr b="1"/>
              <a:t>частота</a:t>
            </a:r>
            <a:r>
              <a:t>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rPr b="1"/>
              <a:t>Сказать вслух:</a:t>
            </a:r>
            <a:r>
              <a:t> двадцать три секунды — арифметика, и это только сборка.</a:t>
            </a:r>
          </a:p>
          <a:p/>
          <a:p>
            <a:r>
              <a:rPr b="1"/>
              <a:t>Переход:</a:t>
            </a:r>
            <a:r>
              <a:t>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и цена различается качественно, а не в разы: имя и описание — около ста токенов, тело — до пяти тысяч и только при срабатывании, вложения — ноль, пока не открыты.</a:t>
            </a:r>
          </a:p>
          <a:p/>
          <a:p>
            <a:r>
              <a:rPr b="1"/>
              <a:t>Правая дорожка ломает интуицию «поставлю на всякий случай»:</a:t>
            </a:r>
            <a:r>
              <a:t> за неиспользованный скилл платят ровно столько же, сколько за рабочий.</a:t>
            </a:r>
          </a:p>
          <a:p/>
          <a:p>
            <a:r>
              <a:t>Дальше эти три слова звучат без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карта на весь раздел. Дальше я буду называть эти слова, не объясняя их заново.</a:t>
            </a:r>
          </a:p>
          <a:p/>
          <a:p>
            <a:r>
              <a:rPr b="1"/>
              <a:t>Часть первая, слева сверху.</a:t>
            </a:r>
            <a:r>
              <a:t> Скилл — каталог, и имя каталога есть имя скилла. Внутри обязателен ровно один файл. </a:t>
            </a:r>
            <a:r>
              <a:rPr b="1"/>
              <a:t>Фронтматтер</a:t>
            </a:r>
            <a:r>
              <a:t> — то, что между двумя тройками дефисов сверху: имя и описание. </a:t>
            </a:r>
            <a:r>
              <a:rPr b="1"/>
              <a:t>Тело</a:t>
            </a:r>
            <a:r>
              <a:t> — всё, что ниже, обычный текст по шагам. </a:t>
            </a:r>
            <a:r>
              <a:rPr b="1"/>
              <a:t>Вложение</a:t>
            </a:r>
            <a:r>
              <a:t> — файл рядом; обычный читается, когда тело на него сослалось, а скрипт запускается, и в контекст идёт только его вывод.</a:t>
            </a:r>
          </a:p>
          <a:p/>
          <a:p>
            <a:r>
              <a:rPr b="1"/>
              <a:t>Часть вторая, справа — самая крупная, и не случайно.</a:t>
            </a:r>
            <a:r>
              <a:t>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 Золотом выделена верхняя строка: за неё платят в каждой сессии независимо от того, понадобился скилл или нет.</a:t>
            </a:r>
          </a:p>
          <a:p/>
          <a:p>
            <a:r>
              <a:rPr b="1"/>
              <a:t>Часть третья.</a:t>
            </a:r>
            <a:r>
              <a:t> Вызвать можно двумя способами: модель выбирает сама по описанию, или человек зовёт по имени через слэш. Второй работает даже с негодным описанием — отсюда потом целый класс поломок, которых автор не замечает, потому что у себя он всегда зовёт вручную.</a:t>
            </a:r>
          </a:p>
          <a:p/>
          <a:p>
            <a:r>
              <a:rPr b="1"/>
              <a:t>Часть четвёртая — перечень.</a:t>
            </a:r>
            <a:r>
              <a:t> По строке на скилл, и это всё, из чего делается выбор.</a:t>
            </a:r>
          </a:p>
          <a:p/>
          <a:p>
            <a:r>
              <a:rPr b="1"/>
              <a:t>Часть пятая</a:t>
            </a:r>
            <a:r>
              <a:t> — тот же путь одной линией: запрос, перечень, выбор, тело, вложения.</a:t>
            </a:r>
          </a:p>
          <a:p/>
          <a:p>
            <a:r>
              <a:rPr b="1"/>
              <a:t>Золотая плашка — два правила, к которым я вернусь не по разу.</a:t>
            </a:r>
            <a:r>
              <a:t> До выбора видно только имя и описание. И описание пишут третьим лицом — не стилистика: оно ложится в системный промпт рядом с чужими описаниями, и разнобой в лице сбивает выбор.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Пятая — набор ключевых слов; её выбирают те, кто думает, что скилл ищут поиском. Жду её отдельно: это самое частое инженерное заблуждение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самое частое инженерное заблуждение:</a:t>
            </a:r>
            <a:r>
              <a:t> описание принимают за поисковый запрос. Набор ключевых слов не говорит, что скилл делает, и совпасть может с чем угодно про слайды. Это буквально официальный пример «как не надо»: выбор идёт по смыслу, а не по совпадению слов.</a:t>
            </a:r>
          </a:p>
          <a:p/>
          <a:p>
            <a:r>
              <a:rPr b="1"/>
              <a:t>Если выбирали по длине</a:t>
            </a:r>
            <a:r>
              <a:t> — покажите, что третья длиннее целевой и всё равно проваливает вторую проверку.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Чем третий вариант обязан отличаться от второго? «Сказать, когда звать» приходит почти всегда; «когда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получилось — на следующем слайде; не показывайте его, пока не собрали три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</a:t>
            </a:r>
            <a:r>
              <a:t>, а не на прошлом слайде: она заработана, третью часть назвал зал.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предложил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 «Помогает с деплоем» — их точный перевод.</a:t>
            </a:r>
          </a:p>
          <a:p/>
          <a:p>
            <a:r>
              <a:rPr b="1"/>
              <a:t>Две проверки внизу.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широкое, и вы купили лишнее срабатывание в каждой второй сессии.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в существующем каталоге — сразу; если каталог только что создан — нужен </a:t>
            </a:r>
            <a:r>
              <a:rPr>
                <a:latin typeface="Consolas"/>
              </a:rPr>
              <a:t>/reload-skills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осмысленные. Дефект в том, чего в нём нет: чем именно собирать. Модель угадает заново или возьмёт устаревшую команду — задачу угадывания мы не решили, а перенесли внутрь скилла, где её труднее заметить.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 «зелёное».</a:t>
            </a:r>
          </a:p>
          <a:p/>
          <a:p>
            <a:r>
              <a:rPr b="1"/>
              <a:t>Публикация — ловушка, и её стоит поймать голосом:</a:t>
            </a:r>
            <a:r>
              <a:t> почти всегда забывают имя проекта, а без него команда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6662"/>
            <a:ext cx="11183112" cy="4236211"/>
          </a:xfrm>
          <a:prstGeom prst="roundRect">
            <a:avLst>
              <a:gd name="adj" fmla="val 479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69542"/>
            <a:ext cx="10744200" cy="3870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7684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8965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уже проверено — и что из этого следует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031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3471"/>
            <a:ext cx="68580" cy="296691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54911"/>
            <a:ext cx="16704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2507" y="1754911"/>
            <a:ext cx="5858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НА ЧЁМ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7578" y="1754911"/>
            <a:ext cx="2849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6978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текст правила не исполняет себя сам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507" y="2036978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курсе правило написано заглавными, со словом «никогда» — и файл настроек рядом пустой: механизма, который бы его исполнял,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7578" y="2036978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громче — значит остаться в том же слое. Нужен другой слой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92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9257"/>
            <a:ext cx="167040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механизм отказывает молча, и эти места перечислимы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507" y="2749257"/>
            <a:ext cx="585876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пример: хук с опечаткой в имени инструмента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 в списке хуков и не запускается никогда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ни ошибки, ни предупреждения. Таких описанных мест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7578" y="2749257"/>
            <a:ext cx="28492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 ставят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проверяют отказом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фактом установки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6662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барьер этого класса обходят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507" y="3826662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 против кода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нашёл формы вроде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барьер их пропускает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7578" y="3826662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дыры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записывают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списком, а не закрывают регулярным выражением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89333"/>
            <a:ext cx="11183112" cy="46164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526493"/>
            <a:ext cx="10707624" cy="187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 сильнее текста — и требует доказательства, что он работает. Установка доказательством не является.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300276"/>
            <a:ext cx="11180815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385947"/>
          </a:xfrm>
          <a:prstGeom prst="roundRect">
            <a:avLst>
              <a:gd name="adj" fmla="val 60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020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"permissionDecision":"ask" 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"permissionDecision":"deny" …}';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04791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932807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67867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95883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065" y="1254252"/>
            <a:ext cx="9092820" cy="1219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38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66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пройдено,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588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3868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репозитории этого курса, исполняемый бит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78825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006841"/>
            <a:ext cx="57474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63" y="4006841"/>
            <a:ext cx="4887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288908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63" y="4288908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55459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554592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63" y="4554592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82027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820276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63" y="4820276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 …viz.sh; echo $?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856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658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Слева барьер, пропускающий пять форм из шести; справа файл, который выглядит барьером и не работал никогда.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Снаружи оба молчат одинаково.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Значит: заставить барьер отказать громко и записать рядом список форм, где он молчит.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бы вы заподозрили первым?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255" y="2194585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255" y="2476652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255" y="2823806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255" y="3170961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 что бы вы подумали?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703" y="1254252"/>
            <a:ext cx="9659545" cy="14006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819478"/>
            <a:ext cx="11183112" cy="1146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910918"/>
            <a:ext cx="68580" cy="963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974926"/>
            <a:ext cx="238870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375" y="2974926"/>
            <a:ext cx="248221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897" y="2974926"/>
            <a:ext cx="253113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99333" y="2974926"/>
            <a:ext cx="288494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9500"/>
            <a:ext cx="238870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3375" y="3249500"/>
            <a:ext cx="248221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1897" y="3249500"/>
            <a:ext cx="253113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9333" y="3249500"/>
            <a:ext cx="288494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5297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529789"/>
            <a:ext cx="238870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3375" y="3529789"/>
            <a:ext cx="248221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1897" y="3529789"/>
            <a:ext cx="253113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9333" y="3529789"/>
            <a:ext cx="288494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30118"/>
            <a:ext cx="11183112" cy="1454594"/>
          </a:xfrm>
          <a:prstGeom prst="roundRect">
            <a:avLst>
              <a:gd name="adj" fmla="val 2095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221558"/>
            <a:ext cx="68580" cy="127171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285566"/>
            <a:ext cx="30958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0545" y="4285566"/>
            <a:ext cx="2335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863" y="4285566"/>
            <a:ext cx="2335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3181" y="4285566"/>
            <a:ext cx="25210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567633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0545" y="456763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863" y="456763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3181" y="4567633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85484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854843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0545" y="485484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1863" y="485484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3181" y="4854843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14205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142054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0545" y="5142054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1863" y="5142054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3181" y="5142054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49304"/>
            <a:ext cx="11183112" cy="55905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86464"/>
            <a:ext cx="10707624" cy="2847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40 правок × 1,3 с = </a:t>
            </a:r>
            <a:r>
              <a:rPr sz="95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95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95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91461"/>
          </a:xfrm>
          <a:prstGeom prst="roundRect">
            <a:avLst>
              <a:gd name="adj" fmla="val 1330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73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403" y="1409699"/>
            <a:ext cx="6821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4273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403" y="1684273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116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11683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403" y="211683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97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97124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403" y="2397124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82968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829686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403" y="2829686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0997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10997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403" y="310997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103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8383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303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583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50333"/>
            <a:ext cx="11183112" cy="1268222"/>
          </a:xfrm>
          <a:prstGeom prst="roundRect">
            <a:avLst>
              <a:gd name="adj" fmla="val 240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078349"/>
            <a:ext cx="398825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5490" y="5078349"/>
            <a:ext cx="66462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52923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52923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598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598795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98795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466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4667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5490" y="5844667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388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884" y="1515732"/>
            <a:ext cx="41116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8864" y="1515732"/>
            <a:ext cx="287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0884" y="1797799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864" y="1797799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0884" y="2510078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864" y="2510078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22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22358"/>
            <a:ext cx="338878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0884" y="3222358"/>
            <a:ext cx="41116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8864" y="3222358"/>
            <a:ext cx="28779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0884" y="4117200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864" y="4117200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300276"/>
            <a:ext cx="11167583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223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76711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59591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именно лежит в двух местах: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643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444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правильно; не сделана зачистка — и стоило это дороже, чем не выносить вовсе.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7514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27514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275143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27514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7207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78720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085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1085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51085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51085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51085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51085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956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17442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5672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0719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6205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34435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3860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156" y="1489989"/>
            <a:ext cx="35829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7396" y="1489989"/>
            <a:ext cx="44094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156" y="177205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7396" y="177205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156" y="2484335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7396" y="2484335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156" y="3014052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7396" y="3014052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8156" y="3543769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7396" y="3543769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156" y="407348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набор слов без глагола не говорит,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совпасть может с чем угодно про слайды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7396" y="407348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это ровно официальный пример «как не надо», выбор идёт по смыслу, а не по совпадению слов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