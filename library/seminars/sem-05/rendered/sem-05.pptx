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Клеток пять из шести возможных — шестая вырождена, до неё дойдём на разборе.</a:t>
            </a:r>
          </a:p>
          <a:p/>
          <a:p>
            <a:r>
              <a:t>Три-четыре версии, любую беру. Мне интереснее не «правильно ли», а «что это даст».</a:t>
            </a:r>
          </a:p>
          <a:p/>
          <a:p>
            <a:r>
              <a:t>Если сойдётесь на одной клетке сразу — тогда скажите,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правки не случится. Остальные четыре не про это.</a:t>
            </a:r>
          </a:p>
          <a:p/>
          <a:p>
            <a:r>
              <a:t>После вызова и запретить. Клетка рабочая, просто не для запрета: она для того, чтобы поймать факт и отреагировать — уведомить, откатить, записать. Но правка к этому моменту уже в файле.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смысл, пока обкатываете новое правило и не уверены в ложных срабатываниях. Но предупреждение — снова текст, а что бывает с текстом, мы видели час назад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вариант. Именно так наш барьер ветки отвечает, когда репозитория ещё нет: тихо разрешить там значило бы изобразить защиту, которой нет. Но для основного случая эта клетка означает вопрос человеку на каждую правку, а это дорого.</a:t>
            </a:r>
          </a:p>
          <a:p/>
          <a:p>
            <a:r>
              <a:t>После вызова и спросить — спрашивать разрешения на случившееся бессмысленно.</a:t>
            </a:r>
          </a:p>
          <a:p/>
          <a:p>
            <a:r>
              <a:t>И теперь строка внизу. Хук из нашей сцены стоял в правильной клетке и всё равно не сработал: матчер выбирается отдельно, и ошибиться можно в любом из двух. Выглядит это одинаково — тишиной.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Тихо разрешить здесь значило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В таблице полей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Если хуков несколько, запрет сильнее всего: личный и проектный сработают оба, и запрет одного перебьёт разрешение другого.</a:t>
            </a:r>
          </a:p>
          <a:p/>
          <a:p>
            <a:r>
              <a:t>Теперь соберём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Плохо — одно слово «BLOCKED»: агент знает, что его остановили, и не знает, что делать. Хорошо — что нарушено и что сделать вместо. Вписываем то, что прозвучало, и оставляем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выбрали, и она правильная. До какого момента её хватает.</a:t>
            </a:r>
          </a:p>
          <a:p/>
          <a:p>
            <a:r>
              <a:t>Хватает ровно пока есть доказательство, что хук срабатывает. Без него «запретить» и «пропустить» снаружи одинаковы — тишина. Мы это видели на трёх способах.</a:t>
            </a:r>
          </a:p>
          <a:p/>
          <a:p>
            <a:r>
              <a:t>Доказательство не разовое: среду обновили, права поменяли — проверяем заново.</a:t>
            </a:r>
          </a:p>
          <a:p/>
          <a:p>
            <a:r>
              <a:t>Вторая строка про случай, когда нарушение дороже остановки. Тогда одной клетки мало: нужен второй барьер, не зависящий от первого. Запрет на стороне платформы сработает и тогда, когда хук промолчал.</a:t>
            </a:r>
          </a:p>
          <a:p/>
          <a:p>
            <a:r>
              <a:t>Клетка выбирается один раз, доказательство обновляется.</a:t>
            </a:r>
          </a:p>
          <a:p/>
          <a:p>
            <a:r>
              <a:t>Барьер отвечает правильно и вовремя. Сколько он стоит?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0702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5566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867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2629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14812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593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845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9236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087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60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1540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7597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84756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199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748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571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453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62254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15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3641" y="1437132"/>
            <a:ext cx="41160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6001" y="1437132"/>
            <a:ext cx="51308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1706"/>
            <a:ext cx="1131537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3641" y="1711706"/>
            <a:ext cx="41160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6001" y="1711706"/>
            <a:ext cx="513084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189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18918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641" y="2518918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6001" y="2518918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654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65475"/>
            <a:ext cx="113153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3641" y="3165475"/>
            <a:ext cx="41160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001" y="3165475"/>
            <a:ext cx="513084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1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1377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641" y="3651377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6001" y="3651377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97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97934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3641" y="4297934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6001" y="4297934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91962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419978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2890" y="1855825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8611" y="1855825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7892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2890" y="2137892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8611" y="2137892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0172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2890" y="2850172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8611" y="2850172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3798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379889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2890" y="3379889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8611" y="3379889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921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9216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2890" y="409216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8611" y="409216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8044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80444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2890" y="480444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611" y="480444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6573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9453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8705" y="1519453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0143" y="1519453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520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8705" y="1801520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0143" y="1801520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31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3123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8705" y="233123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0143" y="233123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60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860954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8705" y="2860954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143" y="2860954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3906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390671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8705" y="3390671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0143" y="3390671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737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737825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68705" y="3737825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0143" y="3737825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42675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267542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68705" y="4267542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0143" y="4267542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614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61469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8705" y="461469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0143" y="461469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5144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5144414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8705" y="5144414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0143" y="5144414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91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549156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68705" y="549156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0143" y="549156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0013"/>
            <a:ext cx="11183112" cy="2782316"/>
          </a:xfrm>
          <a:prstGeom prst="roundRect">
            <a:avLst>
              <a:gd name="adj" fmla="val 109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72894"/>
            <a:ext cx="13952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329" y="2072894"/>
            <a:ext cx="428786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1496" y="2072894"/>
            <a:ext cx="46953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2482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329" y="2332482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1496" y="2332482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789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789174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329" y="2789174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1496" y="2789174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0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00069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329" y="3100069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496" y="3100069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10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410965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7329" y="3410965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1496" y="3410965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8676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3867657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7329" y="3867657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1496" y="3867657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1785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178553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7329" y="4178553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1496" y="4178553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3692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6493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72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852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5559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674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67423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9928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99287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35559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189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189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682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682236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0307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37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репозитория ещё нет   →  "permissionDecision": "ask",   "…Reason":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защищённая ветка      →  "permissionDecision": "deny",  "…Reason":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21916"/>
            <a:ext cx="11183112" cy="2063623"/>
          </a:xfrm>
          <a:prstGeom prst="roundRect">
            <a:avLst>
              <a:gd name="adj" fmla="val 1477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77364"/>
            <a:ext cx="31475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277364"/>
            <a:ext cx="74320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59430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2559430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85356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53563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2853563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476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147695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147695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418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441827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"defer"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441827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отложить решение — нишевое, для прогонов без человека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37359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735958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2194" y="3735958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50131"/>
            <a:ext cx="82296" cy="7218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78147"/>
            <a:ext cx="10643616" cy="4658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только человеку: текст отказа и есть единственный канал к агенту.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659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36460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хук, объявленный в шапке субагента — в его собственном файле описания, — не срабатывает, а он же в файле настроек проекта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выбранной клетки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294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1574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клетку выбираем один раз, а доказательство её срабатывания обновляем — оно и есть настоящая граница, а не сам выбор.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КЛЕТКИ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хук срабатывает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его заставили отказать громко хотя бы раз, и это повторяют после каждого обновления среды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1871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нарушения соизмерима с ценой остановки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неразличимы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3187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нарушение дороже — клетку дублируют барьером, который от неё не зависит: запрет на стороне платформы срабатывает, даже когда хук промолчал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