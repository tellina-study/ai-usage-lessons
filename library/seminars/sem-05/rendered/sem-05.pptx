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Всё, чем настроен агент в этом проекте, — двадцать строк текста. Он их читает. Исполнять их некому.</a:t>
            </a:r>
          </a:p>
          <a:p/>
          <a:p>
            <a:r>
              <a:t>Файл инструкций — это просьба. Что поставить рядом с ней, чтобы правило исполнялось без доброй воли агента?</a:t>
            </a:r>
          </a:p>
          <a:p/>
          <a:p>
            <a:r>
              <a:t>Слово «рядом» здесь ключевое: файл никуда не денется, мы добавляем к нему слой, который срабатывает сам. Если у кого-то мелькнуло «так напишите правило жёстче» — инстинкт верный, и мы его проверим через несколько слайдов.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onsolas"/>
              </a:rPr>
              <a:t>signup-landing</a:t>
            </a:r>
            <a:r>
              <a:t> — статический лендинг с формой заявки на демо-урок. Готовым он считается, когда сборка даёт код 0, тесты зелёные и форма отправлена руками — и заполненная, и пустая.</a:t>
            </a:r>
          </a:p>
          <a:p/>
          <a:p>
            <a:r>
              <a:t>Смотрим, из чего он состоит. Наверху — что строим: описание, спека, лог решений. Рядом файл инструкций и симлинк на него: этим настроен агент. Ниже каталог решений и задачная память. Внизу сам продукт и тесты к нему.</a:t>
            </a:r>
          </a:p>
          <a:p/>
          <a:p>
            <a:r>
              <a:t>Масштаб файла инструкций держите в голове: двадцать строк, шестнадцать непустых, три раздела. Целиком мы его прочтём через несколько слайдов.</a:t>
            </a:r>
          </a:p>
          <a:p/>
          <a:p>
            <a:r>
              <a:t>Теперь последняя строка, и она здесь главная. Каталога </a:t>
            </a:r>
            <a:r>
              <a:rPr>
                <a:latin typeface="Consolas"/>
              </a:rPr>
              <a:t>.claude/</a:t>
            </a:r>
            <a:r>
              <a:t> здесь нет: ни хука, ни скилла, ни субагента. Механический слой мы заводим с нуля.</a:t>
            </a:r>
          </a:p>
          <a:p/>
          <a:p>
            <a:r>
              <a:t>Адрес под деревом настоящий: репозиторий публичный, дерево в нём можно пересчитать построчно.</a:t>
            </a:r>
          </a:p>
          <a:p/>
          <a:p>
            <a:r>
              <a:t>Всё это — текст. Агент может его учесть. Может и не учесть.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таблица будет с нами всё занятие, поэтому давайте разберём её шапку.</a:t>
            </a:r>
          </a:p>
          <a:p/>
          <a:p>
            <a:r>
              <a:t>Первая колонка — пять усилений, из которых мы сегодня закроем два. Вторая: когда усиление заводят. День 0 — значит завести дёшево, а цену промаха заранее не угадаешь. По сигналу — значит понадобится оно или нет, зависит от проекта, и до сигнала это вопрос без ответа.</a:t>
            </a:r>
          </a:p>
          <a:p/>
          <a:p>
            <a:r>
              <a:t>Третья и четвёртая колонки — то, ради чего таблица вообще нужна. «Вы ожидали» и «на деле». Ошибка почти никогда не в том, что усиление не сработало. Она в том, что сработало оно иначе, чем вы думали, и заметили вы это не сразу.</a:t>
            </a:r>
          </a:p>
          <a:p/>
          <a:p>
            <a:r>
              <a:t>Сколько таких расхождений у каждой ступени, не говорю: это покажет сама ступень.</a:t>
            </a:r>
          </a:p>
          <a:p/>
          <a:p>
            <a:r>
              <a:t>Каждую строку мы сформулируем вместе, сразу после своей ступени. Про три нижние — только имена, содержания не касаемся.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на экране. Держите ответ при себе — я соберу три-четыре голоса и просто запишу, без оценки: правильного ответа здесь нет ни одного.</a:t>
            </a:r>
          </a:p>
          <a:p/>
          <a:p>
            <a:r>
              <a:t>Если ответ прозвучит про инструменты вообще, я верну к дереву одним словом: «здесь».</a:t>
            </a:r>
          </a:p>
          <a:p/>
          <a:p>
            <a:r>
              <a:t>И про второй раз я говорю дословно — на этом обещании держится конец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ступени, шесть развилок — вот весь маршрут.</a:t>
            </a:r>
          </a:p>
          <a:p/>
          <a:p>
            <a:r>
              <a:t>Каждая карточка — это боль, с которой кейс начинается, и под ней строка «решаем»: что именно вы будете выбирать. Ответов здесь нет ни на одной. Ответ вы увидите после того, как ответите сами.</a:t>
            </a:r>
          </a:p>
          <a:p/>
          <a:p>
            <a:r>
              <a:t>Справа, за пунктиром, три ступени следующего занятия. Только имена: что они добавят в репозиторий, сегодня не называем.</a:t>
            </a:r>
          </a:p>
          <a:p/>
          <a:p>
            <a:r>
              <a:t>Внизу вход и выход. Сейчас каталога </a:t>
            </a:r>
            <a:r>
              <a:rPr>
                <a:latin typeface="Consolas"/>
              </a:rPr>
              <a:t>.claude/</a:t>
            </a:r>
            <a:r>
              <a:t> нет. К концу занятия он появится — и дерево репозитория будет отличаться от того, что вы видели на втором слайде, ровно на две строки.</a:t>
            </a:r>
          </a:p>
          <a:p/>
          <a:p>
            <a:r>
              <a:t>И сразу к первой развилке.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с состояния, в котором нарушать нечего. Файл инструкций проекта существует, он загружен, агент его прочитал — и коммит уходит прямо в главную ветку. Формально агент прав: запрета не было.</a:t>
            </a:r>
          </a:p>
          <a:p/>
          <a:p>
            <a:r>
              <a:t>Дальше в этом кейсе мы собираем механизм, который останавливает такой коммит до того, как он случится. Сейчас его называть не нужно — сначала пусть зал увидит сам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весь файл, целиком, двадцать строк. Не фрагмент и не пересказ — читайте и ищите, чего в нём нет.</a:t>
            </a:r>
          </a:p>
          <a:p/>
          <a:p>
            <a:r>
              <a:t>В нём есть три разумных раздела. Критерий «готово» — сборка с нулевым кодом, зелёные тесты, форма отправлена руками. Граница — не деплоить на прод без явного запроса. Порядок проверки и задачная память. Файл написан не новичком: в нём даже оговорено, что без </a:t>
            </a:r>
            <a:r>
              <a:rPr>
                <a:latin typeface="Consolas"/>
              </a:rPr>
              <a:t>playwright install chromium</a:t>
            </a:r>
            <a:r>
              <a:t> тесты падают все сразу и не по делу.</a:t>
            </a:r>
          </a:p>
          <a:p/>
          <a:p>
            <a:r>
              <a:t>И при этом — ни одной строки про ветки. Ни «коммить в отдельную», ни «в главную не коммить».</a:t>
            </a:r>
          </a:p>
          <a:p/>
          <a:p>
            <a:r>
              <a:t>Что происходит дальше — три кадра справа. Агент правит валидацию формы, делает </a:t>
            </a:r>
            <a:r>
              <a:rPr>
                <a:latin typeface="Consolas"/>
              </a:rPr>
              <a:t>git commit</a:t>
            </a:r>
            <a:r>
              <a:t>, коммит ложится в главную ветку. Нарушения нет: правила, которое он мог бы нарушить, в файле не существует.</a:t>
            </a:r>
          </a:p>
          <a:p/>
          <a:p>
            <a:r>
              <a:t>Цена под файлом. Показ заказчику назначен на завтра, и эта правка уезжает мимо ветки прямо в то, что он увидит.</a:t>
            </a:r>
          </a:p>
          <a:p/>
          <a:p>
            <a:r>
              <a:t>Если из зала прозвучит «так допишите строку» — это ровно следующий ход, и мы его сделаем. Но не сразу: сначала посмотрим, чего такая строка стоит там, где она уже написана.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говорю я меньше, чем обычно: здесь ведёт слайд.</a:t>
            </a:r>
          </a:p>
          <a:p/>
          <a:p>
            <a:r>
              <a:t>Слева три слова, которые дальше пойдут без пояснения. Прочитайте их сами.</a:t>
            </a:r>
          </a:p>
          <a:p/>
          <a:p>
            <a:r>
              <a:t>Справа то, чего от хука обычно ждут и не получают. Он высказывается один раз, до вызова, и на этом его участие кончается: чем всё закончилось, ему не сообщат. Это пригодится через два кейса.</a:t>
            </a:r>
          </a:p>
          <a:p/>
          <a:p>
            <a:r>
              <a:t>Вопросов пока не задаю.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Обе строки сверху проверяются в зале двумя командами — предложите проверить.</a:t>
            </a:r>
          </a:p>
          <a:p/>
          <a:p>
            <a:r>
              <a:t>Пауза, три-четыре голоса, фиксирую без оценки. Спрашиваю «почему», а не «что ещё».</a:t>
            </a:r>
          </a:p>
          <a:p/>
          <a:p>
            <a:r>
              <a:t>Если назовут сервер первым — не поправлять: это сильный ответ, и на разборе он получит своё 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вещи, каждая проверяется, и у каждой есть следствие для нашего выбора. Порядок такой, чтобы к ответу вы пришли сами.</a:t>
            </a:r>
          </a:p>
          <a:p/>
          <a:p>
            <a:r>
              <a:t>Первое. Текст себя не исполняет. Это видно не в теории, а в этом самом курсе: правило про ветки написано заглавными, со словом «никогда», и рядом лежит пустой файл настроек. Написать громче — значит остаться в том же слое, который уже не сработал.</a:t>
            </a:r>
          </a:p>
          <a:p/>
          <a:p>
            <a:r>
              <a:t>Второе, и его лучше проговорить примером, а не числом. Механизм умеет отказывать молча. Скажем, опечатка в имени инструмента: хук виден в списке, выглядит установленным — и не запускается никогда. Ни ошибки, ни предупреждения. Таких описанных мест восемь, но важно не число, а то, что список </a:t>
            </a:r>
            <a:r>
              <a:rPr b="1"/>
              <a:t>конечен и записан</a:t>
            </a:r>
            <a:r>
              <a:t>: их можно проверить по одному.</a:t>
            </a:r>
          </a:p>
          <a:p/>
          <a:p>
            <a:r>
              <a:t>Третье бьёт по нам. Внешний тест против кода этого курса нашёл формы, которые барьер пропускает: тот же коммит через полный путь, через префиксную команду. Мы к ним вернёмся на провале.</a:t>
            </a:r>
          </a:p>
          <a:p/>
          <a:p>
            <a:r>
              <a:t>Вывод под таблицей. Механизм сильнее текста — и именно поэтому его надо заставить отказать, прежде чем считать поставленным.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пять, а не только верную. У каждой есть место, где она — правильный ответ.</a:t>
            </a:r>
          </a:p>
          <a:p/>
          <a:p>
            <a:r>
              <a:t>Целевой — хук. Три свойства сразу: срабатывает в момент действия, лежит в репозитории, приезжает с клоном без установки. Ни одно из остальных четырёх не даёт всех трёх.</a:t>
            </a:r>
          </a:p>
          <a:p/>
          <a:p>
            <a:r>
              <a:t>Серверная защита. Признаю честно: как барьер она </a:t>
            </a:r>
            <a:r>
              <a:rPr b="1"/>
              <a:t>сильнее</a:t>
            </a:r>
            <a:r>
              <a:t> нашего — ей всё равно, как записана команда, её не обойти формой строки. Но она узнаёт о нарушении после: коммит уже лежит локально. И её нет в репозитории — её настраивает другой человек в другом месте. Если этот вариант назвали — отдайте автору должное, он назвал более прочную вещь, просто не на этот момент времени.</a:t>
            </a:r>
          </a:p>
          <a:p/>
          <a:p>
            <a:r>
              <a:t>Хук в </a:t>
            </a:r>
            <a:r>
              <a:rPr>
                <a:latin typeface="Consolas"/>
              </a:rPr>
              <a:t>.git/hooks</a:t>
            </a:r>
            <a:r>
              <a:t> — правильный инструмент для человека за терминалом. Но каталог не версионируется: в каждый новый клон его надо копировать руками. И у нас прямо здесь лежит живая иллюстрация — в репозитории этого курса такой хук есть, и он не работает. Вернёмся к нему.</a:t>
            </a:r>
          </a:p>
          <a:p/>
          <a:p>
            <a:r>
              <a:t>Забрать право на </a:t>
            </a:r>
            <a:r>
              <a:rPr>
                <a:latin typeface="Consolas"/>
              </a:rPr>
              <a:t>git</a:t>
            </a:r>
            <a:r>
              <a:t> — сработает, если агент не должен трогать историю вовсе. У нас он коммитит по делу, и запрет убьёт работу, а не нарушение.</a:t>
            </a:r>
          </a:p>
          <a:p/>
          <a:p>
            <a:r>
              <a:t>Проверять руками — работает, пока показов мало. И заметьте: в нашей сцене правила не было совсем, а в курсе оно есть, написано заглавными — и не сработало.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по кускам — вся конструкция сразу. Пять частей, и каждая дальше всплывёт отдельно.</a:t>
            </a:r>
          </a:p>
          <a:p/>
          <a:p>
            <a:r>
              <a:t>Первая: где объявляется. Файл настроек внутри репозитория, под контролем версий, — поэтому он едет с клоном. Запись четырёхуровневая, у каждого уровня своё имя.</a:t>
            </a:r>
          </a:p>
          <a:p/>
          <a:p>
            <a:r>
              <a:t>Вторая: когда запускается. Событий тридцать три, они сгруппированы по шести корзинам. Золотом отмечена одна — вызов инструмента, до исполнения. Остальные тридцать два сегодня не понадобятся, но вы видите, что поле выбора широкое.</a:t>
            </a:r>
          </a:p>
          <a:p/>
          <a:p>
            <a:r>
              <a:t>Третья: что хук получает. Не пустой сигнал, а описание предстоящего вызова: какой инструмент, какие аргументы, в каком каталоге, в каком режиме прав.</a:t>
            </a:r>
          </a:p>
          <a:p/>
          <a:p>
            <a:r>
              <a:t>Четвёртая: чем отвечает. Два канала — код возврата и решение. Решений три: запретить, спросить, разрешить.</a:t>
            </a:r>
          </a:p>
          <a:p/>
          <a:p>
            <a:r>
              <a:t>Пятая: что среда делает дальше. Конвейер из пяти шагов, от собранных аргументов до исполнения или отказа.</a:t>
            </a:r>
          </a:p>
          <a:p/>
          <a:p>
            <a:r>
              <a:t>И строка внизу, к ней вернёмся дважды: запрет сильнее разрешения, а причину отказа читает агент — при остальных решениях её видит только человек.</a:t>
            </a:r>
          </a:p>
          <a:p/>
          <a:p>
            <a:r>
              <a:t>Если что-то на этом экране непонятно — спрашивайте сейчас. Дальше я буду на него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Проектируем. Пять решений, варианты в средней колонке настоящие — каждый где-то применяют.</a:t>
            </a:r>
          </a:p>
          <a:p/>
          <a:p>
            <a:r>
              <a:rPr b="1"/>
              <a:t>Когда вмешиваться.</a:t>
            </a:r>
            <a:r>
              <a:t> Спросите, что даёт «после»: запись факта, уведомление, откат. Чего не даёт — предотвращения.</a:t>
            </a:r>
          </a:p>
          <a:p/>
          <a:p>
            <a:r>
              <a:rPr b="1"/>
              <a:t>На что реагировать.</a:t>
            </a:r>
            <a:r>
              <a:t> Тут важна не правильность, а цена: чем шире матчер, тем чаще хук срабатывает впустую и тем дороже ошибка внутри него. К этой цене вернёмся в третьем кейсе.</a:t>
            </a:r>
          </a:p>
          <a:p/>
          <a:p>
            <a:r>
              <a:rPr b="1"/>
              <a:t>Откуда взять команду.</a:t>
            </a:r>
            <a:r>
              <a:t> Обычно предлагают журнал или спросить агента. Оба работают, но позже или ненадёжно.</a:t>
            </a:r>
          </a:p>
          <a:p/>
          <a:p>
            <a:r>
              <a:rPr b="1"/>
              <a:t>Как узнать ветку.</a:t>
            </a:r>
            <a:r>
              <a:t> Принимайте любой вариант, не поправляйте: разницу покажу на следующем слайде, на выводе команд.</a:t>
            </a:r>
          </a:p>
          <a:p/>
          <a:p>
            <a:r>
              <a:rPr b="1"/>
              <a:t>Если репозитория нет.</a:t>
            </a:r>
            <a:r>
              <a:t> Это вытяните полностью. Разрешить молча — защиты нет, а выглядит она стоящей. Запретить — парализовать работу там, где нарушения нет. К третьему ответу зал обычно приходит сам.</a:t>
            </a:r>
          </a:p>
          <a:p/>
          <a:p>
            <a:r>
              <a:t>Выбор группы зафиксируйте вслух: на следующем слайде сверим его с тем, что стоит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Тот же файл, что вы сейчас спроектировали, — слева номера частей с предыдущей карты.</a:t>
            </a:r>
          </a:p>
          <a:p/>
          <a:p>
            <a:r>
              <a:t>Событие и матчер — две верхние строки. Дальше четыре шага команды, это третья часть: достать команду из описания вызова, проверить, что это коммит, проверить, что репозиторий есть, узнать ветку. Каждая строка делает ровно одно.</a:t>
            </a:r>
          </a:p>
          <a:p/>
          <a:p>
            <a:r>
              <a:t>Два ответа — четвёртая часть. Репозитория нет — спрашиваем человека. Ветка защищённая — запрещаем. Тексты причин сокращены, целиком они будут во втором кейсе.</a:t>
            </a:r>
          </a:p>
          <a:p/>
          <a:p>
            <a:r>
              <a:t>Таймаут снизу: десять секунд вместо шестисот по умолчанию. Зачем урезали в шестьдесят раз — в третьем кейсе.</a:t>
            </a:r>
          </a:p>
          <a:p/>
          <a:p>
            <a:r>
              <a:t>Адрес под кодом: склонируйте и запустите самотест, в свежем клоне барьер работает сам.</a:t>
            </a:r>
          </a:p>
          <a:p/>
          <a:p>
            <a:r>
              <a:t>Сноска важнее, чем выглядит. Привычная команда определения ветки на репозитории без коммитов падает с кодом сто двадцать восемь, менее привычная отдаёт ветку и ноль. Упавшая проверка ничего не блокирует — она просто не срабатывает, и снаружи выглядит как пройденная.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половины, и обе проверяются здесь же.</a:t>
            </a:r>
          </a:p>
          <a:p/>
          <a:p>
            <a:r>
              <a:t>Слева — наш собственный барьер, тот, что мы только что собрали. Самотест говорит: девять из девяти, ни одного провала. И тот же самый скрипт печатает пять форм, на которых барьер молчит. Нестандартное имя главной ветки. Флаг рабочего каталога. Абсолютный путь. Префиксная команда. Коммит на второй строке многострочного вызова.</a:t>
            </a:r>
          </a:p>
          <a:p/>
          <a:p>
            <a:r>
              <a:t>База сравнения — вот она, и без неё «пять форм» ничего не значат. Из шести форм одной и той же команды барьер отклонил одну. Не «почти закрыто»: закрыта одна шестая. И четыре из этих пяти форм нашёл внешний тест, которого мы не заказывали, против этого же кода.</a:t>
            </a:r>
          </a:p>
          <a:p/>
          <a:p>
            <a:r>
              <a:t>Справа — вещь, которую я предлагаю проверить прямо в зале. В репозитории этого курса лежит хук. Восемьсот тридцать байт, исполняемый бит стоит, имя правильное, каталог правильный. Он не запускался ни разу.</a:t>
            </a:r>
          </a:p>
          <a:p/>
          <a:p>
            <a:r>
              <a:t>Три причины, независимые друг от друга, каждая — одна команда. Первая: файл настроек содержит пустые фигурные скобки, среде не зарегистрировано ничего. Вторая: как </a:t>
            </a:r>
            <a:r>
              <a:rPr>
                <a:latin typeface="Consolas"/>
              </a:rPr>
              <a:t>git</a:t>
            </a:r>
            <a:r>
              <a:t>-хук он тоже не установлен — в служебном каталоге только шаблоны. Третья, самая неприятная: даже если бы запустился, библиотеки, которую он вызывает, в окружении нет — а скрипт глушит ошибку и завершается с нулём. То есть отчитывается об успехе.</a:t>
            </a:r>
          </a:p>
          <a:p/>
          <a:p>
            <a:r>
              <a:t>Отсюда плашка. Исполняемый файл с правильным именем в правильной папке — не барьер. И заметьте связь с левой половиной: наш барьер хотя бы печатает свои дыры. Этот молчит обо всём.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условия, и за каждым стоит другой инструмент, а не просьба быть аккуратнее.</a:t>
            </a:r>
          </a:p>
          <a:p/>
          <a:p>
            <a:r>
              <a:t>Первое: правило должно выражаться формой команды. «Не коммитить в главную» выражается. «Не делай рискованных правок перед показом» — это суждение, механизировать его нечем.</a:t>
            </a:r>
          </a:p>
          <a:p/>
          <a:p>
            <a:r>
              <a:t>Второе, его часто пропускают: хук видит только агента. Вы сами, руками, в терминале закоммитите в главную — хук этого события не увидит.</a:t>
            </a:r>
          </a:p>
          <a:p/>
          <a:p>
            <a:r>
              <a:t>Третье — следствие провала. Форм команды бесконечно много, потому что оболочка раскрывает слова уже после ответа хука. Значит, гнаться за формами бессмысленно: потолок ставят запретом на стороне платформы, а хук сужают до перечислимого.</a:t>
            </a:r>
          </a:p>
          <a:p/>
          <a:p>
            <a:r>
              <a:t>Отсюда решение: барьер ставим, дыры записываем, регулярным выражением их не закрываем.</a:t>
            </a:r>
          </a:p>
          <a:p/>
          <a:p>
            <a:r>
              <a:t>Барьер стоит и умеет запрещать. А чем он говорит «нет» — и в какой момент?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кейс начинается с состояния, в котором виноватых нет. Хук на месте, написан правильно, однажды проверен и работал. Файл его никто не редактировал. Он перестал срабатывать.</a:t>
            </a:r>
          </a:p>
          <a:p/>
          <a:p>
            <a:r>
              <a:t>Ни одного сообщения об ошибке при этом не появилось.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Только то, что видно снаружи, — ни одного объяснения.</a:t>
            </a:r>
          </a:p>
          <a:p/>
          <a:p>
            <a:r>
              <a:t>Хук проверял правки файлов и срабатывал. Потом правки пошли, а он замолчал. В самом хуке ничего не меняли, файл никто не открывал. В журнале чисто.</a:t>
            </a:r>
          </a:p>
          <a:p/>
          <a:p>
            <a:r>
              <a:t>Ответа на этом экране нет, и до следующего слайда я его не покажу.</a:t>
            </a:r>
          </a:p>
          <a:p/>
          <a:p>
            <a:r>
              <a:t>Что заподозрите первым? Обычно называют сломанный синтаксис настроек, опечатку в матчере, обновление версии, отключённые хуки. Две-три версии, любую принимаю.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Меняли не хук, а права: включили режим без диалогов подтверждения.</a:t>
            </a:r>
          </a:p>
          <a:p/>
          <a:p>
            <a:r>
              <a:t>И вот неочевидное. Режим </a:t>
            </a:r>
            <a:r>
              <a:rPr b="1"/>
              <a:t>не заглушает</a:t>
            </a:r>
            <a:r>
              <a:t> хуки — документация говорит обратное: хук с запретом блокирует вызов даже в нём. Произошло другое: на части моделей режим добавляет агенту указание предпочитать команды оболочки. Агент перестал звать правку файла и стал делать то же через </a:t>
            </a:r>
            <a:r>
              <a:rPr>
                <a:latin typeface="Consolas"/>
              </a:rPr>
              <a:t>sed</a:t>
            </a:r>
            <a:r>
              <a:t>.</a:t>
            </a:r>
          </a:p>
          <a:p/>
          <a:p>
            <a:r>
              <a:t>Матчер стоял на именах инструментов. Правка файла в списке была, команда оболочки — нет.</a:t>
            </a:r>
          </a:p>
          <a:p/>
          <a:p>
            <a:r>
              <a:t>Последняя строка: у одной модели указание активно, у двух других нет. Проверить один раз недостаточно.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говорю мало.</a:t>
            </a:r>
          </a:p>
          <a:p/>
          <a:p>
            <a:r>
              <a:t>Слева два канала и три решения. Прочитайте.</a:t>
            </a:r>
          </a:p>
          <a:p/>
          <a:p>
            <a:r>
              <a:t>Справа — место, где подводит опыт. Код один, к которому мы привыкли как к «упало», действие пропускает. Блокирует только код два, и он перебивает разрешение, выданное этим же хуком.</a:t>
            </a:r>
          </a:p>
          <a:p/>
          <a:p>
            <a:r>
              <a:t>Забирайте одну строку: упавший скрипт — это не «заблокировано».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оси: момент и жёсткость. Пять клеток из шести возможных — шестая вырождена.</a:t>
            </a:r>
          </a:p>
          <a:p/>
          <a:p>
            <a:r>
              <a:t>Пауза, три-четыре голоса, фиксирую без оценки. Спрашиваю «что это даст», а не «правильно ли».</a:t>
            </a:r>
          </a:p>
          <a:p/>
          <a:p>
            <a:r>
              <a:t>Если зал сразу сходится на одной клетке — спросить, чем плоха соседняя.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только что выбирали клетку. Прежде чем разбирать выбор, проверим условие, которое стоит раньше него: запустится ли хук вообще. Любая клетка ничего не стоит, если до неё не дошло.</a:t>
            </a:r>
          </a:p>
          <a:p/>
          <a:p>
            <a:r>
              <a:t>Режимов восемь, они делятся на две группы. Здесь первая — когда хук не запустился вовсе. Вторая, когда он запустился и не подействовал, будет на провале, и она окажется страшнее.</a:t>
            </a:r>
          </a:p>
          <a:p/>
          <a:p>
            <a:r>
              <a:t>Первая строка — самая частая. Опечатка или не тот регистр в имени инструмента. Хук при этом </a:t>
            </a:r>
            <a:r>
              <a:rPr b="1"/>
              <a:t>виден в списке</a:t>
            </a:r>
            <a:r>
              <a:t>, выглядит установленным, и не запускается никогда. Регистр здесь значим, это подтверждено документацией в двух независимых местах.</a:t>
            </a:r>
          </a:p>
          <a:p/>
          <a:p>
            <a:r>
              <a:t>Вторая: скрипта нет на месте или снят исполняемый бит. Действие проходит дальше.</a:t>
            </a:r>
          </a:p>
          <a:p/>
          <a:p>
            <a:r>
              <a:t>Третью и четвёртую я поставил ради контраста — посмотрите на последнюю колонку. Сломанный формат файла и матчер, заданный списком, </a:t>
            </a:r>
            <a:r>
              <a:rPr b="1"/>
              <a:t>не тихи</a:t>
            </a:r>
            <a:r>
              <a:t>: в интерактивной сессии диалог вылезает сразу при старте.</a:t>
            </a:r>
          </a:p>
          <a:p/>
          <a:p>
            <a:r>
              <a:t>Отсюда вывод, и он против интуиции. Опасна не поломка — поломка о себе сообщает. Опасна одна неверная запись внутри файла, который в остальном прекрасно работает: про неё не скажет никто.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Целевая — до вызова и запретить: единственная клетка, где действие не происходит вовсе. Остальные четыре не про это.</a:t>
            </a:r>
          </a:p>
          <a:p/>
          <a:p>
            <a:r>
              <a:t>После вызова и запретить. Клетка рабочая — просто не для запрета. Она для того, чтобы поймать факт и отреагировать: уведомить, откатить, записать в журнал. Но коммит к этому моменту уже в истории. Формулировка, которую стоит забрать с собой: запрет после действия — это не запрет, это протокол.</a:t>
            </a:r>
          </a:p>
          <a:p/>
          <a:p>
            <a:r>
              <a:t>До вызова и разрешить с предупреждением. Имеет смысл как мягкий режим, пока обкатываете новое правило и не уверены в ложных срабатываниях. Но предупреждение — снова текст. А что бывает с текстом, мы час назад видели на файле, где правило написано заглавными.</a:t>
            </a:r>
          </a:p>
          <a:p/>
          <a:p>
            <a:r>
              <a:t>До вызова и спросить. Вот это не соломенный вариант, и я хочу, чтобы его заметили. Именно так наш собственный хук отвечает в соседней клетке: когда репозитория ещё нет, он не разрешает тихо, а спрашивает — потому что тихое разрешение изобразило бы защиту, которой нет. Но для основного случая эта клетка означает вопрос человеку на каждый коммит, а это дорого.</a:t>
            </a:r>
          </a:p>
          <a:p/>
          <a:p>
            <a:r>
              <a:t>После вызова и спросить — нигде. Спрашивать разрешения на случившееся бессмысленно.</a:t>
            </a:r>
          </a:p>
          <a:p/>
          <a:p>
            <a:r>
              <a:t>И теперь строка внизу, ради которой кейс и построен так. Хук из нашей сцены стоял в </a:t>
            </a:r>
            <a:r>
              <a:rPr b="1"/>
              <a:t>правильной</a:t>
            </a:r>
            <a:r>
              <a:t> клетке. И всё равно не сработал — потому что матчер был выбран отдельно, и выбран неверно. Клетка и матчер — два независимых решения, ошибиться можно в любом, а выглядит это одинаково: тишина.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файл, два решения. Не два хука — один, потому что ситуации разные.</a:t>
            </a:r>
          </a:p>
          <a:p/>
          <a:p>
            <a:r>
              <a:t>Первая ветка: репозитория нет вовсе. Решение — спросить: тихо разрешить здесь значило бы изобразить защиту, которой нет. Вторая: мы на защищённой ветке, решение — запретить, с текстом причины.</a:t>
            </a:r>
          </a:p>
          <a:p/>
          <a:p>
            <a:r>
              <a:t>Таблица полей. Важна четвёртая строка: если поля нет совсем — это не «разрешено», а «решения нет, идите обычным порядком». И «спросить» работает даже в режиме без диалогов подтверждения — том самом, что был в нашей сцене.</a:t>
            </a:r>
          </a:p>
          <a:p/>
          <a:p>
            <a:r>
              <a:t>Приоритет, если хуков несколько: запрет сильнее всего. Личный и проектный сработают оба, и запрет одного перебьёт разрешение другого.</a:t>
            </a:r>
          </a:p>
          <a:p/>
          <a:p>
            <a:r>
              <a:t>Теперь собираем последнюю строку сами. При запрете причину читает агент — это единственный канал, которым вы ему что-то объясняете. Что в него написать?</a:t>
            </a:r>
          </a:p>
          <a:p/>
          <a:p>
            <a:r>
              <a:t>Вытяните из зала два-три варианта и выберите вслух. Плохо: одно слово «BLOCKED» — агент знает, что его остановили, и не знает, что делать. Хорошо: что нарушено и что сделать вместо. Впишите выбранное в пустое место и оставьте на экране.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Клетку вы выбрали правильно. Я это подтверждаю — и провал всё равно про неё.</a:t>
            </a:r>
          </a:p>
          <a:p/>
          <a:p>
            <a:r>
              <a:t>Три строки, в правой колонке одно и то же слово. Хук не уложился в срок — вызов ушёл дальше. Нет вспомогательной утилиты, скрипт умер на первой строке и отдал код один, а код один, как мы разбирали, ничего не блокирует. Поле решения поставлено уровнем выше — разбор прошёл, поле выброшено, в записи сессии ни строчки.</a:t>
            </a:r>
          </a:p>
          <a:p/>
          <a:p>
            <a:r>
              <a:t>Теперь ради чего они собраны вместе. Вы выбрали запрет. Файл с запретом лежит на месте, вы его видите. Но вызов прошёл, и запись сессии выглядит так же, как если бы всё работало.</a:t>
            </a:r>
          </a:p>
          <a:p/>
          <a:p>
            <a:r>
              <a:t>Вывод: выбор клетки — ещё не барьер. Барьер — это клетка плюс доказательство, что она отказала громко хотя бы раз.</a:t>
            </a:r>
          </a:p>
          <a:p/>
          <a:p>
            <a:r>
              <a:t>Последняя строка про другой адрес, отмечаю отдельно: тот же хук в шапке субагента молчит, в файле настроек работает. Клетка тут ни при чём.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про то, что барьер может стоить дорого, оставаясь полностью исправным.</a:t>
            </a:r>
          </a:p>
          <a:p/>
          <a:p>
            <a:r>
              <a:t>Ни одного сообщения об ошибке в этом кейсе не будет. Всё, что мы увидим, — это время.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Только то, что было видно. Одна задача, двадцать правок — обычное дело. Должна была занять минуты, заняла десятки минут, в худшем случае час. Хуки отработали штатно все двадцать раз и не выдали ни одной ошибки.</a:t>
            </a:r>
          </a:p>
          <a:p/>
          <a:p>
            <a:r>
              <a:t>У меня это опыт, а не замер: секундомера я не держал. Измеренное будет через два слайда.</a:t>
            </a:r>
          </a:p>
          <a:p/>
          <a:p>
            <a:r>
              <a:t>На что подумаете? Обычно называют медленную модель, сеть, большой контекст, тяжёлый проект. Две-три версии.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Сначала соберите версии зала, потом показывайте.</a:t>
            </a:r>
          </a:p>
          <a:p/>
          <a:p>
            <a:r>
              <a:t>Матчер стоял на любом изменении файла. Значит, хук срабатывал не один раз за задачу, а двадцать. А внутри него — полный цикл проверок, и каждый прогон умножался на число правок.</a:t>
            </a:r>
          </a:p>
          <a:p/>
          <a:p>
            <a:r>
              <a:t>Подчеркните последнюю строку, это главное в кейсе: хук не был медленным, хук был нормальным. Дорогим его сделал множитель.</a:t>
            </a:r>
          </a:p>
          <a:p/>
          <a:p>
            <a:r>
              <a:t>Если кто-то из зала назвал «тяжёлый проект» — верните ему: проект тот же, что и вчера, изменилось число срабатываний.</a:t>
            </a:r>
          </a:p>
          <a:p/>
          <a:p>
            <a:r>
              <a:t>Считать будем через слайд, там появятся измеренные цифры.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здесь тоже ведёт слайд.</a:t>
            </a:r>
          </a:p>
          <a:p/>
          <a:p>
            <a:r>
              <a:t>Слева две настройки. Запомните формулировку про матчер: он решает, сколько раз хук сработает за задачу. Не его скорость.</a:t>
            </a:r>
          </a:p>
          <a:p/>
          <a:p>
            <a:r>
              <a:t>Справа то, что обычно понимают наоборот. Таймаут — это не предохранитель. Это срок, по истечении которого среда пропускает вызов, так и не дождавшись проверки.</a:t>
            </a:r>
          </a:p>
          <a:p/>
          <a:p>
            <a:r>
              <a:t>Через три слайда мы это посчитаем.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в этом вопросе — строка про порядок. Если её не проговорить, зал назовёт одну карточку, и разбор потеряет смысл.</a:t>
            </a:r>
          </a:p>
          <a:p/>
          <a:p>
            <a:r>
              <a:t>Пауза, три-четыре голоса. Прошу назвать первое и второе действие, а не одно.</a:t>
            </a:r>
          </a:p>
          <a:p/>
          <a:p>
            <a:r>
              <a:t>Если кто-то выберет таймаут — не поправлять, это самый поучительный ответ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таблицы, и я прошу следить, где замер, а где счёт. Это не формальность: в прошлой редакции цифру вывели арифметически и подали как измеренную, её пришлось снять.</a:t>
            </a:r>
          </a:p>
          <a:p/>
          <a:p>
            <a:r>
              <a:t>Сверху цена одного срабатывания на настоящем проекте. Наш барьер ветки — двадцать семь миллисекунд. Сборка — тысяча сто тридцать семь, больше секунды. Но главная колонка последняя: наш срабатывает один раз за задачу, сборка — на каждую правку.</a:t>
            </a:r>
          </a:p>
          <a:p/>
          <a:p>
            <a:r>
              <a:t>Снизу рост. Первая строка измерена от начала до конца, она выделена: двадцать правок — двадцать шесть секунд, сорок — пятьдесят одна. Три остальные подписаны как арифметика: настоящий прогон тестов даёт двадцать и сорок минут, а два хука вместо одного — восемьдесят.</a:t>
            </a:r>
          </a:p>
          <a:p/>
          <a:p>
            <a:r>
              <a:t>Вот откуда час из сцены. Не из медленного хука: из двадцати семи миллисекунд, умноженных не на то число.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Целевых ответов здесь два, и порядок между ними — часть ответа.</a:t>
            </a:r>
          </a:p>
          <a:p/>
          <a:p>
            <a:r>
              <a:rPr b="1"/>
              <a:t>Первый — сузить матчер.</a:t>
            </a:r>
            <a:r>
              <a:t> Смотрите, почему именно он первый. Убрать из-под хука девятнадцать правок из двадцати — это делается одной строкой в настройках. Ускорить прогон в двадцать раз — это в общем случае невозможно. Наш барьер ветки стоит двадцать семь миллисекунд за всю задачу не потому, что он быстрый, а потому, что срабатывает один раз.</a:t>
            </a:r>
          </a:p>
          <a:p/>
          <a:p>
            <a:r>
              <a:rPr b="1"/>
              <a:t>Второй — вынести дорогое на пул-реквест.</a:t>
            </a:r>
            <a:r>
              <a:t> Сборка и тесты нужны, никто не предлагает от них отказаться. Они нужны </a:t>
            </a:r>
            <a:r>
              <a:rPr b="1"/>
              <a:t>один раз за задачу</a:t>
            </a:r>
            <a:r>
              <a:t>, а не на каждое изменение. Отсюда правило, которое стоит забрать: на каждое изменение вешают то, что стоит миллисекунды и не может подождать до конца задачи.</a:t>
            </a:r>
          </a:p>
          <a:p/>
          <a:p>
            <a:r>
              <a:t>Теперь три отвергнутых.</a:t>
            </a:r>
          </a:p>
          <a:p/>
          <a:p>
            <a:r>
              <a:t>Терпеть. Работает, если цена нарушения заведомо выше задержки. Но слово «заведомо» требует цифры, а цифру никто не смотрел — и это не придирка: потеря здесь невидима. Хук становится тормозом задолго до того, как это заметят, потому что сообщения об ошибке нет.</a:t>
            </a:r>
          </a:p>
          <a:p/>
          <a:p>
            <a:r>
              <a:t>Выкинуть хуки. Не раньше измерения и не вместо сужения. Выбросив всё, вы выбросите и те двадцать семь миллисекунд, которые работали и стоили ровно ничего.</a:t>
            </a:r>
          </a:p>
          <a:p/>
          <a:p>
            <a:r>
              <a:t>Увеличить таймаут. Вот самый поучительный ответ. Таймаут не ускоряет ничего — он определяет, сколько ждать перед тем, как </a:t>
            </a:r>
            <a:r>
              <a:rPr b="1"/>
              <a:t>тихо пропустить</a:t>
            </a:r>
            <a:r>
              <a:t>. Увеличив его, вы получаете и большую задержку, и сохранённый тихий отказ. Оба минуса, ни одного плюса.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Единственный артефакт занятия, который не файл, а процедура. Применить можно к своему проекту сегодня.</a:t>
            </a:r>
          </a:p>
          <a:p/>
          <a:p>
            <a:r>
              <a:t>Первое средство самое очевидное, и его же чаще всего забывают: попросите агента прочитать отладочный журнал и сказать, какие хуки срабатывали и сколько заняли. Он работает с теми же файлами, ему это ничего не стоит.</a:t>
            </a:r>
          </a:p>
          <a:p/>
          <a:p>
            <a:r>
              <a:t>Дальше — список хуков: посмотрите, что у вас вообще стоит и с какими матчерами. В моём случае выяснилось, что часть хуков я не заводил, они приехали с настройками.</a:t>
            </a:r>
          </a:p>
          <a:p/>
          <a:p>
            <a:r>
              <a:t>Строка про </a:t>
            </a:r>
            <a:r>
              <a:rPr>
                <a:latin typeface="Consolas"/>
              </a:rPr>
              <a:t>time</a:t>
            </a:r>
            <a:r>
              <a:t> — главная по смыслу. Прогон команды хука, </a:t>
            </a:r>
            <a:r>
              <a:rPr b="1"/>
              <a:t>умноженный на число правок за типичную задачу</a:t>
            </a:r>
            <a:r>
              <a:t>. Цифра за один вызов не отвечает ни на один вопрос: двадцать семь миллисекунд и тысяча сто обе выглядят приемлемо, а различаются множителем.</a:t>
            </a:r>
          </a:p>
          <a:p/>
          <a:p>
            <a:r>
              <a:t>И порог. Абсолютного порога нет. Одна и та же цена — пятьдесят две секунды суммарно — это девять процентов десятиминутной задачи, треть трёхминутной и почти вся минутная. Вопрос не «сколько миллисекунд», а «какая доля задачи».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Процедура с предыдущего слайда верна. И всё равно даст не тот ответ — вот почему.</a:t>
            </a:r>
          </a:p>
          <a:p/>
          <a:p>
            <a:r>
              <a:t>Списки хуков не перекрываются, а объединяются: это прямо в документации. Значит, ваш личный хук из домашних настроек и проектный хук на то же событие сработают оба.</a:t>
            </a:r>
          </a:p>
          <a:p/>
          <a:p>
            <a:r>
              <a:t>Следствие первое: вы измерили свой, а сессия платит за сумму.</a:t>
            </a:r>
          </a:p>
          <a:p/>
          <a:p>
            <a:r>
              <a:t>Следствие второе, про командную работу. Владелец репозитория видит только проектные хуки. То, что участник завёл себе сам, он не видит вовсе — и не может ни измерить, ни учесть. Человек жалуется, что «у него всё медленно», и оба правы.</a:t>
            </a:r>
          </a:p>
          <a:p/>
          <a:p>
            <a:r>
              <a:t>И то, чего я не нашла: сколько хуков в среднем стоит в реальном проекте и какова суммарная латентность по флоту — не измерено никем. Подставлять сюда похожие цифры из смежных работ я не буду.</a:t>
            </a:r>
          </a:p>
          <a:p/>
          <a:p>
            <a:r>
              <a:t>Поэтому кейс даёт арифметику и метод, а не эталонное число. Считать придётся на своём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то, что стоит унести с занятия, и сформулировано оно не про git.</a:t>
            </a:r>
          </a:p>
          <a:p/>
          <a:p>
            <a:r>
              <a:t>Разница между колонками — </a:t>
            </a:r>
            <a:r>
              <a:rPr b="1"/>
              <a:t>частота</a:t>
            </a:r>
            <a:r>
              <a:t>, а не важность. Слева то, что срабатывает на каждом шаге; справа то, чему достаточно сработать один раз, когда работа закончена.</a:t>
            </a:r>
          </a:p>
          <a:p/>
          <a:p>
            <a:r>
              <a:t>Два вопроса, по которым сортируется любая проверка. Первый: если отложить её до конца — станет хуже? Запрет на опасное действие отложить нельзя, он тогда бесполезен. Сборку и тесты можно: их ответ нужен в конце.</a:t>
            </a:r>
          </a:p>
          <a:p/>
          <a:p>
            <a:r>
              <a:t>Второй: сколько она стоит? Миллисекунды человек не замечает. Секунда на шаге кажется мелочью, но на двадцати шагах это полминуты.</a:t>
            </a:r>
          </a:p>
          <a:p/>
          <a:p>
            <a:r>
              <a:t>Внизу одна пара чисел, чтобы правило не было абстрактным: наш барьер — двадцать семь миллисекунд один раз за работу; сборка — секунда с небольшим, но на каждой правке.</a:t>
            </a:r>
          </a:p>
          <a:p/>
          <a:p>
            <a:r>
              <a:rPr b="1"/>
              <a:t>Сказать вслух:</a:t>
            </a:r>
            <a:r>
              <a:t> двадцать три секунды — арифметика, и это только сборка.</a:t>
            </a:r>
          </a:p>
          <a:p/>
          <a:p>
            <a:r>
              <a:rPr b="1"/>
              <a:t>Переход:</a:t>
            </a:r>
            <a:r>
              <a:t> барьер укреплял то, что уже лежит в файлах. Дальше — про то, чего в файле лежать не должно.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Развилка, которую почти никогда не проходят целиком: вынос делают, а вопрос «что от этого изменилось» не задают.</a:t>
            </a:r>
          </a:p>
          <a:p/>
          <a:p>
            <a:r>
              <a:t>Дальше — файл, на котором это видно. Файл наш собственный, и проверить его можно из зала.</a:t>
            </a:r>
          </a:p>
          <a:p/>
          <a:p>
            <a:r>
              <a:t>Тег наверху — счёт кейса: три повода завести, два измерения, один файл. Если спросят, какой инструмент, — ответ через два слайда, сначала развилка.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Начните с того, что это за файл.</a:t>
            </a:r>
            <a:r>
              <a:t> Постоянная инструкция агенту: как вести работу, что считать готовым, чего не делать. Читается целиком при старте каждой сессии — не по разделам и не по нужде.</a:t>
            </a:r>
          </a:p>
          <a:p/>
          <a:p>
            <a:r>
              <a:rPr b="1"/>
              <a:t>Правило, о котором речь,</a:t>
            </a:r>
            <a:r>
              <a:t> задаёт, какой длины обязана быть глава методички. Не короче тридцати тысяч слов. Вещь, которую агент обязан соблюдать, когда пишет.</a:t>
            </a:r>
          </a:p>
          <a:p/>
          <a:p>
            <a:r>
              <a:rPr b="1"/>
              <a:t>Оно объявлено двумя разными разделами одного файла, и они расходятся.</a:t>
            </a:r>
            <a:r>
              <a:t> Один — только про разбиение длинной главы на части. Второй добавляет, что засчитывается в объём, а что нет, и отменяет ориентир первого. Обе версии лежат в контексте одновременно; команда на экране это показывает.</a:t>
            </a:r>
          </a:p>
          <a:p/>
          <a:p>
            <a:r>
              <a:rPr b="1"/>
              <a:t>Вторая строка — отдельный сорт.</a:t>
            </a:r>
            <a:r>
              <a:t> Правило, которое само про себя пишет, что перекрывает соседнее. Оговорку дописали руками, уже после того как конфликт сработал на живой лекции.</a:t>
            </a:r>
          </a:p>
          <a:p/>
          <a:p>
            <a:r>
              <a:rPr b="1"/>
              <a:t>Третью строку не делайте главной.</a:t>
            </a:r>
            <a:r>
              <a:t> 690 при пределе 600 — это то, что бросается в глаза первым, и это не находка. Длина здесь ни при чём, и через два слайда мы это проверим.</a:t>
            </a:r>
          </a:p>
          <a:p/>
          <a:p>
            <a:r>
              <a:rPr b="1"/>
              <a:t>Если спросят, почему не починили раньше:</a:t>
            </a:r>
            <a:r>
              <a:t> никто не приходил. Заметно ничего не 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уровня, и цена различается качественно, а не в разы: имя и описание — около ста токенов, тело — до пяти тысяч и только при срабатывании, вложения — ноль, пока не открыты.</a:t>
            </a:r>
          </a:p>
          <a:p/>
          <a:p>
            <a:r>
              <a:rPr b="1"/>
              <a:t>Правая дорожка ломает интуицию «поставлю на всякий случай»:</a:t>
            </a:r>
            <a:r>
              <a:t> за неиспользованный скилл платят ровно столько же, сколько за рабочий.</a:t>
            </a:r>
          </a:p>
          <a:p/>
          <a:p>
            <a:r>
              <a:t>Дальше эти три слова звучат без объяснения. Здесь ничего не решается.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действий.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Почти всегда первым называют «свести копии». Это верно и это половина ответа — слушаю, назовёт ли кто-нибудь вторую. И отдельно жду голосов за «сократить»: карточка соблазнительная, и разбор адресован 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Правая колонка — главное в слайде: у каждого замера написано, какое действие он поддерживает. Цифра, которая никуда не ведёт, сюда не попала.</a:t>
            </a:r>
          </a:p>
          <a:p/>
          <a:p>
            <a:r>
              <a:rPr b="1"/>
              <a:t>Вторая строка — ради неё слайд стоит перед разбором.</a:t>
            </a:r>
            <a:r>
              <a:t> Контролируемый эксперимент на четырёх характеристиках файла: размер, положение правила, устройство, наличие конфликта. Ни одна на соблюдение не влияет. То есть «сделаю короче, и станет соблюдаться» опровергнуто напрямую, а не на рассуждении.</a:t>
            </a:r>
          </a:p>
          <a:p/>
          <a:p>
            <a:r>
              <a:rPr b="1"/>
              <a:t>Первая — цена спора.</a:t>
            </a:r>
            <a:r>
              <a:t> Два правила сталкиваются, соблюдаются оба сразу в 35,4% испытаний. Это наша сцена, посчитанная.</a:t>
            </a:r>
          </a:p>
          <a:p/>
          <a:p>
            <a:r>
              <a:rPr b="1"/>
              <a:t>Третья — почему «по нужде» лучше, чем «всегда».</a:t>
            </a:r>
            <a:r>
              <a:t> Считали буквально: агент пишет функцию за функцией, и с каждой следующей шансы соблюсти правило падают примерно на 5,6% против предыдущей. То, что лежало в контексте с самого начала, к концу сессии работает хуже всего. Авторы отмечают, что нашли эффект при анализе, а не заявили заранее.</a:t>
            </a:r>
          </a:p>
          <a:p/>
          <a:p>
            <a:r>
              <a:rPr b="1"/>
              <a:t>Если прозвучит 64,6%</a:t>
            </a:r>
            <a:r>
              <a:t> — оговорка внизу: это та же выборка, зеркальная величина, и столкновения в ней сконструированы. Как «частота нарушений вообще» не годится, и авторы говорят это сами.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Начинаю со второй строки, потому что за неё голосует большинство и она почти права.</a:t>
            </a:r>
          </a:p>
          <a:p/>
          <a:p>
            <a:r>
              <a:t>«Свести копии» — верный первый шаг, целиком. Спор сегодня он убирает. Чего он не делает: не отвечает, где этой процедуре жить дальше. Через три месяца рядом напишут третью версию — я именно так и получил вторую.</a:t>
            </a:r>
          </a:p>
          <a:p/>
          <a:p>
            <a:r>
              <a:t>Первая строка — целевая, и это порядок: сначала одна правда, потом её место.</a:t>
            </a:r>
          </a:p>
          <a:p/>
          <a:p>
            <a:r>
              <a:t>Третья строка — не выдуманный неверный вариант, а то, что я сделал на самом деле. Строка 216 этого файла: оговорка, какое правило главнее. Работает ровно один раз. На следующей паре правил придётся дописывать снова, и оговорок станет столько же, сколько конфликтов.</a:t>
            </a:r>
          </a:p>
          <a:p/>
          <a:p>
            <a:r>
              <a:t>Четвёртая — самая соблазнительная, и ради неё разбор существует. Шестьсот строк — мерка читаемости: сколько текста человек готов держать в одном документе. Наш вопрос другой. Доведите до крайности: пусть файл был бы двести строк, а спор тот же — убыток тот же, а мерка говорит «норма». И это не рассуждение: 1650 сессий, устройство и размер файла на соблюдение не влияют.</a:t>
            </a:r>
          </a:p>
          <a:p/>
          <a:p>
            <a:r>
              <a:t>Пятая: «не ломается» проверяемо ложно. Когда два правила сталкиваются, соблюдаются оба сразу в 35,4% случаев.</a:t>
            </a:r>
          </a:p>
          <a:p/>
          <a:p>
            <a:r>
              <a:t>Рамка внизу — три повода вынести, и на этом файле сходятся все три. Длинное и редкое. Противоречивое. И исполняемое, а не читаемое.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карта на весь раздел. Дальше я буду называть эти слова, не объясняя их заново.</a:t>
            </a:r>
          </a:p>
          <a:p/>
          <a:p>
            <a:r>
              <a:rPr b="1"/>
              <a:t>Часть первая, слева сверху.</a:t>
            </a:r>
            <a:r>
              <a:t> Скилл — каталог, и имя каталога есть имя скилла. Внутри обязателен ровно один файл. </a:t>
            </a:r>
            <a:r>
              <a:rPr b="1"/>
              <a:t>Фронтматтер</a:t>
            </a:r>
            <a:r>
              <a:t> — то, что между двумя тройками дефисов сверху: имя и описание. </a:t>
            </a:r>
            <a:r>
              <a:rPr b="1"/>
              <a:t>Тело</a:t>
            </a:r>
            <a:r>
              <a:t> — всё, что ниже, обычный текст по шагам. </a:t>
            </a:r>
            <a:r>
              <a:rPr b="1"/>
              <a:t>Вложение</a:t>
            </a:r>
            <a:r>
              <a:t> — файл рядом; обычный читается, когда тело на него сослалось, а скрипт запускается, и в контекст идёт только его вывод.</a:t>
            </a:r>
          </a:p>
          <a:p/>
          <a:p>
            <a:r>
              <a:rPr b="1"/>
              <a:t>Часть вторая, справа — самая крупная, и не случайно.</a:t>
            </a:r>
            <a:r>
              <a:t> Три уровня, и разница между ними качественная. Имя и описание — всегда, с первого хода. Тело — только когда скилл выбран. Вложения — только если тело попросило. Золотом выделена верхняя строка: за неё платят в каждой сессии независимо от того, понадобился скилл или нет.</a:t>
            </a:r>
          </a:p>
          <a:p/>
          <a:p>
            <a:r>
              <a:rPr b="1"/>
              <a:t>Часть третья.</a:t>
            </a:r>
            <a:r>
              <a:t> Вызвать можно двумя способами: модель выбирает сама по описанию, или человек зовёт по имени через слэш. Второй работает даже с негодным описанием — отсюда потом целый класс поломок, которых автор не замечает, потому что у себя он всегда зовёт вручную.</a:t>
            </a:r>
          </a:p>
          <a:p/>
          <a:p>
            <a:r>
              <a:rPr b="1"/>
              <a:t>Часть четвёртая — перечень.</a:t>
            </a:r>
            <a:r>
              <a:t> По строке на скилл, и это всё, из чего делается выбор.</a:t>
            </a:r>
          </a:p>
          <a:p/>
          <a:p>
            <a:r>
              <a:rPr b="1"/>
              <a:t>Часть пятая</a:t>
            </a:r>
            <a:r>
              <a:t> — тот же путь одной линией: запрос, перечень, выбор, тело, вложения.</a:t>
            </a:r>
          </a:p>
          <a:p/>
          <a:p>
            <a:r>
              <a:rPr b="1"/>
              <a:t>Золотая плашка — два правила, к которым я вернусь не по разу.</a:t>
            </a:r>
            <a:r>
              <a:t> До выбора видно только имя и описание. И описание пишут третьим лицом — не стилистика: оно ложится в системный промпт рядом с чужими описаниями, и разнобой в лице сбивает выбор.</a:t>
            </a:r>
          </a:p>
          <a:p/>
          <a:p>
            <a:r>
              <a:t>Если что-то непонятно — спрашивайте сейчас; дальше я буду на этот экран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вопроса к любому артефакту, и здесь на все четыре есть ответ на экране.</a:t>
            </a:r>
          </a:p>
          <a:p/>
          <a:p>
            <a:r>
              <a:t>Где лежит: каталог </a:t>
            </a:r>
            <a:r>
              <a:rPr>
                <a:latin typeface="Consolas"/>
              </a:rPr>
              <a:t>.claude/skills</a:t>
            </a:r>
            <a:r>
              <a:t>, внутри — папка по имени скилла, внутри — файл </a:t>
            </a:r>
            <a:r>
              <a:rPr>
                <a:latin typeface="Consolas"/>
              </a:rPr>
              <a:t>SKILL.md</a:t>
            </a:r>
            <a:r>
              <a:t>. Что пишется: две строки фронтматтера, имя и описание. Какая структура: три дефиса, имя, описание, три дефиса, дальше обычный текст — сто шестьдесят пять строк, которые я не трогаю. Как срабатывает: описание попадает в перечень, агент сам открывает файл, когда просят проверить деку.</a:t>
            </a:r>
          </a:p>
          <a:p/>
          <a:p>
            <a:r>
              <a:t>Всё это сделано правильно, и сделано в мае.</a:t>
            </a:r>
          </a:p>
          <a:p/>
          <a:p>
            <a:r>
              <a:t>А теперь вторая карточка. Двадцать восемь строк той же процедуры остались в файле инструкций, строки 252-279. Первый пункт этой копии — «вызови скилл </a:t>
            </a:r>
            <a:r>
              <a:rPr>
                <a:latin typeface="Consolas"/>
              </a:rPr>
              <a:t>pre-user-gate</a:t>
            </a:r>
            <a:r>
              <a:t>». То есть копия существует затем, чтобы отправить читателя в файл, который и так лежит рядом.</a:t>
            </a:r>
          </a:p>
          <a:p/>
          <a:p>
            <a:r>
              <a:t>Считаем: двадцать восемь строк читаются при старте каждой сессии с семнадцатого мая. Четыре с половиной месяца. Убыток не в том, что файл длинный, — в том, что за одну процедуру платят дважды.</a:t>
            </a:r>
          </a:p>
          <a:p/>
          <a:p>
            <a:r>
              <a:t>Если спросят, почему так вышло: вынести приятно, вырезать страшно. Второй шаг делают гораздо реже первого, и никто не приходит сказать, что сломалось.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провал уже принятого решения, а не чужого инструмента. Мы только что решили, что скилл заводить стоит. Теперь — что именно измерено под словом «помогает».</a:t>
            </a:r>
          </a:p>
          <a:p/>
          <a:p>
            <a:r>
              <a:t>Первая строка: 33,9 против 50,5 процента успешных прохождений, плюс шестнадцать с половиной пунктов. База честная и сильная — те же 87 задач, те же 18 связок модели со средой, единственная переменная — есть курированный скилл или нет.</a:t>
            </a:r>
          </a:p>
          <a:p/>
          <a:p>
            <a:r>
              <a:t>Ключевое слово — курированный. Ключевое слово — </a:t>
            </a:r>
            <a:r>
              <a:rPr b="1"/>
              <a:t>курированный</a:t>
            </a:r>
            <a:r>
              <a:t>. Замер поставлен на скиллах, которые кто-то прочитал и отобрал. Что бывает вместо отобранного — измерено отдельно, и до этого мы дойдём в кейсе про чужой скилл; здесь важно только то, что шестнадцать пунктов обещаны не любому.</a:t>
            </a:r>
          </a:p>
          <a:p/>
          <a:p>
            <a:r>
              <a:t>Если спросят про число задач: в пересказах встречается «84 задачи, 11 доменов». Это расхождение вторичных источников; в первоисточнике 87 задач и 8 доменов, и называем мы только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/>
              <a:t>Это не оговорка «бывают исключения», а предел: вот докуда скилл окупается, вот что берут дальше.</a:t>
            </a:r>
          </a:p>
          <a:p/>
          <a:p>
            <a:r>
              <a:t>Первая пара. Скилл окупается, когда тело большое, а срабатывает редко: сто токенов платятся постоянно, зато тело не грузится в тех сессиях, где оно не нужно. Перевернём: процедура нужна каждую сессию — тело и так будет грузиться почти всегда, выигрыша нет, а угадывание описания добавится. Это строка в файле инструкций.</a:t>
            </a:r>
          </a:p>
          <a:p/>
          <a:p>
            <a:r>
              <a:t>Вторая пара. Скилл хорош, когда содержимое читается целиком за один заход. Если объём огромен, а нужны из него куски — это вложение: ноль, пока не открыто, предела по объёму нет. Тот самый третий уровень.</a:t>
            </a:r>
          </a:p>
          <a:p/>
          <a:p>
            <a:r>
              <a:t>Третья пара — заявка на следующий разговор. Пока скиллов единицы и области не пересекаются, всё работает. Когда их десятки, ломается другое, и это отдельный кейс.</a:t>
            </a:r>
          </a:p>
          <a:p/>
          <a:p>
            <a:r>
              <a:rPr b="1"/>
              <a:t>Нижняя строка — настоящий вопрос, не риторический.</a:t>
            </a:r>
            <a:r>
              <a:t> Просите процедуру из их работы и раскладывайте вслух: у практикующих инженеров такие процедуры есть, и чаще всего это выкатка или разбор инцидента. Случай «ни в какую строку не попало» тоже разбирайте — обычно это процедура, у которой нет своего повторяющегося запуска.</a:t>
            </a:r>
          </a:p>
          <a:p/>
          <a:p>
            <a:r>
              <a:t>Переход: повод нашли, и он не про длину. Теперь всё упирается в одну строку — ту, по которой модель решает, открывать файл или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 кейса: файл можно написать безупречно и не запустить ни разу. Решает это не содержимое.</a:t>
            </a:r>
          </a:p>
          <a:p/>
          <a:p>
            <a:r>
              <a:t>Дальше — перечень скиллов этой самой сессии, на экране и настоящий.</a:t>
            </a:r>
          </a:p>
          <a:p/>
          <a:p>
            <a:r>
              <a:t>Тег наверху: три части описания, две длины, которые путают между собой. Обе цифры будут названы.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перечень скиллов сессии, в которой сделано это занятие. Не пример, не макет.</a:t>
            </a:r>
          </a:p>
          <a:p/>
          <a:p>
            <a:r>
              <a:t>Читаем первую строку: </a:t>
            </a:r>
            <a:r>
              <a:rPr>
                <a:latin typeface="Consolas"/>
              </a:rPr>
              <a:t>build-deck: build-deck</a:t>
            </a:r>
            <a:r>
              <a:t>. Слева имя, справа описание — и они совпадают. Так же выглядят следующие шесть, и ещё пять ниже.</a:t>
            </a:r>
          </a:p>
          <a:p/>
          <a:p>
            <a:r>
              <a:t>Одна строка выбивается — </a:t>
            </a:r>
            <a:r>
              <a:rPr>
                <a:latin typeface="Consolas"/>
              </a:rPr>
              <a:t>pre-user-gate</a:t>
            </a:r>
            <a:r>
              <a:t>. Там написано, что скилл делает и когда его звать. Это единственный из тринадцати, у которого есть фронтматтер.</a:t>
            </a:r>
          </a:p>
          <a:p/>
          <a:p>
            <a:r>
              <a:t>Теперь вторая карточка, и она важнее первой. Открываем </a:t>
            </a:r>
            <a:r>
              <a:rPr>
                <a:latin typeface="Consolas"/>
              </a:rPr>
              <a:t>build-deck</a:t>
            </a:r>
            <a:r>
              <a:t> целиком. Первая строка — заголовок </a:t>
            </a:r>
            <a:r>
              <a:rPr>
                <a:latin typeface="Consolas"/>
              </a:rPr>
              <a:t># build-deck</a:t>
            </a:r>
            <a:r>
              <a:t>. Третья строка — нормальное человеческое описание: собирает презентацию лекции, такой-то конвейер, три агента контроля.</a:t>
            </a:r>
          </a:p>
          <a:p/>
          <a:p>
            <a:r>
              <a:t>То есть содержание есть. Оно просто лежит на одну строку ниже того места, откуда среда берёт описание. Фронтматтера нет — описанием становится первая непустая строка, а это заголовок.</a:t>
            </a:r>
          </a:p>
          <a:p/>
          <a:p>
            <a:r>
              <a:t>Проверить может любой: </a:t>
            </a:r>
            <a:r>
              <a:rPr>
                <a:latin typeface="Consolas"/>
              </a:rPr>
              <a:t>head -5</a:t>
            </a:r>
            <a:r>
              <a:t> по всем файлам скиллов. Тринадцать выводов, двенадцать начинаются решёткой.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Слева: описание вставляется в системный промпт, выбор делается по нему.</a:t>
            </a:r>
          </a:p>
          <a:p/>
          <a:p>
            <a:r>
              <a:rPr b="1"/>
              <a:t>Справа — петля, замкнутая сама на себя.</a:t>
            </a:r>
            <a:r>
              <a:t> При переполнении бюджета описания отнимают у наименее вызываемых: первым теряет текст тот, кто ни разу не сработал, — и дальше не сработает уже поэтому.</a:t>
            </a:r>
          </a:p>
          <a:p/>
          <a:p>
            <a:r>
              <a:t>У нас тринадцать скиллов, до порога далеко.</a:t>
            </a:r>
          </a:p>
          <a:p/>
          <a:p>
            <a:r>
              <a:rPr i="1"/>
              <a:t>Про длины: 1024 знака у поля, 1536 у строки перечня — на одну запись, не на весь перечень.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редакций одной строки.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Две проверки на слайде — по ним и разбираем. Пятая — набор ключевых слов; её выбирают те, кто думает, что скилл ищут поиском. Жду её отдельно: это самое частое инженерное заблуждение из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Разбираем по двум проверкам, они же колонки таблицы. Это и есть ответ на «почему одна редакция лучше другой» — не вкусовой.</a:t>
            </a:r>
          </a:p>
          <a:p/>
          <a:p>
            <a:r>
              <a:rPr b="1"/>
              <a:t>Первая карточка</a:t>
            </a:r>
            <a:r>
              <a:t> проваливает уже первую проверку: слов, которыми реально просят, в ней нет. Просят «пересобери деку», а написано «презентация».</a:t>
            </a:r>
          </a:p>
          <a:p/>
          <a:p>
            <a:r>
              <a:rPr b="1"/>
              <a:t>Вторая</a:t>
            </a:r>
            <a:r>
              <a:t> первую проверку проходит — и на второй ломается. «Поправь опечатку в слайде» тоже про слайды, скилл откроется зря. Это и есть цена описания, которое выглядит подходящим чаще, чем нужно.</a:t>
            </a:r>
          </a:p>
          <a:p/>
          <a:p>
            <a:r>
              <a:rPr b="1"/>
              <a:t>Третья</a:t>
            </a:r>
            <a:r>
              <a:t> — почти целевая, и в маленьком проекте её хватит. Назван повод, а не только предмет. Но запрет не сказан, а значит не действует.</a:t>
            </a:r>
          </a:p>
          <a:p/>
          <a:p>
            <a:r>
              <a:rPr b="1"/>
              <a:t>Четвёртая — целевая, и единственная, проходящая обе.</a:t>
            </a:r>
            <a:r>
              <a:t> Разница с третьей ровно в одном обороте: «но не для правки одного слайда».</a:t>
            </a:r>
          </a:p>
          <a:p/>
          <a:p>
            <a:r>
              <a:rPr b="1"/>
              <a:t>Пятая — самое частое инженерное заблуждение:</a:t>
            </a:r>
            <a:r>
              <a:t> описание принимают за поисковый запрос. Набор ключевых слов не говорит, что скилл делает, и совпасть может с чем угодно про слайды. Это буквально официальный пример «как не надо»: выбор идёт по смыслу, а не по совпадению слов.</a:t>
            </a:r>
          </a:p>
          <a:p/>
          <a:p>
            <a:r>
              <a:rPr b="1"/>
              <a:t>Если выбирали по длине</a:t>
            </a:r>
            <a:r>
              <a:t> — покажите, что третья длиннее целевой и всё равно проваливает вторую проверку. Работает состав, а не объём.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наивных варианта на экране целиком, разбираем быстро.</a:t>
            </a:r>
          </a:p>
          <a:p/>
          <a:p>
            <a:r>
              <a:rPr b="1"/>
              <a:t>Первый:</a:t>
            </a:r>
            <a:r>
              <a:t> фронтматтера нет, описанием становится заголовок — то, что мы видели в перечне двенадцать раз. Прямой вызов через слэш при этом работает, поэтому автор не узнаёт, что автоматически скилл не откроется никогда.</a:t>
            </a:r>
          </a:p>
          <a:p/>
          <a:p>
            <a:r>
              <a:rPr b="1"/>
              <a:t>Второй:</a:t>
            </a:r>
            <a:r>
              <a:t> описание есть, но общее. «Помогает с деплоем» — буквальный перевод формулировки, которую документация приводит примером «как не надо».</a:t>
            </a:r>
          </a:p>
          <a:p/>
          <a:p>
            <a:r>
              <a:rPr b="1"/>
              <a:t>Третью строку вслух не закрывайте — это работа зала.</a:t>
            </a:r>
            <a:r>
              <a:t> Чем третий вариант обязан отличаться от второго? «Сказать, когда звать» приходит почти всегда; «когда НЕ звать» — почти никогда, и вот его ждите.</a:t>
            </a:r>
          </a:p>
          <a:p/>
          <a:p>
            <a:r>
              <a:rPr b="1"/>
              <a:t>Дальше три вопроса, по одному ответу на каждый, записываем словами зала.</a:t>
            </a:r>
            <a:r>
              <a:t> Что получилось — на следующем слайде; не показывайте его, пока не собрали три ответа.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Показывайте этот слайд </a:t>
            </a:r>
            <a:r>
              <a:rPr b="1"/>
              <a:t>после</a:t>
            </a:r>
            <a:r>
              <a:t> того, как собрали три ответа, а не вместо них.</a:t>
            </a:r>
          </a:p>
          <a:p/>
          <a:p>
            <a:r>
              <a:rPr b="1"/>
              <a:t>Сверяем с тем, что продиктовал зал.</a:t>
            </a:r>
            <a:r>
              <a:t> Если формулировки другие — берите их: важен состав, а не слова. Первое предложение — что делает, третьим лицом. Второе — по каким словам звать, настоящими словами запроса. И явное «не для…».</a:t>
            </a:r>
          </a:p>
          <a:p/>
          <a:p>
            <a:r>
              <a:rPr b="1"/>
              <a:t>Пометку «рабочий» ставьте здесь</a:t>
            </a:r>
            <a:r>
              <a:t>, а не на прошлом слайде: она заработана, третью часть назвал зал.</a:t>
            </a:r>
          </a:p>
          <a:p/>
          <a:p>
            <a:r>
              <a:rPr b="1"/>
              <a:t>Три запрещённые формулировки, дословно,</a:t>
            </a:r>
            <a:r>
              <a:t> если зал предложил похожее: </a:t>
            </a:r>
            <a:r>
              <a:rPr>
                <a:latin typeface="Consolas"/>
              </a:rPr>
              <a:t>Helps with documents</a:t>
            </a:r>
            <a:r>
              <a:t>, </a:t>
            </a:r>
            <a:r>
              <a:rPr>
                <a:latin typeface="Consolas"/>
              </a:rPr>
              <a:t>Processes data</a:t>
            </a:r>
            <a:r>
              <a:t>, </a:t>
            </a:r>
            <a:r>
              <a:rPr>
                <a:latin typeface="Consolas"/>
              </a:rPr>
              <a:t>Does stuff with files</a:t>
            </a:r>
            <a:r>
              <a:t>. Все три устроены одинаково: глагол плюс расплывчатое существительное. «Помогает с деплоем» — их точный перевод.</a:t>
            </a:r>
          </a:p>
          <a:p/>
          <a:p>
            <a:r>
              <a:rPr b="1"/>
              <a:t>Две проверки внизу.</a:t>
            </a:r>
            <a:r>
              <a:t> Первая очевидная. Вторая — та, которую почти всегда пропускают: просим поправить опечатку, скилл открываться не должен. Если открылся, описание слишком широкое, и вы купили лишнее срабатывание в каждой второй сессии.</a:t>
            </a:r>
          </a:p>
          <a:p/>
          <a:p>
            <a:r>
              <a:rPr b="1"/>
              <a:t>Если спросят, когда правка станет видна:</a:t>
            </a:r>
            <a:r>
              <a:t> в существующем каталоге — сразу; если каталог только что создан — нужен </a:t>
            </a:r>
            <a:r>
              <a:rPr>
                <a:latin typeface="Consolas"/>
              </a:rPr>
              <a:t>/reload-skills</a:t>
            </a:r>
            <a: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решает, откроется ли файл. Тело решает, что произойдёт после.</a:t>
            </a:r>
          </a:p>
          <a:p/>
          <a:p>
            <a:r>
              <a:rPr b="1"/>
              <a:t>Наивный вариант коварнее, чем кажется.</a:t>
            </a:r>
            <a:r>
              <a:t> Текст годный, скилл сработает, пункты осмысленные. Дефект в том, чего в нём нет: чем именно собирать. Модель угадает заново или возьмёт устаревшую команду — задачу угадывания мы не решили, а перенесли внутрь скилла, где её труднее заметить.</a:t>
            </a:r>
          </a:p>
          <a:p/>
          <a:p>
            <a:r>
              <a:rPr b="1"/>
              <a:t>Нижняя карточка — работа зала, по шагу.</a:t>
            </a:r>
            <a:r>
              <a:t> Спрашивайте на каждом: какой командой?</a:t>
            </a:r>
          </a:p>
          <a:p/>
          <a:p>
            <a:r>
              <a:rPr b="1"/>
              <a:t>Четвёртый и пятый шаг команды не имеют</a:t>
            </a:r>
            <a:r>
              <a:t> — они исполняются руками. Если зал пытается придумать команду и им, скажите прямо: её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Сверяем с тем, что назвал зал.</a:t>
            </a:r>
          </a:p>
          <a:p/>
          <a:p>
            <a:r>
              <a:rPr b="1"/>
              <a:t>Каждый шаг называет действие целиком, а не намерение.</a:t>
            </a:r>
            <a:r>
              <a:t> Сборка — команда и ожидаемый код выхода. Проверка формы — команда и критерий «зелёное».</a:t>
            </a:r>
          </a:p>
          <a:p/>
          <a:p>
            <a:r>
              <a:rPr b="1"/>
              <a:t>Публикация — ловушка, и её стоит поймать голосом:</a:t>
            </a:r>
            <a:r>
              <a:t> почти всегда забывают имя проекта, а без него команда публикует не туда.</a:t>
            </a:r>
          </a:p>
          <a:p/>
          <a:p>
            <a:r>
              <a:rPr b="1"/>
              <a:t>Честная арифметика, её надо сказать.</a:t>
            </a:r>
            <a:r>
              <a:t> Шагов пять, литеральных команд три. Четвёртый и пятый исполняются руками, и придумывать им команду незачем — на слайде её нет.</a:t>
            </a:r>
          </a:p>
          <a:p/>
          <a:p>
            <a:r>
              <a:rPr b="1"/>
              <a:t>Правило с другой стороны</a:t>
            </a:r>
            <a:r>
              <a:t> — про соблазн быть полным: не предлагать несколько способов без необходимости. Один способ, тот, что в этом репозитории работает.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приняли: описание написали правильно, и дальше рука тянется написать тело полным.</a:t>
            </a:r>
          </a:p>
          <a:p/>
          <a:p>
            <a:r>
              <a:t>Измерение против этого прямое: сфокусированный скилл обгоняет крупные и исчерпывающие наборы. База — та же выборка из 87 задач, менялась только структура самого скилла.</a:t>
            </a:r>
          </a:p>
          <a:p/>
          <a:p>
            <a:r>
              <a:t>Механика во второй строке, и она объясняет, почему так. Откроется файл или нет — решает описание. Объём тела на выбор не влияет никак: до срабатывания тела в контексте нет вообще. Значит, раздувая тело, вы удорожаете каждое срабатывание и не улучшаете ни одного выбора. Плата без покупки.</a:t>
            </a:r>
          </a:p>
          <a:p/>
          <a:p>
            <a:r>
              <a:t>Официальная рекомендация ровно про это: до пятисот строк, а подробности — в отдельные файлы. Те самые вложения, которые стоят ноль, пока закрыты.</a:t>
            </a:r>
          </a:p>
          <a:p/>
          <a:p>
            <a:r>
              <a:rPr b="1"/>
              <a:t>Честная часть, вслух.</a:t>
            </a:r>
            <a:r>
              <a:t> Направление подтверждено первоисточником. Насколько именно обгоняет — числа в работе нет. Процента здесь не стоит, и придумывать я его не буду.</a:t>
            </a:r>
          </a:p>
          <a:p/>
          <a:p>
            <a:r>
              <a:rPr b="1"/>
              <a:t>Если спросят «а что такое сфокусированный, сколько это»</a:t>
            </a:r>
            <a:r>
              <a:t> — честный ответ: в работе сказано «максимум три модуля», но что такое модуль скилла, она не определяет. Поэтому число я не называю, а границу мы уже провели своим правилом: до пятисот строк, остальное во вложения.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Предел у этого кейса есть, и проходит он там, где описание перестаёт быть тем, что решает.</a:t>
            </a:r>
          </a:p>
          <a:p/>
          <a:p>
            <a:r>
              <a:t>Первая строка — обычный случай: скиллов единицы, спутать не с чем, описание работает. Вторая — то, что чинится дописыванием: зовут другими словами, чем вы написали. Добавляйте настоящие слова запроса, а не абзац объяснения: перечень обрезает конец.</a:t>
            </a:r>
          </a:p>
          <a:p/>
          <a:p>
            <a:r>
              <a:rPr b="1"/>
              <a:t>Третья строка снимает ложную безальтернативность, и её обычно не знают.</a:t>
            </a:r>
            <a:r>
              <a:t> Автовыбор можно просто выключить: флаг </a:t>
            </a:r>
            <a:r>
              <a:rPr>
                <a:latin typeface="Consolas"/>
              </a:rPr>
              <a:t>disable-model-invocation</a:t>
            </a:r>
            <a:r>
              <a:t> со значением «истина». Скилл остаётся, вызвать его по имени можно, а модель его описание не видит вовсе — то есть выбрать не может ни правильно, ни ошибочно. Для процедуры, которую нельзя запускать по догадке, это честнее любого описания.</a:t>
            </a:r>
          </a:p>
          <a:p/>
          <a:p>
            <a:r>
              <a:rPr b="1"/>
              <a:t>Вопрос внизу — настоящий.</a:t>
            </a:r>
            <a:r>
              <a:t> Просите пример скилла, который они бы модели выбирать не дали. Обычно называют что-то с необратимым действием: выкатку, миграцию, удаление.</a:t>
            </a:r>
          </a:p>
          <a:p/>
          <a:p>
            <a:r>
              <a:t>Переход: всё, что мы разбирали, — про скилл, который вы пишете сами. А такой скилл, скорее всего, уже написан до вас, и написан лучше.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 честная с обеих сторон, и начинать надо с сильной стороны: готовое действительно лучше. Написать разбор PDF с таблицами самому — это недели, и получится хуже.</a:t>
            </a:r>
          </a:p>
          <a:p/>
          <a:p>
            <a:r>
              <a:t>Именно поэтому решение непростое. Если бы чужое было просто хуже, кейса бы не было.</a:t>
            </a:r>
          </a:p>
          <a:p/>
          <a:p>
            <a:r>
              <a:t>Тег наверху: один официальный скилл, два замера одного каталога, три вещи, которые приходят вместе со скиллом.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Сцена не про наш репозиторий и не про наши тринадцать скиллов — это другой вопрос, чем в прошлом кейсе. Здесь вы ничего не написали: вы решаете, брать ли чужое.</a:t>
            </a:r>
          </a:p>
          <a:p/>
          <a:p>
            <a:r>
              <a:t>Задача настоящая: разобрать PDF заказчика — текст, таблицы, заполненные формы. Официальный скилл ровно на это существует, и его описание документация приводит как образец, каким описание должно быть.</a:t>
            </a:r>
          </a:p>
          <a:p/>
          <a:p>
            <a:r>
              <a:t>Первые две строки таблицы — честно в пользу готового, и это надо проговорить без иронии. Свой разбор таблиц в PDF — недели, и выйдет хуже. Оговорюсь сразу: «недели» — моя оценка объёма, не замер.</a:t>
            </a:r>
          </a:p>
          <a:p/>
          <a:p>
            <a:r>
              <a:t>Третья строка — единственная, где своё выигрывает, и весь кейс про неё. Вы не знаете, что внутри.</a:t>
            </a:r>
          </a:p>
          <a:p/>
          <a:p>
            <a:r>
              <a:t>И последнее, про момент. Никто не стоит перед выбором «безопасно или опасно». Выбор всегда звучит как «сегодня или через месяц» — поэтому его и делают за минуту.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что физически приезжает: не текст и не совет, а каталог. Тело, вложения и, если автор захотел, скрипты. Скрипты идут через оболочку с вашими правами, не с урезанными.</a:t>
            </a:r>
          </a:p>
          <a:p/>
          <a:p>
            <a:r>
              <a:rPr b="1"/>
              <a:t>Справа — то, что упускают почти все.</a:t>
            </a:r>
            <a:r>
              <a:t> Соглашаетесь один раз, права остаются. Содержимое потом может поменяться, и второй раз не спросят.</a:t>
            </a:r>
          </a:p>
          <a:p/>
          <a:p>
            <a:r>
              <a:t>То есть вы одобряете не код, который выполнится, а каталог.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карточек. Выбирайте.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Слушаю, назовёт ли кто-нибудь </a:t>
            </a:r>
            <a:r>
              <a:rPr b="1"/>
              <a:t>два действия вместо одного</a:t>
            </a:r>
            <a:r>
              <a:t> — здесь целевой ответ снова порядок. И отдельно жду голосов за пятую: у неё есть законная область, разбор её назовёт.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измерения, и у каждого в правой колонке написано, какое решение оно обслуживает. Это и есть ответ на «откуда цифры и зачем они тут».</a:t>
            </a:r>
          </a:p>
          <a:p/>
          <a:p>
            <a:r>
              <a:t>Первая строка помечена «уже видели» — это тот самый замер из кейса про повод, и повторяю я его намеренно: там он говорил «не любой скилл помогает», здесь он обосновывает «брать готовое». Одно измерение, два решения.</a:t>
            </a:r>
          </a:p>
          <a:p/>
          <a:p>
            <a:r>
              <a:t>Второе — поворот. Тот прирост дал скилл, который кто-то прочитал и отобрал. Средний из каталогов по той же двенадцатибалльной рубрике набирает шесть с небольшим против десяти у отобранных. То есть «взять готовое» и «взять первое готовое» — разные решения с разным ожидаемым исходом.</a:t>
            </a:r>
          </a:p>
          <a:p/>
          <a:p>
            <a:r>
              <a:t>Третье — размер риска, и </a:t>
            </a:r>
            <a:r>
              <a:rPr b="1"/>
              <a:t>здесь другой обход</a:t>
            </a:r>
            <a:r>
              <a:t>. Сорок семь тысяч смотрели на качество, тридцать одна — на уязвимости. Разные работы, разные выборки, разные вопросы; если кто-то заметит, что корпуса не сходятся, — они и не должны. Точность и полноту детектора называю сразу: без них проценты ничего не значат.</a:t>
            </a:r>
          </a:p>
          <a:p/>
          <a:p>
            <a:r>
              <a:t>Четвёртое — самое практичное. Скиллы со скриптом внутри уязвимы вдвое чаще. Отсюда следует не «не ставить», а что читать в первую очередь: скрипты, а не тело.</a:t>
            </a:r>
          </a:p>
          <a:p/>
          <a:p>
            <a:r>
              <a:t>Оговорка внизу: по этому же вопросу есть вторая пара чисел, заметно выше. Складывать их нельзя — другая методика. Называем одну пару и её источник.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— первая строка, и это снова порядок: сначала вычитать, потом ставить. Но важнее уточнение внутри неё: вычитывать не всё подряд.</a:t>
            </a:r>
          </a:p>
          <a:p/>
          <a:p>
            <a:r>
              <a:t>Читают то, что исполняется. Скрипты и вложения, на которые ссылается тело. У них и множитель риска вдвое, и именно их обновят потом без вашего согласия.</a:t>
            </a:r>
          </a:p>
          <a:p/>
          <a:p>
            <a:r>
              <a:t>Вторая строка — «взять как есть». Возражение на неё не «а вдруг вирус», а измерение: из ста двадцати пяти разобранных случаев функционального вреда восемьдесят шесть дали скиллы, которые выглядели подходящими задаче. Релевантность проверкой не является.</a:t>
            </a:r>
          </a:p>
          <a:p/>
          <a:p>
            <a:r>
              <a:t>Третья — выключенный автовызов. Это </a:t>
            </a:r>
            <a:r>
              <a:rPr b="1"/>
              <a:t>не замена</a:t>
            </a:r>
            <a:r>
              <a:t> вычитке, а добавка к ней, и я бы не принимал её как самостоятельный ответ. Она закрывает «сработает не там» и не закрывает «внутри чужой код». Там, где действие необратимо, она обязательна.</a:t>
            </a:r>
          </a:p>
          <a:p/>
          <a:p>
            <a:r>
              <a:t>Четвёртая — написать своё. Работает, когда предмет ваш: ваш формат, ваш регламент. Для общей задачи это отказ от измеренного прироста, оплаченный неделями.</a:t>
            </a:r>
          </a:p>
          <a:p/>
          <a:p>
            <a:r>
              <a:t>Пятая, и на ней остановитесь. </a:t>
            </a:r>
            <a:r>
              <a:rPr b="1"/>
              <a:t>«Не ставить» — не осторожность вообще, а три условия.</a:t>
            </a:r>
            <a:r>
              <a:t> Некому вычитать. Скрипт лезет наружу — за сетью или за ключами. Цена ошибки необратима. Если хоть одно есть — отказ правильный ответ, и он дешевле разбирательства. Если ни одного — отказ просто стоит вам прироста.</a:t>
            </a:r>
          </a:p>
          <a:p/>
          <a:p>
            <a:r>
              <a:t>Правило внизу уносят с кейса: читать не «скилл», а то, что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здесь обратный тому, который просится, и в этом вся польза слайда.</a:t>
            </a:r>
          </a:p>
          <a:p/>
          <a:p>
            <a:r>
              <a:t>Просится начать с тела: там же написано, что скилл делает. Начинать надо со скриптов. Тело — это текст, и модель может ему не последовать. Скрипт выполнится обязательно, и с вашими правами. Плюс измерение из свидетельств: со скриптом внутри уязвимость вдвое вероятнее.</a:t>
            </a:r>
          </a:p>
          <a:p/>
          <a:p>
            <a:r>
              <a:t>Что искать в скриптах — вторая таблица, первая строка. Обращения наружу: сеть, переменные окружения, ключи, запись за пределы каталога проекта. Не нужно понимать код целиком, нужно найти эти четыре вещи.</a:t>
            </a:r>
          </a:p>
          <a:p/>
          <a:p>
            <a:r>
              <a:t>Вложения — то же самое плюс ссылки за пределы каталога скилла.</a:t>
            </a:r>
          </a:p>
          <a:p/>
          <a:p>
            <a:r>
              <a:t>Фронтматтер третьим, и здесь смотрят не на безопасность, а на ширину: слишком общее описание заставит скилл срабатывать там, где вы его не звали. Мы это уже разбирали с другой стороны, когда писали своё.</a:t>
            </a:r>
          </a:p>
          <a:p/>
          <a:p>
            <a:r>
              <a:t>Тело — последним.</a:t>
            </a:r>
          </a:p>
          <a:p/>
          <a:p>
            <a:r>
              <a:t>И внизу единственная машинная проверка из всех: команда находит скиллы с нечитаемым фронтматтером, причём без запуска сессии, то есть до установки. Живого снимка её вывода у меня нет — поэтому на слайде только назначение, а не картинка.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приняли: вычитали и взяли.</a:t>
            </a:r>
          </a:p>
          <a:p/>
          <a:p>
            <a:r>
              <a:t>Первый случай — самый неудобный из возможных, потому что скилл официальный. Конвертер картинок, открытый, от самого производителя. Внутрь добавили одну функцию, которая тихо скачивает и запускает шифровальщика. Снаружи ничего не поменялось: имя, описание, поведение — те же. Исследователи раскрыли находку производителю; ответ был, что ответственность за запускаемые скиллы лежит на пользователе.</a:t>
            </a:r>
          </a:p>
          <a:p/>
          <a:p>
            <a:r>
              <a:t>Честно про силу: это воспроизведённый пример, доказывающий возможность. Насколько часто так делают в дикой природе — не измерено, и я это не утверждаю.</a:t>
            </a:r>
          </a:p>
          <a:p/>
          <a:p>
            <a:r>
              <a:t>Второе — измерено. Один открытый каталог, сплошной обход: триста сорок один вредоносный из двух тысяч восьмисот. Через одиннадцать дней тот же обход: восемьсот двадцать четыре из десяти тысяч семисот.</a:t>
            </a:r>
          </a:p>
          <a:p/>
          <a:p>
            <a:r>
              <a:t>Обратите внимание, что я считаю вслух: каталог вырос почти вчетверо, а вредоносных стало вдвое больше. </a:t>
            </a:r>
            <a:r>
              <a:rPr b="1"/>
              <a:t>Доля не выросла — двенадцать процентов против восьми.</a:t>
            </a:r>
            <a:r>
              <a:t> Это не «всё стремительно ухудшается», это «растёт вместе с каталогом». Пугать вас ускорением было бы нечестно.</a:t>
            </a:r>
          </a:p>
          <a:p/>
          <a:p>
            <a:r>
              <a:t>И вывод, ради которого провал стоит здесь. Он не «не берите чужое». Он про порядок: вычитка — снимок на сегодня, она ничего не говорит о завтрашнем содержимом. Значит обновление чужого скилла — это новая установка, а не мелочь, которую пропускают.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 не кончается словами «чужое опасно» — он кончается тем, когда чужое правильно. Левая плашка и есть ответ.</a:t>
            </a:r>
          </a:p>
          <a:p/>
          <a:p>
            <a:r>
              <a:t>Три условия, и все три проверяются до установки: предмет общий, исполняемое есть кому вычитать, действие обратимо. Если все три есть — берите; это не компромисс, а лучшее решение.</a:t>
            </a:r>
          </a:p>
          <a:p/>
          <a:p>
            <a:r>
              <a:t>Справа — что делают, когда условие не выполнено. Обратите внимание на вторую строку: «некому вычитать» — самое частое из трёх условий отказа, и самое честное. Не «мы боимся», а «у нас нет человека на это».</a:t>
            </a:r>
          </a:p>
          <a:p/>
          <a:p>
            <a:r>
              <a:t>Четвёртая строка — про масштаб, и её я держу короткой. Когда чужих скиллов набирается десятками, мешать начинает сама библиотека: при росте до двухсот двух на тех же задачах падение доходит до двадцати одного процента, и падает именно точность выбора. Двести два — крайняя точка измерения; где начинается, работа не говорит, и я не буду придумывать порог.</a:t>
            </a:r>
          </a:p>
          <a:p/>
          <a:p>
            <a:r>
              <a:rPr b="1"/>
              <a:t>Последняя строка сводит то, что за занятие ни разу не оказалось рядом, и на ней стоит задержаться.</a:t>
            </a:r>
            <a:r>
              <a:t> Хук мы хвалили за то, что он лежит в репозитории и приезжает с клоном без установки. Это же свойство значит: вместе с чужим репозиторием приезжает чужое исполняемое, и запускается оно с вашими правами — ровно как скрипт в чужом скилле, который мы только что учились вычитывать первым.</a:t>
            </a:r>
          </a:p>
          <a:p/>
          <a:p>
            <a:r>
              <a:t>Разница одна, и она не в пользу хука: скилл вы ставите решением, а хук получаете вместе с </a:t>
            </a:r>
            <a:r>
              <a:rPr>
                <a:latin typeface="Consolas"/>
              </a:rPr>
              <a:t>git clone</a:t>
            </a:r>
            <a:r>
              <a:t>, не приняв никакого решения вообще.</a:t>
            </a:r>
          </a:p>
          <a:p/>
          <a:p>
            <a:r>
              <a:t>Что с этим делать — те же три условия слева. Смотреть при клонировании чужого проекта надо туда же: на то, что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строка легла в таблицу — в ту самую, которую занятие открывало пустой.</a:t>
            </a:r>
          </a:p>
          <a:p/>
          <a:p>
            <a:r>
              <a:t>Хук. Заводим его, когда правило уже нарушено. Ожидали вы вот что: поставили хук — и коммит в главную ветку закрыт. На деле из шести форм одной и той же команды барьер отклоняет одну, на пяти молчит. База здесь обязательна: пять форм молчания ничего не значат, пока не сказано, что всего их шесть. И человека, который печатает ту же команду в своём терминале, барьер не видит.</a:t>
            </a:r>
          </a:p>
          <a:p/>
          <a:p>
            <a:r>
              <a:t>Скилл. Заводим по сигналу — когда файл инструкций перерос сам себя. Ожидали: важно содержание, описание допишем позже. На деле выбор идёт по описанию, и без точного триггера файл не загрузится ни разу, каким бы хорошим он ни был внутри.</a:t>
            </a:r>
          </a:p>
          <a:p/>
          <a:p>
            <a:r>
              <a:t>Три нижние строки пустые не потому, что про них нечего сказать. Мы до них просто не дошли — их заполнит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входе в занятие каталога </a:t>
            </a:r>
            <a:r>
              <a:rPr>
                <a:latin typeface="Consolas"/>
              </a:rPr>
              <a:t>.claude/</a:t>
            </a:r>
            <a:r>
              <a:t> здесь не было. Посмотрите, что в нём теперь лежит — и на метки справа, они важнее самого дерева.</a:t>
            </a:r>
          </a:p>
          <a:p/>
          <a:p>
            <a:r>
              <a:t>Коммит подтвердил две строки: файл настроек и самотест хука. Номер коммита на слайде, адрес репозитория тоже. Клонируйте и запустите самотест — он сам напечатает, на чём барьер молчит.</a:t>
            </a:r>
          </a:p>
          <a:p/>
          <a:p>
            <a:r>
              <a:t>Третья строка — файл скилла. Он по плану, коммита пока нет, и метка стоит прямо на слайде. Занятие было про разницу между «файл лежит» и «механизм срабатывает»; прятать её в собственном итоге было бы странно.</a:t>
            </a:r>
          </a:p>
          <a:p/>
          <a:p>
            <a:r>
              <a:t>Файл инструкций подрос с двадцати строк до сорока. Оба новых раздела дал один хук: сначала правило про ветки, потом описание механизма, который его исполняет, и того, кого он не останавливает. Правило и барьер завелись одним шагом.</a:t>
            </a:r>
          </a:p>
          <a:p/>
          <a:p>
            <a:r>
              <a:t>«Написано, что будет» — это ещё не «уже работает».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 назад этот вопрос уже звучал, и свой ответ вы держали при себе.</a:t>
            </a:r>
          </a:p>
          <a:p/>
          <a:p>
            <a:r>
              <a:t>Сначала руки: у кого изменился. Потом два-три голоса — что именно изменило. Свой ответ не называю, чужие не оцениваю.</a:t>
            </a:r>
          </a:p>
          <a:p/>
          <a:p>
            <a:r>
              <a:t>Если зал молчит, напоминаю, что появилось за час: два файла в репозитории и две строки в таблице. Больше ничего не подсказываю.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строки заполнены, а где пустые слоты. Разница между ними и есть итог часа.</a:t>
            </a:r>
          </a:p>
          <a:p/>
          <a:p>
            <a:r>
              <a:t>Хук. Барьер стоит, и он сам печатает свои дыры: девять проверок пройдено, пять форм молчания он называет собственным голосом. Открыть можно файл настроек и самотест — ветка и коммит на слайде.</a:t>
            </a:r>
          </a:p>
          <a:p/>
          <a:p>
            <a:r>
              <a:t>Скилл. Судьбу решает описание, и оно лежит во фронтматтере: видно, не открывая тело файла.</a:t>
            </a:r>
          </a:p>
          <a:p/>
          <a:p>
            <a:r>
              <a:t>Под тремя нижними строками нет ни файла, ни команды, ни сигнала. Их ступени просто впереди. Если кто-то на прошлом слайде передвинул ответ туда — фиксирую и не опровергаю: проверить его сегодня нечем, и с этой неопределённостью занятие заканчивается.</a:t>
            </a:r>
          </a:p>
          <a:p/>
          <a:p>
            <a:r>
              <a:t>Закрываю так: в рабочем репозитории у многих из вас барьер уже стоит, и стоит он с широким матчером — просто это пока ничем не проверено. Ровно эти две колонки к нему и применяются.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Когда просьбы недостаточно: барьер и загрузка по требованию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mka-n01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7"/>
            <a:ext cx="12191695" cy="31088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22960" y="2176272"/>
            <a:ext cx="32004" cy="37642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1024128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«Агент в этом проекте настроен двадцатью строками текста. Он их читает. Механизма, который бы их исполнял, в проекте нет.»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27020"/>
            <a:ext cx="10515600" cy="739217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955036"/>
            <a:ext cx="10076688" cy="4831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«Файл инструкций — это просьба. Что поставить рядом с ней, чтобы исполнение правила не зависело от решения агента?»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Consolas"/>
              </a:rPr>
              <a:t>signup-landing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— статический лендинг с формой заявки на демо-урок. Готовность определена так: сборка завершается с кодом 0, набор тестов проходит полностью, форма отправлена вручную — в заполненном и в пустом виде.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8202"/>
            <a:ext cx="11183112" cy="2618232"/>
          </a:xfrm>
          <a:prstGeom prst="roundRect">
            <a:avLst>
              <a:gd name="adj" fmla="val 776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61082"/>
            <a:ext cx="10744200" cy="2252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README.md          spec.md            DECISIONS.md       ← что строим и почему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CLAUDE.md          AGENTS.md (симлинк на CLAUDE.md)      ← 20 строк, 16 непустых, 3 раздела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doc/adr/           шаблон + 3 ADR + README.md            ← как принимались решения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.tasks/            README.md · active/ · done/README.md  ←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index.html         package.json       package-lock.json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vite.config.js     playwright.config.ts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src/main.js        src/style.css      src/validate.js    ← продукт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tests/form.spec.ts tests/delivery.spec.ts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tests/page-objects/form.page.ts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.gitignore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.claude/  — нет вовсе: ни хука, ни скилла, ни субагента, ни настроенного сервера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61026"/>
            <a:ext cx="82296" cy="50266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289042"/>
            <a:ext cx="10643616" cy="2466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Репозиторий: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45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main</a:t>
            </a:r>
            <a:r>
              <a:rPr sz="14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86486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8" y="591972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«Всё перечисленное — текст. Агент может его учесть и может не учесть.»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усиление заводят — и чем его действие отличается от ожидаемого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4354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7156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Каждое усиление либо заводится заранее, на день 0, либо только по сигналу. И у каждого есть место, где его действие отличается от ожидаемого.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37073"/>
            <a:ext cx="11183112" cy="2383599"/>
          </a:xfrm>
          <a:prstGeom prst="roundRect">
            <a:avLst>
              <a:gd name="adj" fmla="val 12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119953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3119953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0202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0343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31028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51713" y="347517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85800" y="37491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74917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10343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31028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1713" y="382232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85800" y="40963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09632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16948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4434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443484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16636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7906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79063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86379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0401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5887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«Пять строк. Две заполняются сегодня, по одной за ступень; три — на следующем занятии.»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бы вы завели первым в этом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3905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88769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Двадцать строк инструкций, три раздела — и ни одного механизма, который бы их исполнял. Перед вами пять усилений, каждое из которых превращает текст в то, что срабатывает само.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63774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91790"/>
            <a:ext cx="10744200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Держите ответ при себе: этот вопрос прозвучит сегодня второй раз.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КАРТА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ступени, шесть развилок</a:t>
            </a:r>
          </a:p>
        </p:txBody>
      </p:sp>
      <p:pic>
        <p:nvPicPr>
          <p:cNvPr id="4" name="Picture 3" descr="ramka-n05-ka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9961"/>
            <a:ext cx="11183112" cy="3448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026954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5081818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164114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Выбор на каждой развилке делает зал. Ответ предъявляется только после ответа зала.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8245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" y="583731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91961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 концу занятия дерево репозитория будет отличаться от показанного на втором слайде ровно на две строки.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 файле инструкций нет ни слова про ветки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Агент коммитит прямо в main, и это не нарушение: правила про ветки в файле инструкций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5 РЕШЕНИЙ СБОРКИ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Весь файл инструкций — двадцать строк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6662"/>
            <a:ext cx="11183112" cy="4236211"/>
          </a:xfrm>
          <a:prstGeom prst="roundRect">
            <a:avLst>
              <a:gd name="adj" fmla="val 479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69542"/>
            <a:ext cx="10744200" cy="38704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signup-landing: статический лендинг с формой заявки на демо-урок.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Готово =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npm run build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код 0,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зелёный, форма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отправлена руками из собранного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dist/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— и заполненная, и пустая.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Safety / scope boundaries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Никогда не запускать деплой на прод без явного запроса.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Build, test, verify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To verify: открыть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dist/index.html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после сборки и отправить форму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руками — с заполненными и с пустыми полями.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Один раз на машину, до первого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: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npm ci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, затем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npx playwright install chromium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. Без второй команды падают все тесты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сразу и не по делу.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На многошаговую задачу — файл в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.tasks/active/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, до первой правки.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Договорённость или решение по ходу — в этот файл сразу, а не в конце сессии.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 План сверять в начале и в конце сессии, дату ставить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date -u +%Y-%m-%dT%H:%M:%SZ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768492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896508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Цена: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показ заказчику завтра — правка уезжает мимо ветки прямо в него.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Событие, матчер,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ЧЕГО ХУК НЕ УЗНАЕТ НИКОГДА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— команда, которую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среда запускает сама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 заданный момент работы агента; согласия не спрашивают.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Три слова дальше звучат без пояснения: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событие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момент запуска,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 вызовов,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ответ среде.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говорит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вызова. Чем вызов кончился, он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не узнаёт никогда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результата ему не сообщают.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И команду он видит собранной, но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 того, как её раскроет оболочка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Правило можно написать громче. Что поставить рядом?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3019"/>
            <a:ext cx="11183112" cy="1197864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357884"/>
            <a:ext cx="64008" cy="108813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40179"/>
            <a:ext cx="10643616" cy="923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файле инструкций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строка 80: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«NEVER push to main directly … This is NON-NEGOTIABLE, even for "small" fixes»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Заглавными, со словом «никогда» и явным «даже для мелочей».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 файл настроек рядом —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.claude/settings.json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содержит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{}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823971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2878835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Правило можно дописать в файл инструкций прямо сейчас, одной строкой. Здесь такая строка уже есть, и написана она настолько громко, насколько это возможно.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283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380085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поставить вместо неё — или рядом с ней?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8803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8531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34686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4414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git-хук в .git/hooks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0569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0297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забрать у агента право запускать git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66452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76180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уже проверено — и что из этого следует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72031"/>
            <a:ext cx="11183112" cy="3149790"/>
          </a:xfrm>
          <a:prstGeom prst="roundRect">
            <a:avLst>
              <a:gd name="adj" fmla="val 967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663471"/>
            <a:ext cx="68580" cy="296691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54911"/>
            <a:ext cx="167040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ПРОВЕРЕНО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02507" y="1754911"/>
            <a:ext cx="58587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НА ЧЁМ ЭТО ВИДНО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7578" y="1754911"/>
            <a:ext cx="28492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 ЭТОГО СЛЕДУЕТ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36978"/>
            <a:ext cx="167040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текст правила не исполняет себя сам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02507" y="2036978"/>
            <a:ext cx="58587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этом курсе правило написано заглавными, со словом «никогда» — и файл настроек рядом пустой: механизма, который бы его исполнял, нет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7578" y="2036978"/>
            <a:ext cx="284926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написать громче — значит остаться в том же слое. Нужен другой слой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7492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749257"/>
            <a:ext cx="1670403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механизм отказывает молча, и эти места перечислимы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2507" y="2749257"/>
            <a:ext cx="5858767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пример: хук с опечаткой в имени инструмента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виден в списке хуков и не запускается никогда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ни ошибки, ни предупреждения. Таких описанных мест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восемь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7578" y="2749257"/>
            <a:ext cx="2849269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механизм ставят 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проверяют отказом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фактом установки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8266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826662"/>
            <a:ext cx="167040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барьер этого класса обходят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2507" y="3826662"/>
            <a:ext cx="58587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внешний тест против кода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нашёл формы вроде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env 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/usr/bin/git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барьер их пропускает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7578" y="3826662"/>
            <a:ext cx="284926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дыры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записывают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списком, а не закрывают регулярным выражением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89333"/>
            <a:ext cx="11183112" cy="46164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5526493"/>
            <a:ext cx="10707624" cy="1873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Механизм сильнее текста — и требует доказательства, что он работает. Установка доказательством не является.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Единственный, кто успевает до действия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72945"/>
            <a:ext cx="11183112" cy="4026661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55825"/>
            <a:ext cx="16842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6399" y="1855825"/>
            <a:ext cx="24301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92834" y="1855825"/>
            <a:ext cx="62640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7892"/>
            <a:ext cx="11055096" cy="71227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37892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6399" y="2137892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2834" y="2137892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единственный, кто срабатывает в момент действия агента: лежит в репозитории и приезжает с клоном без шага установки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8501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850172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6399" y="2850172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более сильный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барьер: он не зависит от текста команды вообще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2834" y="2850172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лежит локально до отправки — сервер узнаёт о нарушении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И он не в репозитории: настраивается в другом месте и другим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5624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562451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6399" y="3562451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для человека, который набирает команду в терминале руками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2834" y="3562451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версионируется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нужен ручной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каждый клон. В репозитории этого курса такой хук лежит — и не работает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2747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274731"/>
            <a:ext cx="1684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забрать у агента право запускать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6399" y="4274731"/>
            <a:ext cx="24301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агент вообще не должен трогать историю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2834" y="4274731"/>
            <a:ext cx="62640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 коммитит по делу всю сессию: запрет на инструмент остановит работу вместе с нарушением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98701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987010"/>
            <a:ext cx="168429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6399" y="4987010"/>
            <a:ext cx="24301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показов мало и вы про них помните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2834" y="4987010"/>
            <a:ext cx="62640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нашей сцене правила не было; а там, где оно есть и написано заглавными, оно всё равно не сработало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целиком, одним экраном</a:t>
            </a:r>
          </a:p>
        </p:txBody>
      </p:sp>
      <p:pic>
        <p:nvPicPr>
          <p:cNvPr id="4" name="Picture 3" descr="khuki-n12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68" y="1300276"/>
            <a:ext cx="11180815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5118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6398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 эти пять частей будут появляться по одной. Возвращайтесь к этому экрану: всё, что мы разбираем поштучно, стоит здесь целиком.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пять решений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38109"/>
            <a:ext cx="11183112" cy="3478974"/>
          </a:xfrm>
          <a:prstGeom prst="roundRect">
            <a:avLst>
              <a:gd name="adj" fmla="val 87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20989"/>
            <a:ext cx="15395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1657" y="1620989"/>
            <a:ext cx="36771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5088" y="1620989"/>
            <a:ext cx="516175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03056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когда вмешиваться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1657" y="1903056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· после вызова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5088" y="1903056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остаётся только записать: коммит уже в истории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327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32773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 что реагировать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1657" y="2432773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любой инструмент · только команды оболочки · только правки файлов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5088" y="2432773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шире матчер, тем больше ложных срабатываний и тем дороже ошибка внутри самой проверки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6249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962490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откуда взять команду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1657" y="2962490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разобрать описание вызова · читать журнал · спросить агента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5088" y="2962490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 вызова приходит само, на стандартный ввод; журнал появится позже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4922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492207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узнать ветку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657" y="3492207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rev-parse --abbrev-ref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symbolic-ref --short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переменная окружения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5088" y="3492207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репозитории без коммитов первая падает, вторая отвечает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0219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021924"/>
            <a:ext cx="153955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что ответить, если репозитория нет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1657" y="4021924"/>
            <a:ext cx="367712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разрешить молча · запретить · спросить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5088" y="4021924"/>
            <a:ext cx="516175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молча разрешить — значит не иметь защиты и выглядеть защищённым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41321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669337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Выбираем вслух по одному. Собранный файл — на следующем слайде.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Готовый файл — по тем же пяти частям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385947"/>
          </a:xfrm>
          <a:prstGeom prst="roundRect">
            <a:avLst>
              <a:gd name="adj" fmla="val 600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30201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┌─ [2] событие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"PreToolUse": [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[2] матчер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"matcher": "Bash",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"hooks": [ { "type": "command", "command":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[3] шаг 1 — достать команду из описания вызова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jq -r '.tool_input.command' | { read -r cmd;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[3] шаг 2 — это вообще коммит?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if echo "$cmd" | grep -qE '(^|[;&amp;|]\s*)git\s+commit\b';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[3] шаг 3 — а репозиторий тут есть?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if ! git rev-parse --is-inside-work-tree &gt;/dev/null 2&gt;&amp;1;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[4] ответ 1 — репозитория нет: спросить человека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  echo '{… "permissionDecision":"ask" …}'; exit 0;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[3] шаг 4 — какая сейчас ветка?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branch=$(git symbolic-ref --short HEAD 2&gt;/dev/null)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├─ [4] ответ 2 — ветка защищённая: запретить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if [ "$branch" = "main" ] || [ "$branch" = "master"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  echo '{… "permissionDecision":"deny" …}'; exit 0; fi; fi; },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└─ [1] таймаут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"timeout": 10 } ] }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804791"/>
            <a:ext cx="82296" cy="59848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932807"/>
            <a:ext cx="10643616" cy="342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Файл целиком: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seminar-5-hook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Склонируйте — барьер уже стоит, ставить ничего не надо.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567867"/>
            <a:ext cx="82296" cy="59848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695883"/>
            <a:ext cx="10643616" cy="3424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 пустом репозитории без коммитов: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rev-parse --abbrev-ref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128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symbolic-ref --short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ветка и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0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Тот же репозиторий, обе подряд.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Наш обходится — а этот вообще не запускался</a:t>
            </a:r>
          </a:p>
        </p:txBody>
      </p:sp>
      <p:pic>
        <p:nvPicPr>
          <p:cNvPr id="4" name="Picture 3" descr="khuki-n15-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8065" y="1254252"/>
            <a:ext cx="9092820" cy="121995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638797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766813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Наш барьер обходится — и печатает это сам.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Самотест: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9 из 9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пройдено, и тот же скрипт печатает пять форм, где барьер молчит.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58811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386827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А этот хук не запускался ни разу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в репозитории этого курса, исполняемый бит стоит.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878825"/>
            <a:ext cx="11183112" cy="1335151"/>
          </a:xfrm>
          <a:prstGeom prst="roundRect">
            <a:avLst>
              <a:gd name="adj" fmla="val 2282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4006841"/>
            <a:ext cx="57474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ПРИЧИНА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4663" y="4006841"/>
            <a:ext cx="488704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ЧЕМ ПРОВЕРЯЕТСЯ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4288908"/>
            <a:ext cx="57474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это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-хук, среде он не зарегистрирован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4663" y="4288908"/>
            <a:ext cx="488704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cat .claude/settings.json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{}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" y="4554592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" y="4554592"/>
            <a:ext cx="57474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 не установлен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4663" y="4554592"/>
            <a:ext cx="488704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ls .git/hooks/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только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.sample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" y="4820276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" y="4820276"/>
            <a:ext cx="57474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зовёт библиотеку, которой 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24663" y="4820276"/>
            <a:ext cx="488704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bash …viz.sh; echo $?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78568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506584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Слева барьер, пропускающий пять форм из шести; справа файл, который выглядит барьером и не работал никогда.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Снаружи оба молчат одинаково.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Значит: заставить барьер отказать громко и записать рядом список форм, где он молчит.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он честно работает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640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920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Решение, которое мы принимаем вслух: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барьер ставим, список известных дыр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записываем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 не пытаемся закрыть его регулярным выражением.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ЭТОТ ХУК ЧЕСТНО РАБОТАЕТ, ПОКА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62400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выражается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формой команды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88104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88104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нарушитель —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агент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19968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19968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 команды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конечное число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356240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правило — суждение, а не синтаксис, механизировать его нельзя: остаётся текст плюс проверка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405338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405338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 сами, руками, в терминале закоммитите в главную — этого события хук не увидит: оно принадлежит жизни агента. Нужен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-хук или запрет на стороне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471670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471670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число не конечно: оболочка раскрывает слова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решения хука. Потолком ставят запрет на стороне платформы, а хук сужают до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перечислимого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--no-verify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подмена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core.hooksPath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237994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Хук работал. Потом молча перестал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55670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Хук стоял и работал, потом молча перестал — а файл никто не трогал.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99966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99966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ИНЦИДЕНТ · 5 КЛЕТОК · 8 СПОСОБОВ ПРОМОЛЧАТЬ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перестал срабатывать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705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94585"/>
            <a:ext cx="37667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ВИДЕЛИ · МОМЕНТ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98827" y="2194585"/>
            <a:ext cx="67580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76652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было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8827" y="2476652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проверял правки файлов и срабатывал на каждой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238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23806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стало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8827" y="2823806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правки идут, хук молчит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1709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170961"/>
            <a:ext cx="376672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хуке и в журнале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8827" y="3170961"/>
            <a:ext cx="675802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никто не открывал; ошибок и предупреждений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6850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496523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бы вы заподозрили первым?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Права изменили — и агент сменил инструмент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42185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225065"/>
            <a:ext cx="40349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 · ЧТО ИЗМЕНИЛОСЬ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7016" y="2225065"/>
            <a:ext cx="64898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ПОДРОБНОСТИ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07132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изменили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права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7016" y="2507132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включили более широкие права: режим без диалогов подтверждения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542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54286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этом режиме агент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меняет инструмент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7016" y="2854286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вместо правки файла делает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sed -i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через команду оболочки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20144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201441"/>
            <a:ext cx="403491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стоял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именах инструментов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7016" y="3201441"/>
            <a:ext cx="648983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списке есть, команды оболочки —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9898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52700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не у всех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указание активно для одной модели, по умолчанию не активно для двух других. «Проверил один раз и успокоился» здесь не работает.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хук отвечает: код и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ГДЕ ЛОМАЕТСЯ ПРИВЫЧКА К UNIX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отвечает среде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двумя каналами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кодом возврата и объектом решения.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Решение бывает трёх видов: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запретить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не пускать,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спросить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вернуть выбор человеку,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разрешить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пропустить без вопроса.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26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привычный как «упало»,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пропускает действие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Блокирует только 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2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Он сильнее даже разрешения, выданного этим же хуком.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вмешиваться — и насколько жёстко?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В сцене правило было простое: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правки в защищённые файлы идут только через проверку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 Матчер вы бы уже поправили — он должен ловить оба пути правки. Осталось второе решение: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когда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барьер вмешивается и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насколько жёстко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клетку.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Хук, который вообще не запустился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885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57045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Вы выбирали,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когда и насколько жёстко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вмешаться. Но у этого выбора есть условие, которое проверяют раньше: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запустится ли хук вообще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Описанных режимов тихого отказа восемь, и они распадаются на две группы — здесь первая, «не запустился вовсе». Вторая ждёт на провале этого кейса.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84856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2576296"/>
            <a:ext cx="68580" cy="2583815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67736"/>
            <a:ext cx="393512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НЕ ТАК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7233" y="2667736"/>
            <a:ext cx="58138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ПРИ ЭТОМ ВИДНО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7390" y="2667736"/>
            <a:ext cx="62945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ТИХО?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49803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опечатка или не тот регистр в имени инструмента в матчере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7233" y="2949803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есть в списке хуков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не запускается никогда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7390" y="2949803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4795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479520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скрипт удалён, переименован или снят исполняемый бит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7233" y="3479520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код запуска, действие проходит дальше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7390" y="3479520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0092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009237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задан списком вместо строки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7233" y="4009237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отклоняется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весь файл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настроек — но в интерактивной сессии сразу показывается диалог с ошибкой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7390" y="4009237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5389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538954"/>
            <a:ext cx="39351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файле настроек сломан сам формат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7233" y="4538954"/>
            <a:ext cx="58138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 самое: в интерактивной сессии диалог; молча — только в прогоне без человека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7390" y="4538954"/>
            <a:ext cx="6294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смотря где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58022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" y="571738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Тихо отказывает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одна неверная запись внутри файла, который в остальном работает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Сломанный целиком файл о себе сообщает. Поэтому опасна не поломка, а единственная неверная запись.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Запрет после действия — это не запрет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1328"/>
            <a:ext cx="11183112" cy="4026662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4208"/>
            <a:ext cx="161966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1764" y="1464208"/>
            <a:ext cx="409675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94824" y="1464208"/>
            <a:ext cx="46620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46275"/>
            <a:ext cx="11055096" cy="529717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46275"/>
            <a:ext cx="161966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1764" y="1746275"/>
            <a:ext cx="409675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4824" y="1746275"/>
            <a:ext cx="466202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единственная клетка, где правка просто не случится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2759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275992"/>
            <a:ext cx="161966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1764" y="2275992"/>
            <a:ext cx="409675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важно поймать факт и отреагировать: уведомить, откатить, записать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4824" y="2275992"/>
            <a:ext cx="466202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срабатывает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исполнения — правка уже в файле. Это протокол: факт записан, действие состоялось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882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88271"/>
            <a:ext cx="161966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1764" y="2988271"/>
            <a:ext cx="409675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 мягкий режим на обкатке нового правила, пока не уверены в ложных срабатываниях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4824" y="2988271"/>
            <a:ext cx="466202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предупреждение — это снова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текст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текст в первом кейсе уже один раз не сработал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005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00551"/>
            <a:ext cx="1619660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1764" y="3700551"/>
            <a:ext cx="409675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так отвечает наш барьер ветки из первого кейса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когда репозитория ещё нет: тихо разрешить — значит изобразить защиту, которой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4824" y="3700551"/>
            <a:ext cx="466202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для основного случая это возвращает решение человеку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на каждой правке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59539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595393"/>
            <a:ext cx="161966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1764" y="4595393"/>
            <a:ext cx="409675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этой задаче места нет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4824" y="4595393"/>
            <a:ext cx="466202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спрашивать разрешения на то, что уже случилось, смысла не имеет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4027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66828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Возврат к сцене: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хук из инцидента стоял в правильной клетке — и всё равно не сработал. Ошиблись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матчером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это отдельный выбор.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Обе ветки одного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363472"/>
          </a:xfrm>
          <a:prstGeom prst="roundRect">
            <a:avLst>
              <a:gd name="adj" fmla="val 1490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997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// ветка 1 — репозитория ещё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if ! git rev-parse --is-inside-work-tree;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"permissionDecision": "ask",   "permissionDecisionReason": "WARNING: …"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// ветка 2 — мы на защищённой ветке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if [ "$branch" = "main" ] || [ "$branch" = "master"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"permissionDecision": "deny",  "permissionDecisionReason": "BLOCKED: …"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82316"/>
            <a:ext cx="11183112" cy="1574419"/>
          </a:xfrm>
          <a:prstGeom prst="roundRect">
            <a:avLst>
              <a:gd name="adj" fmla="val 1935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910332"/>
            <a:ext cx="317495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ПОЛЕ РЕШЕНИЯ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2194" y="2910332"/>
            <a:ext cx="745951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3192399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"deny"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52194" y="3192399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вызов не происходит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" y="345147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0936" y="3451479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"ask"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2194" y="3451479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спрашивает человека,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даже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в режиме без диалогов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" y="3710558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" y="3710558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"allow"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2194" y="3710558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пропускает без вопроса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" y="3969638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" y="3969638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поля 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2194" y="3969638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среда идёт обычным порядком разрешений — это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«разрешено»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21327"/>
            <a:ext cx="82296" cy="799811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649342"/>
            <a:ext cx="10643616" cy="5437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Если хуков несколько и ответили они по-разному, приоритет такой: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defer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Причина при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видна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агенту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При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—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человеку, но не агенту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Текст отказа — единственный канал, которым вы объясняете агенту, что он сделал не так.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485730"/>
            <a:ext cx="82296" cy="73761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613746"/>
            <a:ext cx="10643616" cy="4815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Диктуйте строку.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Что стоит написать в причине отказа, чтобы агент понял, что делать дальше? Вписываем сюда: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Consolas"/>
              </a:rPr>
              <a:t>"permissionDecisionReason": "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______________________________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выбрали запрет — а получили разрешение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25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4727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Клетку вы выбрали верно: до вызова и запретить. Вот три способа, которыми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эта самая клетка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отдаёт вызов дальше.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93121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76001"/>
            <a:ext cx="60652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СЛУЧИЛОСЬ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97399" y="2576001"/>
            <a:ext cx="18845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ПРОСИЛИ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28217" y="2576001"/>
            <a:ext cx="24286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СРЕДА СДЕЛАЛА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58068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не ответил за отведённый срок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7399" y="2858068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8217" y="2858068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2052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205222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jq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системе нет — скрипт умер на первой строке, код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7399" y="3205222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8217" y="3205222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5523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52377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решения стоит на уровень выше, чем нужно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7399" y="3552377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8217" y="3552377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0951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53753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 всех трёх случаях в записи сессии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ровно то же самое, что при исправной работе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Запрет, который вы выбрали, остаётся в файле; действием он быть перестаёт.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4833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6113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Четвёртый адрес, уже не про клетку: тот же хук в шапке субагента не срабатывает, а он же в файле настроек проекта — срабатывает.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322195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Скорость выполнения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8648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Барьеры стоят, работают исправно, ошибок не выдают — и работа идёт заметно дольше, чем должна.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1576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1576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СЛУЧАЙ · 3 ЗАМЕРА · 5 ВАРИАНТОВ ДЕЙСТВИЯ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Случай преподавателя курса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705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94585"/>
            <a:ext cx="43981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ВИДЕЛ · НАБЛЮДЕНИЕ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0255" y="2194585"/>
            <a:ext cx="61265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ЗНАЧЕНИЕ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76652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задача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0255" y="2476652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одна, по ходу двадцать правок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238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23806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должна была занять минуты, заняла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255" y="2823806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десятки минут, в худшем случае час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1709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170961"/>
            <a:ext cx="43981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хуки при этом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255" y="3170961"/>
            <a:ext cx="61265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отработали штатно все двадцать раз, ошибок не выдали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6850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496523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На что бы вы подумали?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две-три версии.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Матчер стоял на любом изменении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81047"/>
            <a:ext cx="11183112" cy="1342135"/>
          </a:xfrm>
          <a:prstGeom prst="roundRect">
            <a:avLst>
              <a:gd name="adj" fmla="val 227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63927"/>
            <a:ext cx="49773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ОКАЗАЛОСЬ · ПРИЧИНА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9494" y="2363927"/>
            <a:ext cx="55473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СЛЕДСТВИЕ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45994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стоял на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любом изменении файла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9494" y="2645994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значит, хук срабатывал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двадцать раз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один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99314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993148"/>
            <a:ext cx="497739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внутри хука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полный цикл проверок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9494" y="2993148"/>
            <a:ext cx="554735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каждый прогон умножался на число правок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19069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31871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Хук не был медленным. Хук был нормальным. Дорогим его сделал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множитель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число правок за задачу.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настройки: на что реагирует и сколько ждёт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ТАЙМАУТ ДЕЛАЕТ НА САМОМ ДЕЛЕ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фильтр, на какие вызовы хук реагирует. Именно он решает,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сколько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хук сработает за задачу.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Таймаут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сколько среда ждёт ответа, прежде чем перестать ждать.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Превысивший таймаут хук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вызов пропускает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тот идёт дальше, как если бы хука не было.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Таймаут задаёт, сколько ждать, прежде чем пропустить вызов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без проверки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Ускорять он не умеет.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с чего начинаете?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9788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45275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Задача на двадцать правок идёт час. Хуки отрабатывают штатно, ошибок нет ни одной.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4463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312479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с чего начинаете.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сузить матчер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дорогие проверки на пул-реквест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347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05148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Спрашивается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порядок</a:t>
            </a:r>
            <a:r>
              <a:rPr sz="1650" b="1" i="0">
                <a:solidFill>
                  <a:srgbClr val="141B2E"/>
                </a:solidFill>
                <a:latin typeface="Arial"/>
              </a:rPr>
              <a:t>: назовите первое действие и второе.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Вот откуда берётся час</a:t>
            </a:r>
          </a:p>
        </p:txBody>
      </p:sp>
      <p:pic>
        <p:nvPicPr>
          <p:cNvPr id="4" name="Picture 3" descr="khuki-n29-umnozhe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703" y="1254252"/>
            <a:ext cx="9659545" cy="140063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819478"/>
            <a:ext cx="11183112" cy="1146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2910918"/>
            <a:ext cx="68580" cy="96316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974926"/>
            <a:ext cx="2388703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93375" y="2974926"/>
            <a:ext cx="2482217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897" y="2974926"/>
            <a:ext cx="253113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ОДНО СРАБАТЫВАНИЕ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99333" y="2974926"/>
            <a:ext cx="288494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065A82"/>
                </a:solidFill>
                <a:latin typeface="Arial"/>
              </a:rPr>
              <a:t>СРАБАТЫВАНИЙ ЗА ЗАДАЧУ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49500"/>
            <a:ext cx="2388703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наш барьер ветки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3375" y="3249500"/>
            <a:ext cx="2482217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+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git 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21897" y="3249500"/>
            <a:ext cx="253113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27 мс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99333" y="3249500"/>
            <a:ext cx="288494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352978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3529789"/>
            <a:ext cx="2388703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сборка проекта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93375" y="3529789"/>
            <a:ext cx="2482217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21897" y="3529789"/>
            <a:ext cx="2531132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1 137 мс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9333" y="3529789"/>
            <a:ext cx="288494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 числу правок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130118"/>
            <a:ext cx="11183112" cy="1454594"/>
          </a:xfrm>
          <a:prstGeom prst="roundRect">
            <a:avLst>
              <a:gd name="adj" fmla="val 20954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1208" y="4221558"/>
            <a:ext cx="68580" cy="127171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285566"/>
            <a:ext cx="309587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ЦИКЛ ПРОВЕРОК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00545" y="4285566"/>
            <a:ext cx="23350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20 ПРАВОК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1863" y="4285566"/>
            <a:ext cx="23350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40 ПРАВОК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3181" y="4285566"/>
            <a:ext cx="252109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567633"/>
            <a:ext cx="3095873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синтаксис + сборка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0545" y="4567633"/>
            <a:ext cx="2335014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26 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1863" y="4567633"/>
            <a:ext cx="2335014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51 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3181" y="4567633"/>
            <a:ext cx="2521098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измерено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" y="4854843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4854843"/>
            <a:ext cx="3095873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прогон тестов 60 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00545" y="4854843"/>
            <a:ext cx="2335014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≈ 20 мин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1863" y="4854843"/>
            <a:ext cx="2335014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3181" y="4854843"/>
            <a:ext cx="2521098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514205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5142054"/>
            <a:ext cx="3095873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то же, и хуков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00545" y="5142054"/>
            <a:ext cx="2335014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1863" y="5142054"/>
            <a:ext cx="2335014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≈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80 мин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3181" y="5142054"/>
            <a:ext cx="2521098" cy="2872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749304"/>
            <a:ext cx="11183112" cy="559054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" y="5886464"/>
            <a:ext cx="10707624" cy="2847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1" i="1">
                <a:solidFill>
                  <a:srgbClr val="6B7685"/>
                </a:solidFill>
                <a:latin typeface="Arial"/>
              </a:rPr>
              <a:t>Откуда берутся минуты:</a:t>
            </a:r>
            <a:r>
              <a:rPr sz="950" b="0" i="1">
                <a:solidFill>
                  <a:srgbClr val="6B7685"/>
                </a:solidFill>
                <a:latin typeface="Arial"/>
              </a:rPr>
              <a:t> 40 правок × 1,3 с = </a:t>
            </a:r>
            <a:r>
              <a:rPr sz="950" b="1" i="1">
                <a:solidFill>
                  <a:srgbClr val="6B7685"/>
                </a:solidFill>
                <a:latin typeface="Arial"/>
              </a:rPr>
              <a:t>51 с</a:t>
            </a:r>
            <a:r>
              <a:rPr sz="950" b="0" i="1">
                <a:solidFill>
                  <a:srgbClr val="6B7685"/>
                </a:solidFill>
                <a:latin typeface="Arial"/>
              </a:rPr>
              <a:t> (замер). С прогоном тестов на минуту правка стоит ≈61 с: 40 × 61 ≈ </a:t>
            </a:r>
            <a:r>
              <a:rPr sz="950" b="1" i="1">
                <a:solidFill>
                  <a:srgbClr val="6B7685"/>
                </a:solidFill>
                <a:latin typeface="Arial"/>
              </a:rPr>
              <a:t>41 мин</a:t>
            </a:r>
            <a:r>
              <a:rPr sz="950" b="0" i="1">
                <a:solidFill>
                  <a:srgbClr val="6B7685"/>
                </a:solidFill>
                <a:latin typeface="Arial"/>
              </a:rPr>
              <a:t>. Два хука — вдвое.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Множитель — число правок за задачу, а не стоимость прогона.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Сужать матчер, а не ускорять прогон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274946"/>
          </a:xfrm>
          <a:prstGeom prst="roundRect">
            <a:avLst>
              <a:gd name="adj" fmla="val 7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401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2240" y="1437132"/>
            <a:ext cx="18735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92141" y="1437132"/>
            <a:ext cx="73647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ЦЕЛЕВОЙ / 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① сузить матчер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2240" y="1719199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первый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2141" y="1719199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цена одного прогона тут ни при чём: убрать из-под хука 19 правок из 20 дешевле, чем ускорять прогон в двадцать раз. Наш барьер стоит 27 мс за задачу именно потому, что матчер узкий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409571"/>
            <a:ext cx="11055096" cy="86563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409571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② вынести дорогие проверки на пул-реквест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2240" y="2409571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второй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92141" y="2409571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сборка и тесты дешевле, когда идут один раз за задачу. Правило: на каждое изменение вешают то, что стоит миллисекунды и не может подождать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2752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275203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72240" y="3275203"/>
            <a:ext cx="187359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когда цена нарушения заведомо выше любой задержки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2141" y="3275203"/>
            <a:ext cx="736470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«заведомо» проверяется цифрой, а её никто не смотрел. И потеря невидима: хук начинает задерживать работу раньше, чем это заметят как ошибку — сообщения-то нет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9655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965575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2240" y="3965575"/>
            <a:ext cx="187359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если измерение покажет, что проверка дорогая, а её работу делает другой барьер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92141" y="3965575"/>
            <a:ext cx="736470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раньше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измерения и 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вместо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сужения: выбросив всё, вы выбросите и те 27 миллисекунд, которые работали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8312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831206"/>
            <a:ext cx="114013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72240" y="4831206"/>
            <a:ext cx="187359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практически нигде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92141" y="4831206"/>
            <a:ext cx="736470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таймаут задаёт, сколько среда ждёт, прежде чем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пропустить вызов без проверки</a:t>
            </a:r>
            <a:r>
              <a:rPr sz="1200" b="0" i="0">
                <a:solidFill>
                  <a:srgbClr val="141B2E"/>
                </a:solidFill>
                <a:latin typeface="Arial"/>
              </a:rPr>
              <a:t>. Увеличив его, вы увеличиваете задержку и сохраняете тихий отказ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93790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821806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Множитель — число правок за задачу.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Оптимизировать надо его.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померить у себя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291461"/>
          </a:xfrm>
          <a:prstGeom prst="roundRect">
            <a:avLst>
              <a:gd name="adj" fmla="val 1330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375773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62403" y="1409699"/>
            <a:ext cx="682187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ДАЁТ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4273"/>
            <a:ext cx="3757731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прогон команды хука под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time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на своей нагрузке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× число правок за типичную задачу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2403" y="1684273"/>
            <a:ext cx="6821876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цифру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за задачу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единственную, которая отвечает на вопрос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211683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2116835"/>
            <a:ext cx="3757731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профилировщик хуков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claudekit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403" y="2116835"/>
            <a:ext cx="6821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готовый инструмент сторонного автора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2397124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2397124"/>
            <a:ext cx="3757731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попросить агента посмотреть журнал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2403" y="2397124"/>
            <a:ext cx="6821876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самое дешёвое и самое забываемое: у агента есть доступ к тем же файлам, он прочитает отладочный журнал и назовёт, какие хуки срабатывали и сколько заняли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282968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2829686"/>
            <a:ext cx="3757731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/hooks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403" y="2829686"/>
            <a:ext cx="6821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какие хуки вообще стоят и с какими матчерами —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начинать надо отсюда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310997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3109975"/>
            <a:ext cx="3757731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запуск с записью отладочного файла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403" y="3109975"/>
            <a:ext cx="6821876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сработал ли хук и что он вернул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10304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838320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Процедура, три шага: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①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посчитать правки за задачу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②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умножить на цену одного прогона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③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сравнить с длительностью задачи.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330319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4458335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Порог — это доля задачи.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Одна и та же измеренная цена, 1,3 с на правку × 40 правок =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52 с</a:t>
            </a:r>
            <a:r>
              <a:rPr sz="1150" b="1" i="0">
                <a:solidFill>
                  <a:srgbClr val="141B2E"/>
                </a:solidFill>
                <a:latin typeface="Arial"/>
              </a:rPr>
              <a:t>: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950333"/>
            <a:ext cx="11183112" cy="1268222"/>
          </a:xfrm>
          <a:prstGeom prst="roundRect">
            <a:avLst>
              <a:gd name="adj" fmla="val 2403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5078349"/>
            <a:ext cx="3988250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 ЗАДАЧЕ 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65490" y="5078349"/>
            <a:ext cx="664622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52 С СОСТАВЛЯЮТ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5352923"/>
            <a:ext cx="3988250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10 минут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5490" y="5352923"/>
            <a:ext cx="6646221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9 %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терпимо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0936" y="559879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0936" y="5598795"/>
            <a:ext cx="3988250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3 минуты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65490" y="5598795"/>
            <a:ext cx="6646221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29 %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почти треть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30936" y="5844667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0936" y="5844667"/>
            <a:ext cx="3988250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1 минуту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65490" y="5844667"/>
            <a:ext cx="6646221" cy="245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87 %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почти столько же, сколько сама задача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измерили свой хук — сессия платит не за него</a:t>
            </a:r>
          </a:p>
        </p:txBody>
      </p:sp>
      <p:pic>
        <p:nvPicPr>
          <p:cNvPr id="4" name="Picture 3" descr="khuki-n32-sl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38" y="1254252"/>
            <a:ext cx="9508274" cy="2060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478970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606986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Списки хуков не перекрываются — они объединяются.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Личный хук из ваших домашних настроек и проектный хук на то же событие сработают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64338"/>
            <a:ext cx="11183112" cy="112661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419786"/>
            <a:ext cx="361208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ВЫ ИЗМЕРИЛИ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6761" y="4419786"/>
            <a:ext cx="696751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СВОЙ</a:t>
            </a:r>
            <a:r>
              <a:rPr sz="1050" b="1" i="0">
                <a:solidFill>
                  <a:srgbClr val="6B7685"/>
                </a:solidFill>
                <a:latin typeface="Arial"/>
              </a:rPr>
              <a:t> 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68686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сессия платит 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761" y="468686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сумму всех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сработавших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96118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96118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владелец репозитория видит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761" y="496118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только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проектные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те, что каждый участник завёл себе сам, ему не видны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55547"/>
            <a:ext cx="11183112" cy="739521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5692707"/>
            <a:ext cx="10707624" cy="465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1" i="1">
                <a:solidFill>
                  <a:srgbClr val="6B7685"/>
                </a:solidFill>
                <a:latin typeface="Arial"/>
              </a:rPr>
              <a:t>Честный пробел:</a:t>
            </a:r>
            <a:r>
              <a:rPr sz="950" b="0" i="1">
                <a:solidFill>
                  <a:srgbClr val="6B7685"/>
                </a:solidFill>
                <a:latin typeface="Arial"/>
              </a:rPr>
              <a:t> сколько хуков в среднем стоит в реальном проекте и какова суммарная латентность по флоту —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не измерено никем</a:t>
            </a:r>
            <a:r>
              <a:rPr sz="950" b="0" i="1">
                <a:solidFill>
                  <a:srgbClr val="6B7685"/>
                </a:solidFill>
                <a:latin typeface="Arial"/>
              </a:rPr>
              <a:t>. Контролируемого эксперимента с единым хуком на едином наборе вызовов не существует.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 i="1">
                <a:solidFill>
                  <a:srgbClr val="6B7685"/>
                </a:solidFill>
                <a:latin typeface="Arial"/>
              </a:rPr>
              <a:t>Поэтому забирайте отсюда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арифметику и способ считать</a:t>
            </a:r>
            <a:r>
              <a:rPr sz="950" b="0" i="1">
                <a:solidFill>
                  <a:srgbClr val="6B7685"/>
                </a:solidFill>
                <a:latin typeface="Arial"/>
              </a:rPr>
              <a:t>: готового числа здесь нет.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проверять на каждом шаге, а что — один раз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167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6969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Правило не про git и не про конкретный инструмент. Оно про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частоту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проверка, которая срабатывает на каждом шаге, умножается на число шагов, и умножается именно она, а не её цена.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71597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8132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ПРОВЕРЯТЬ НА КАЖДОМ ШАГЕ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556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без чего следующий шаг опасен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запрет должен сработать в ту секунду, когда действие происходит, иначе он бесполезен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346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3466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миллисекунды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такую задержку человек не замечает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8376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83760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наш барьер: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27 мс, один раз за работу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он смотрит на одно действие, а не на каждое изменение файла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2471597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258132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ПРОВЕРЯТЬ ОДИН РАЗ ЗА РАБОТУ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28556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подтверждает результат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сборка, тесты, разбор кода: их ответ нужен в конце, а не после каждой правки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34662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34662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то, что стоит секунды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секунда на шаге при двадцати шагах превращается в полминуты ожидания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383760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383760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сборка проекта: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1 137 мс на каждой правке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; двадцать правок — около 23 секунд чистого ожидания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94630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8952" y="533011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11408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23 секунды — арифметика: 1 137 мс сборки × 20 правок,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только сборка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Цены сняты на демо-репозитории, по 100 прогонов на каждый хук.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7615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64672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Барьер укреплял то, что уже лежит в файлах проекта. Дальше — про то, чего в файле лежать не должно.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Вынести процедуру легко. Что при этом станет лучше?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Вынести процедуру в отдельный файл легко. Вопрос в том, что при этом станет лучше — и станет ли.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ПОВОДА ЗАВЕСТИ · 2 ИЗМЕРЕНИЯ · 1 НАШ ФАЙЛ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n34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Файл, который спорит сам с собой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Что это за файл.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CLAUDE.md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постоянная инструкция агенту в этом курсе. Агент читает её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целиком, при старте каждой сессии</a:t>
            </a:r>
            <a:r>
              <a:rPr sz="1300" b="1" i="0">
                <a:solidFill>
                  <a:srgbClr val="141B2E"/>
                </a:solidFill>
                <a:latin typeface="Arial"/>
              </a:rPr>
              <a:t>, — в том числе в той, где его просят поправить отступ в вёрстке.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2611"/>
            <a:ext cx="11183112" cy="2200084"/>
          </a:xfrm>
          <a:prstGeom prst="roundRect">
            <a:avLst>
              <a:gd name="adj" fmla="val 1385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85492"/>
            <a:ext cx="640152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НАШЛОСЬ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3632" y="2285492"/>
            <a:ext cx="412321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52573"/>
            <a:ext cx="640152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правило «какой длины обязана быть глава методички» объявлено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дважды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и копии расходятся: одна про разбиение длинной главы, другая добавляет, что засчитывается в объём, и отменяет прежний ориентир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3632" y="2552573"/>
            <a:ext cx="412321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строки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117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474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одного файла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1772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177222"/>
            <a:ext cx="640152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правило, которое само пишет, что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перекрывает соседнее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3632" y="3177222"/>
            <a:ext cx="412321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строка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216</a:t>
            </a:r>
            <a:r>
              <a:rPr sz="1050" b="0" i="0">
                <a:solidFill>
                  <a:srgbClr val="141B2E"/>
                </a:solidFill>
                <a:latin typeface="Arial"/>
              </a:rPr>
              <a:t>; оговорку дописали руками — после того как конфликт сработал на живой лекции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6485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648519"/>
            <a:ext cx="640152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длина файла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690 строк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3632" y="3648519"/>
            <a:ext cx="4123215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собственный предел курса,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600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объявлен в этом же файле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67288"/>
            <a:ext cx="11183112" cy="934211"/>
          </a:xfrm>
          <a:prstGeom prst="roundRect">
            <a:avLst>
              <a:gd name="adj" fmla="val 2175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650168"/>
            <a:ext cx="10744200" cy="5684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$ grep -n "Chapter Depth Baseline (ENFORCED"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117:## Chapter Depth Baseline (ENFORCED — фундаментальное)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474:## Chapter Depth Baseline (ENFORCED — фундаментальное, issue #128)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66092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94108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Никто не приходил и не говорил, что сломалось: заметно ничего и не ломалось. Обе копии написаны в разные дни разными заходами и нашлись при подготовке этого слайда.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уровня загрузки — и цена каждого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8838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58838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ЗА ЧТО ПЛАТЯТ ВСЕГДА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588388"/>
            <a:ext cx="7315" cy="26380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58838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0453"/>
            <a:ext cx="5381244" cy="212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Скилл — отдельный файл с процедурой, который агент открывает сам. Грузится тремя уровнями: имя и описание (~100 токенов), тело файла (до ~5 тыс.), вложенные файлы и скрипты (ноль).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100453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Первый уровень платится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на каждом ходу — вызовется скилл или нет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А третий не платится вовсе, пока не открыт, и практического предела по объёму у него нет.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24096"/>
            <a:ext cx="182676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24096"/>
            <a:ext cx="182676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имя и 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7705" y="3824096"/>
            <a:ext cx="148183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7705" y="3824096"/>
            <a:ext cx="14818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тело файла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7557" y="3824096"/>
            <a:ext cx="1316587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7557" y="3824096"/>
            <a:ext cx="131658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вложения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3945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9488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31105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Дословно из документации: перечень скиллов прибавляется к контексту на каждом ходу — вызывал их агент хоть раз или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с этим файлом?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06600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61464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Файл перед вами. Одно правило объявлено дважды, копии разошлись, и агент читает обе в каждой сессии — включая ту, где его просят поправить отступ в вёрстке. Файл при этом на 690 строк при собственном пределе в 600.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3646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6448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в отдельный файл, который грузится по нужде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26940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26940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измерено про конфликт и про длину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2852"/>
            <a:ext cx="11183112" cy="3679507"/>
          </a:xfrm>
          <a:prstGeom prst="roundRect">
            <a:avLst>
              <a:gd name="adj" fmla="val 8283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424292"/>
            <a:ext cx="68580" cy="3496627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15732"/>
            <a:ext cx="33887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20884" y="1515732"/>
            <a:ext cx="411167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78864" y="1515732"/>
            <a:ext cx="28779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К КАКОМУ ДЕЙСТВИЮ ВЕДЁТ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97799"/>
            <a:ext cx="338878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 столкновении двух правил соблюдаются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оба сразу — в 35,4%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случаев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20884" y="1797799"/>
            <a:ext cx="41116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13 335 испытаний на 6 публичных наборах системных правил; мерилось соблюдение обоих правил пары одновременно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8864" y="1797799"/>
            <a:ext cx="28779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разводить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конфликтующие копии, а не оставлять как есть: цена спора измерена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1007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10078"/>
            <a:ext cx="338878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устройство файла — размер, положение правила, архитектура — на соблюдение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влияет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статистически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0884" y="2510078"/>
            <a:ext cx="41116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1650 сессий, 16 050 наблюдений, контролируемый эксперимент на четырёх характеристиках файла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8864" y="2510078"/>
            <a:ext cx="28779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 мерить длиной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сокращение файла не улучшает соблюдение, это проверено напрямую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22235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222358"/>
            <a:ext cx="3388780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дольше идёт сессия, тем хуже соблюдается правило: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−5,6% шансов на каждой следующей написанной функции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20884" y="3222358"/>
            <a:ext cx="411167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1650 сессий; считали так: агент пишет функцию за функцией, и каждую следующую сравнивали с предыдущей в той же сессии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8864" y="3222358"/>
            <a:ext cx="287798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грузить по нужде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чем длиннее сессия, тем меньше стоит то, что лежало в ней с самого начала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172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117200"/>
            <a:ext cx="338878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вложения не стоят ничего, пока не открыты, и предела по объёму не имеют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20884" y="4117200"/>
            <a:ext cx="41116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документация; ограничение там не на размер, а на глубину ссылок — один уровень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8864" y="4117200"/>
            <a:ext cx="28779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выносить крупное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не опасаясь объёма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73452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510612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Оговорка про обратную величину. 64,6% — это доля тех же 13 335 испытаний, где нарушено хотя бы одно правило пары, и столкновения в них сконструированы специально. Это не оценка того, как часто правила нарушаются сами по себе; авторы предупреждают об этом первыми.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Свести в одну — и вынести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749166"/>
          </a:xfrm>
          <a:prstGeom prst="roundRect">
            <a:avLst>
              <a:gd name="adj" fmla="val 8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23289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ДЕЙСТВИЕ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64995" y="1437132"/>
            <a:ext cx="31087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ОНО ЧИНИТ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20010" y="1437132"/>
            <a:ext cx="603683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ЧЕГО НЕ ЧИНИТ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свести копии, а потом вынести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4995" y="1719199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 — и это порядок: сначала одна правда, потом её место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0010" y="1719199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сведение убирает спор сегодня, вынос убирает его повторение: правило перестаёт лежать в контексте тех сессий, где оно не нужно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409571"/>
            <a:ext cx="123289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свести копии в одну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4995" y="2409571"/>
            <a:ext cx="310871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сегодняшний спор — полностью, и это верный первый шаг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0010" y="2409571"/>
            <a:ext cx="603683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 не говорит о том, где копии жить дальше: через три месяца рядом появится третья, и всё начнётся заново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92468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24682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дописать, какая копия главная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4995" y="2924682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работает ровно один раз —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именно это и сделано на строке 216 этого файла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0010" y="2924682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следующую пару правил придётся снова разводить руками; оговорок становится столько же, сколько конфликтов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6150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615054"/>
            <a:ext cx="1232891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сократить файл до 600 строк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64995" y="3615054"/>
            <a:ext cx="310871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ничего. Это мерка читаемости для человека, а не мерка загрузки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0010" y="3615054"/>
            <a:ext cx="603683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при 200 строках тот же спор стоил бы столько же. И опровергнуто прямо: устройство и размер файла на соблюдение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не влияют</a:t>
            </a:r>
            <a:r>
              <a:rPr sz="1200" b="0" i="0">
                <a:solidFill>
                  <a:srgbClr val="141B2E"/>
                </a:solidFill>
                <a:latin typeface="Arial"/>
              </a:rPr>
              <a:t>, 1650 сессий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3054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305426"/>
            <a:ext cx="1232891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64995" y="4305426"/>
            <a:ext cx="310871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ничего, и «оно не ломается» проверяемо ложно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0010" y="4305426"/>
            <a:ext cx="603683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цена конфликта измерена: когда два правила сталкиваются, соблюдаются оба сразу в 35,4% случаев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168010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296026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Три повода вынести, и все три здесь сходятся.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Правило длинное, а нужно редко — только когда пишут главу. Две его версии противоречат друг другу — вынос разводит их по разным загрузкам. А то, что надо исполнять, а не читать, скилл может принести скриптом и вернуть результат вместо текста.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Скилл целиком, одним экраном</a:t>
            </a:r>
          </a:p>
        </p:txBody>
      </p:sp>
      <p:pic>
        <p:nvPicPr>
          <p:cNvPr id="4" name="Picture 3" descr="skilly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84" y="1300276"/>
            <a:ext cx="11167583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5118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6398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 эти пять частей будут появляться по одной. Возвращайтесь к этому экрану: всё, что мы разбираем поштучно, стоит здесь целиком.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Вынесли правильно, зачистить забыли</a:t>
            </a:r>
          </a:p>
        </p:txBody>
      </p:sp>
      <p:pic>
        <p:nvPicPr>
          <p:cNvPr id="4" name="Picture 3" descr="skilly-dvoynaya-opl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7223"/>
            <a:ext cx="11183112" cy="167746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176711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359591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что именно лежит в двух местах: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.claude/skills/pre-user-gate/SKILL.md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1. Visual sweep: открыть все снимки слайдов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2. Notes read: 5-7 случайных заметок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## Pre-USER-GATE Walkthrough Rule (ENFORCED)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1. Mandatory: invoke /pre-user-gate skill   ← отправляет обратно в скилл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4643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7444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Копия существует затем, чтобы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первым же пунктом отправить читателя в файл, который лежит рядом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Вынос сделан правильно; не сделана зачистка — и стоило это дороже, чем не выносить вовсе.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Помогает отобранный, а не любой</a:t>
            </a:r>
          </a:p>
        </p:txBody>
      </p:sp>
      <p:pic>
        <p:nvPicPr>
          <p:cNvPr id="4" name="Picture 3" descr="skilly-otb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37804"/>
            <a:ext cx="11183112" cy="195704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668322"/>
            <a:ext cx="11183112" cy="117754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51202"/>
            <a:ext cx="41224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4545" y="3851202"/>
            <a:ext cx="64023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33269"/>
            <a:ext cx="412244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33,9% → 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успешных прохождений, то есть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+16,6 процентных пункта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4545" y="4133269"/>
            <a:ext cx="640230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 и те же 18 связок «модель плюс среда»; единственное, что менялось — наличие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курированного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21933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534735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Плюс шестнадцать пунктов — это про скилл, который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кто-то отобрал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про тот, что вы взяли с полки. Замер поставлен на отобранных: он говорит, чего стоит хороший скилл, и ничего не говорит про средний.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скилл, когда строка, когда вложение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1109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7083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СКИЛЛ ЧЕСТНО ОКУПАЕТСЯ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515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тело большое, а срабатывает редко: платите ~100 токенов постоянно, экономите тело в тех сессиях, где оно не нужно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33613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336139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содержимое читается целиком, когда понадобилось: одна процедура, один заход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2712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27121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единицы, и области у них не пересекаются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461109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57083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ВМЕСТО НЕГО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1845157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процедура нужна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каждую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сессию → строка в файле инструкций: тело и так будет грузиться почти всегда, а шаг угадывания добавится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50847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50847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объём огромен, а нужны из него куски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вложение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ноль, пока не открыто, и практического предела по объёму нет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99946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999460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выигрыш съедает постоянная плата за первый уровень — те самые ~100 токенов на каждый скилл в каждом ходу — плюс растущая вероятность выбрать не тот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13173"/>
            <a:ext cx="11183112" cy="1504188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49486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73262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Возьмите процедуру из своей работы и скажите, в какую строку она попала.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Если ни в какую — назовите её, разберём вслух.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548129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265267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Повод есть, и он не про длину файла. Дальше всё упирается в одну строку — ту, по которой модель решает, открывать файл или нет.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Процедура написана правильно. Кто решит, что её пора открыть?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Тело скилла в контексте не лежит. До срабатывания модель видит одну строку — и по ней решает, открывать файл или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ЧАСТИ ОПИСАНИЯ · 2 ДЛИНЫ, КОТОРЫЕ ПУТАЮТ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n44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build-deck: build-deck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172462"/>
          </a:xfrm>
          <a:prstGeom prst="roundRect">
            <a:avLst>
              <a:gd name="adj" fmla="val 935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8067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перечень скиллов этой сессии, как его видит модель: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build-deck: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catalog-docs: catalog-docs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compile-wiki: compile-wiki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diagram-refresh: diagram-refresh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… ещё восемь строк ровно такого же вида …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pre-user-gate: Pre-USER-GATE walkthrough — orchestrator self-review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               before presenting GATE to user.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update-lecture: update-lecture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591306"/>
            <a:ext cx="11183112" cy="1305686"/>
          </a:xfrm>
          <a:prstGeom prst="roundRect">
            <a:avLst>
              <a:gd name="adj" fmla="val 1556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774186"/>
            <a:ext cx="10744200" cy="9399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$ head -3 .claude/skills/build-deck/SKILL.md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#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Build/rebuild a PowerPoint presentation for a lecture using the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E3E9F2"/>
                </a:solidFill>
                <a:latin typeface="Consolas"/>
              </a:rPr>
              <a:t>repo-first pipeline + visual loop + 3 QA agents.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61585"/>
            <a:ext cx="82296" cy="11562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189600"/>
            <a:ext cx="10643616" cy="900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Тринадцать строк, из них двенадцать — имя вместо описания. Почему: фронтматтера в файле нет, и описанием становится его первая непустая строка — заголовок, который дублирует имя. Годный текст лежит третьей строкой того же файла и в перечень не попадает. Проверяется одной командой: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head -5 .claude/skills/*/SKILL.md</a:t>
            </a:r>
            <a:r>
              <a:rPr sz="14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Описание идёт в промпт — и его могут урезать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75143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275143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0315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40315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ПРОИСХОДИТ, КОГДА ПЕРЕЧЕНЬ НЕ ПОМЕЩАЕТСЯ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275143"/>
            <a:ext cx="7315" cy="26380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275143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87207"/>
            <a:ext cx="5381244" cy="212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Описание — текст, который вставляется в системный промпт агента; по нему и делается выбор. Тело файла не читается, пока выбор не сделан: до срабатывания в контексте лежат только имя и описание.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1787207"/>
            <a:ext cx="5381244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У перечня есть бюджет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1% окна модели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Когда он переполнен, среда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отнимает описания, начиная с тех скиллов, которые вызывают реже всего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сначала теряет текст тот, кто и так ни разу не сработал.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510851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510851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93002" y="3510851"/>
            <a:ext cx="196785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93002" y="3510851"/>
            <a:ext cx="19678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бюджет перечня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88877" y="3510851"/>
            <a:ext cx="125502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8877" y="3510851"/>
            <a:ext cx="125502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урезание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9562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174426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256722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длины, и они про разное.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Само поле описания —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1024 знака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Одна строка перечня —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1536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и при переполнении у неё обрезается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Отсюда правило, которое стоит унести: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ключевой случай — первым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потому что теряете вы хвост.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07190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1208" y="5262054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5344350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Нашей деке урезание не грозит: тринадцать скиллов — около 1 300 токенов против примерно 2 000 бюджета при окне в 200 тысяч. Порог от нас далёк, знать надо механизм.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Какое описание сработает?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Пишем описание тому самому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build-deck</a:t>
            </a:r>
            <a:r>
              <a:rPr sz="1300" b="0" i="1">
                <a:solidFill>
                  <a:srgbClr val="6B7685"/>
                </a:solidFill>
                <a:latin typeface="Arial"/>
              </a:rPr>
              <a:t>, который сейчас виден в перечне как имя-дубль. Проверок к нему две, и обе обязательны: попросили «пересобери деку лекции» — скилл должен открыться сам; попросили «поправь опечатку в заголовке слайда» — открыться не должен.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строку, которая пройдёт обе.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«Собирает деку из deck.yaml и slides»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«дека, слайды, презентация, pptx, рендер»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Одна редакция из пяти проходит обе проверки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7109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9989"/>
            <a:ext cx="23860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РЕДАКЦИЯ ОПИСАНИЯ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8156" y="1489989"/>
            <a:ext cx="35829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ПЕРВАЯ ПРОВЕРКА: ОТКРОЕТСЯ, КОГДА НАДО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7396" y="1489989"/>
            <a:ext cx="44094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ВТОРАЯ: ПРОМОЛЧИТ, КОГДА НЕ НАДО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72056"/>
            <a:ext cx="23860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«Собирает презентацию»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18156" y="1772056"/>
            <a:ext cx="35829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скорее нет: «дека» и «слайды» в строке не звучат, а просят обычно этими словами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7396" y="1772056"/>
            <a:ext cx="44094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 проверять нечего, до второй проверки дело не доходит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8433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84335"/>
            <a:ext cx="23860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«Собирает деку из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deck.yaml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slides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8156" y="2484335"/>
            <a:ext cx="35829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да: слова запроса совпали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7396" y="2484335"/>
            <a:ext cx="440945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нет: «поправь опечатку в слайде» тоже про слайды — откроется там, где не нужен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0140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014052"/>
            <a:ext cx="23860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«…и используй, когда просят пересобрать деку»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156" y="3014052"/>
            <a:ext cx="35829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да, увереннее: назван сам повод, а не только предмет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7396" y="3014052"/>
            <a:ext cx="440945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по-прежнему нет: запрет не сказан, значит не действует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5437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66928" y="3543769"/>
            <a:ext cx="11055096" cy="529717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43769"/>
            <a:ext cx="238605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«…но не для правки одного слайда»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18156" y="3543769"/>
            <a:ext cx="35829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7396" y="3543769"/>
            <a:ext cx="440945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да — и это единственная редакция, проходящая обе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0734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073486"/>
            <a:ext cx="23860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«дека, слайды, презентация, pptx, рендер»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18156" y="4073486"/>
            <a:ext cx="35829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скорее нет: набор слов без глагола не говорит,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что скилл делает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совпасть может с чем угодно про слайды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7396" y="4073486"/>
            <a:ext cx="44094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нет: это ровно официальный пример «как не надо», выбор идёт по смыслу, а не по совпадению слов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65381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393397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Описание пишут в третьем лице: «собирает деку», а не «я помогу собрать». Целевая редакция — третья по длине из пяти, и это не совпадение: работает не объём, а состав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что делает · когда звать · когда не звать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наивных фронтматтера — и три вопроса к третьему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50759"/>
            <a:ext cx="11183112" cy="2236977"/>
          </a:xfrm>
          <a:prstGeom prst="roundRect">
            <a:avLst>
              <a:gd name="adj" fmla="val 1362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33639"/>
            <a:ext cx="174966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81768" y="1633639"/>
            <a:ext cx="877507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ПРИ ЭТОМ ПРОИСХОДИТ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15706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фронтматтера 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1768" y="1915706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описанием становится заголовок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# 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дубль имени. По смыслу скилл не откроется никогда, а прямой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/deploy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работает, поэтому автор ничего не замечает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44542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445423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description: Помогает с деплоем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81768" y="2445423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не пустое, фронтматтер годный — но не сказано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звать 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когда 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Это запрещённая документацией формулировка, переведённая дословно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97514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975140"/>
            <a:ext cx="174966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третий — собираем сейчас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1768" y="2975140"/>
            <a:ext cx="877507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он обязан отличаться от второго, называет зал: вопросы ниже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43596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526476"/>
            <a:ext cx="51179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СПРАШИВАЕМ У ЗАЛА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50087" y="4526476"/>
            <a:ext cx="540676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КУДА ЛОЖИТСЯ ОТВЕТ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808543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этот скилл делает?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0087" y="4808543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первое предложение, третьим лицом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1556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155698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каким словам его будут звать?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0087" y="5155698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второе, после «используй, когда»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55028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5502852"/>
            <a:ext cx="511798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Где он сработать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должен?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50087" y="5502852"/>
            <a:ext cx="540676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явное «не для…» в конце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продиктовал зал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69846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852726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.claude/skills/deploy/SKILL.md — собрано из трёх ответов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name: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Деплоит лендинг signup-landing на прод — сборка, smoke-тест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формы, публикация, проверка прод-URL. Используй, когда пользователь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просит задеплоить, выкатить или опубликовать сайт — не для обычных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правок кода без деплоя.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485055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613071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Проверяется в обе стороны, и вторую проверку почти всегда пропускают.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Просим «выкати сайт» — скилл должен открыться. Просим «поправь опечатку в вёрстке» — открыться не должен. Если открылся, описание слишком широкое, и вы купили себе лишнее срабатывание в каждой второй сессии.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Тело: годный текст, в котором нет команд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9607"/>
            <a:ext cx="11183112" cy="1578102"/>
          </a:xfrm>
          <a:prstGeom prst="roundRect">
            <a:avLst>
              <a:gd name="adj" fmla="val 1287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92487"/>
            <a:ext cx="10744200" cy="121234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наивное тело — годный текст, скилл сработает: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 проект.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Прогнать тесты.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Проверить, что всё работает.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9068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331870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годный, скилл сработает. Не сказано одного: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какой именно командой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Модель угадает заново или возьмёт устаревшую — задача угадывания не решена, а переехала из файла инструкций внутрь скилла, где её труднее заметить.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6648"/>
            <a:ext cx="11183112" cy="1767967"/>
          </a:xfrm>
          <a:prstGeom prst="roundRect">
            <a:avLst>
              <a:gd name="adj" fmla="val 1149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4659528"/>
            <a:ext cx="10744200" cy="140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собираем: назовите команду на каждый шаг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    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Проверить форму: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    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Открыть адрес на проде и отправить форму руками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5. Записать, что выложено, когда и какой командой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Тело, которое продиктовал зал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1738"/>
            <a:ext cx="11183112" cy="1767967"/>
          </a:xfrm>
          <a:prstGeom prst="roundRect">
            <a:avLst>
              <a:gd name="adj" fmla="val 1149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2004618"/>
            <a:ext cx="10744200" cy="140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npm run build — код выхода должен быть 0.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Проверить форму: npx playwright test — должно быть зелёным.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wrangler pages deploy dist --project-name signup-landing.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Открыть адрес на проде, вручную отправить форму с верными данными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заявка должна дойти.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5. Записать в .tasks/active/ГГГГ-ММ-ДД-описание.md: что выложено,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когда и какой командой.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257217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385233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Официальное правило с другой стороны: не предлагать несколько способов без необходимости. Не «можно этим, а можно тем», а ровно один — тот, что в этом репозитории действительно работает.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Шагов пять, литеральных команд три: четвёртый и пятый исполняются руками, и выдуманной команды у них нет.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Сфокусированный обгоняет исчерпывающий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69923"/>
            <a:ext cx="11183112" cy="2244724"/>
          </a:xfrm>
          <a:prstGeom prst="roundRect">
            <a:avLst>
              <a:gd name="adj" fmla="val 1357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2803"/>
            <a:ext cx="3393448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ИНТУИЦИЯ, КОТОРАЯ КАЖЕТСЯ БЕЗОБИДНОЙ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5552" y="1552803"/>
            <a:ext cx="7131295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 ПРОТИВ НЕЁ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07209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«раз уж пишу скилл — напишу его исчерпывающим, пусть покрывает все случаи»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5552" y="2007209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сфокусированный скилл обгоняет более крупные и исчерпывающие наборы. База: та же выборка из 87 задач, менялась только структура скилла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7194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719489"/>
            <a:ext cx="339344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«чем больше в теле написано, тем надёжнее сработает»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5552" y="2719489"/>
            <a:ext cx="713129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откроется файл или нет, решает описание; объём тела на это не влияет — до срабатывания тела в контексте нет. Раздутое тело удорожает каждое срабатывание и не улучшает ни одного выбора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6841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19643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Официальная рекомендация с той же стороны: держать файл скилла до 500 строк, а подробный справочный материал уносить в отдельные файлы — те самые вложения, которые стоят ноль, пока не открыты.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505170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5642330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Честно про силу утверждения: направление подтверждено первоисточником, а числовой размер разрыва из работы не извлечён. Процента здесь нет, и выдумывать его мы не будем — сказано направление и названа база.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Докуда судьбу скилла решает описание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894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016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ОПИСАНИЯ ХВАТАЕТ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594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единицы, области у них не пересекаются: спутать не с чем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6692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66924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его теми же словами, что стоят в описании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88556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8556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решение «открывать или нет» вы готовы отдать модели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691894"/>
            <a:ext cx="5454396" cy="2212213"/>
          </a:xfrm>
          <a:prstGeom prst="roundRect">
            <a:avLst>
              <a:gd name="adj" fmla="val 1377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80162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БЕРУТ ВМЕСТО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207594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 соседа описание похоже → текстом это уже не чинится. Точное совпадение имён разрешает приоритет уровней, похожий смысл не разрешает ничто; это следующий разговор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7392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7392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зовут другими → дописать настоящие слова запроса, а не удлинять объяснение: перечень обрезает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на 1536 знаках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2302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23024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готовы → флаг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disable-model-invocation: true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скилл остаётся вызываемым по имени, а модель его описание не видит вовсе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571619"/>
            <a:ext cx="11183112" cy="1099566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490594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791075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Назовите скилл, который вы бы модели не доверили выбирать.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Третья строка — про него.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523627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12140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Всё это — про скилл, который вы пишете сами. А его, скорее всего, уже написали до вас.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Такой скилл уже написан — и лучше, чем напишете вы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Такой скилл уже написан, и написан лучше, чем напишете вы. Вопрос в том, что вы вместе с ним впускаете.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ОФИЦИАЛЬНЫЙ СКИЛЛ · 4 ЗАМЕРА · 3 УСЛОВИЯ ОТКАЗА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n55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Своё за недели или готовое сегодня</a:t>
            </a:r>
          </a:p>
        </p:txBody>
      </p:sp>
      <p:pic>
        <p:nvPicPr>
          <p:cNvPr id="4" name="Picture 3" descr="skilly-svoy-ili-gotovy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02481"/>
            <a:ext cx="11183112" cy="28889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661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463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Задача.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Разобрать PDF заказчика: текст, таблицы, заполненные формы. Официальный скилл ровно на это уже есть — документация приводит его описание как образец того, каким описание должно быть.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0854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3655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Момент решения — обычный: задача есть сегодня, готовое ставится за минуту, своё писать некогда. Никто не выбирает между «безопасно» и «опасно»: выбирают между «сегодня» и «через месяц».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Приходит каталог с кодом, а разрешение — разовое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145030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145030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730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27304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УПУСКАЮТ, КОГДА СТАВЯТ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145030"/>
            <a:ext cx="7315" cy="2871216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145030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657094"/>
            <a:ext cx="5381244" cy="2359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Чужой скилл — не текст, 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каталог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тело, вложения и скрипты рядом. Скрипты запускаются через оболочку,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 правами вашей сессии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теми же, что у вас.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657094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Разрешение вы даёте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один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а права остаются. Содержимое может измениться потом: обновится вложение, обновится скрипт —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согласия на это уже не спросят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83558"/>
            <a:ext cx="1124598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083558"/>
            <a:ext cx="112459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каталог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55534" y="4083558"/>
            <a:ext cx="160804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55534" y="4083558"/>
            <a:ext cx="160804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права сессии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13910"/>
            <a:ext cx="233586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613910"/>
            <a:ext cx="233586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разовое разрешение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Берёте или пишете своё?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Готовый скилл делает нужное лучше, чем сделаете вы, и ставится за минуту. Вместе с ним устанавливается каталог с кодом, который исполнится с правами вашей сессии. Задача при этом стоит сегодня.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Отобранный помогает, случайный — не обещает ничего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4289"/>
            <a:ext cx="11183112" cy="3131820"/>
          </a:xfrm>
          <a:prstGeom prst="roundRect">
            <a:avLst>
              <a:gd name="adj" fmla="val 973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595729"/>
            <a:ext cx="68580" cy="2948939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87169"/>
            <a:ext cx="37309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63017" y="1687169"/>
            <a:ext cx="399280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ОТ КАКОЙ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2127" y="1687169"/>
            <a:ext cx="26547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К КАКОМУ ШАГУ ВЕДЁТ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69236"/>
            <a:ext cx="37309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уже видели: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 курированным скиллом решается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задач против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33,9%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без него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3017" y="1969236"/>
            <a:ext cx="399280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задач, те же 18 связок модели со средой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2127" y="1969236"/>
            <a:ext cx="26547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брать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готовое: прирост настоящий и измеренный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815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81516"/>
            <a:ext cx="373091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качество скилла из каталогов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6,2 из 12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у отобранных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10,1 из 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3017" y="2681516"/>
            <a:ext cx="399280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обход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качества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47 150 скиллов по 12-балльной рубрике против верхнего квартиля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2127" y="2681516"/>
            <a:ext cx="26547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отбирать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прирост дал не любой, а прошедший отбор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3937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393795"/>
            <a:ext cx="37309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26,1%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скиллов несут уязвимость,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5,2%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признаки злого умысла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3017" y="3393795"/>
            <a:ext cx="399280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другой обход,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уязвимостей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31 132 скилла, детектор с точностью 86,7% и полнотой 82,5%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2127" y="3393795"/>
            <a:ext cx="26547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вычитывать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перед установкой, а не после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9235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923512"/>
            <a:ext cx="37309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с исполняемым скриптом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уязвимы 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2,12 раза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чаще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3017" y="3923512"/>
            <a:ext cx="399280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обход уязвимостей; различие одно — есть внутри скрипт или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2127" y="3923512"/>
            <a:ext cx="26547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читать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 первую очередь скрипты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а не тело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03621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440781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Два обхода — не один, и числа у них разные по делу.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47 150 скиллов просмотрены на качество, 31 132 — на уязвимости; это две разные работы, две выборки и два вопроса. Складывать их нельзя, и совпадения долей ждать неоткуда.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Вычитать то, что исполняется, потом ставить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158107"/>
          </a:xfrm>
          <a:prstGeom prst="roundRect">
            <a:avLst>
              <a:gd name="adj" fmla="val 733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350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7130" y="1437132"/>
            <a:ext cx="29207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34167" y="1437132"/>
            <a:ext cx="63226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68464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вычитать и взять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7130" y="1719199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целевой — и это порядок, а не одна карточка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4167" y="1719199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читаются не все строки подряд, а сначала то, что исполняется: скрипты и вложения, на которые ссылается тело. Именно у них множитель риска, и именно их обновят потом без вашего согласия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876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387663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взять как есть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7130" y="2387663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скилл ваш собственный или вычитан кем-то, кому вы доверяете лично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34167" y="2387663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«по теме» не значит «безвредно»: из 125 разобранных случаев функционального вреда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86 дали скиллы, которые выглядели подходящими задаче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. Релевантность — не проверка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0561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056128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взять с выключенным автовызовом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7130" y="3056128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верная добавка к целевому, а не замена ему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34167" y="3056128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закрывает «сработает не там», но не закрывает «внутри чужой код». Обязательна там, где действие необратимо: выкатка, миграция, удаление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245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24592"/>
            <a:ext cx="11350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написать своё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7130" y="3724592"/>
            <a:ext cx="292073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когда предмет — ваша область, а не общая: разбор вашего формата, ваш регламент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34167" y="3724592"/>
            <a:ext cx="632268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для общей задачи вроде разбора PDF это недели работы и результат хуже; отказ от измеренного прироста без причины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3930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393056"/>
            <a:ext cx="1135026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 ставить вовсе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7130" y="4393056"/>
            <a:ext cx="2920732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когда нет того, кто вычитает; когда скрипт обращается наружу — к сети или к ключам; когда цена ошибки необратима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34167" y="4393056"/>
            <a:ext cx="6322680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это не осторожность как принцип, а три проверяемых условия. Если хоть одно есть — отказ правильный ответ, и он дешевле разбирательства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76951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704967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Правило, которое уносят: читать не «скилл», а то, что в нём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исполняется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 Тело — это текст, его модель ещё может не выполнить. Скрипт выполнится обязательно, и с вашими правами.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читать в чужом скилле и в каком порядке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924812"/>
          </a:xfrm>
          <a:prstGeom prst="roundRect">
            <a:avLst>
              <a:gd name="adj" fmla="val 1055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5590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чужой-скилл/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scripts/*.sh, *.py      ← 1. ЧИТАТЬ ПЕРВЫМ: исполнится обязательно,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с правами вашей сессии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вложения (*.md, *.json) ← 2. на что ссылается тело; обновятся без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повторного согласия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├── SKILL.md — фронтматтер  ← 3. описание: не шире, чем надо, иначе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│                                скилл начнёт срабатывать не там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└── SKILL.md — тело         ← 4. ЧИТАТЬ ПОСЛЕДНИМ: это текст, модель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>
                <a:solidFill>
                  <a:srgbClr val="E3E9F2"/>
                </a:solidFill>
                <a:latin typeface="Consolas"/>
              </a:rPr>
              <a:t>                                 ещё может ему не последовать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343656"/>
            <a:ext cx="11183112" cy="1868932"/>
          </a:xfrm>
          <a:prstGeom prst="roundRect">
            <a:avLst>
              <a:gd name="adj" fmla="val 1630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526536"/>
            <a:ext cx="2113640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ГДЕ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5744" y="3526536"/>
            <a:ext cx="8411103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ИЩУТ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86124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скрипты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5744" y="3786124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обращения наружу: сеть, переменные окружения, ключи, запись за пределы каталога проекта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0970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097020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вложения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5744" y="4097020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то же самое, плюс ссылки на файлы вне каталога скилла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4079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407916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фронтматтер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5744" y="4407916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слишком широкое описание — оно решает, когда скилл сработает; и нет ли выключенного явного вызова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7188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718812"/>
            <a:ext cx="2113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тело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5744" y="4718812"/>
            <a:ext cx="84111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шаги, которые делают необратимое, — и нет ли среди них запуска чего-то ещё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77180"/>
            <a:ext cx="82296" cy="8884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505196"/>
            <a:ext cx="10643616" cy="632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Consolas"/>
              </a:rPr>
              <a:t>claude plugin validate &lt;каталог&gt;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находит скиллы, чей фронтматтер не читается, </a:t>
            </a:r>
            <a:r>
              <a:rPr sz="1300" b="1" i="0">
                <a:solidFill>
                  <a:srgbClr val="141B2E"/>
                </a:solidFill>
                <a:latin typeface="Arial"/>
              </a:rPr>
              <a:t>без запуска сессии</a:t>
            </a:r>
            <a:r>
              <a:rPr sz="1300" b="1" i="0">
                <a:solidFill>
                  <a:srgbClr val="141B2E"/>
                </a:solidFill>
                <a:latin typeface="Arial"/>
              </a:rPr>
              <a:t> — то есть до установки. Это единственная проверка из перечисленных, которую делает машина; остальные четыре делает человек глазами.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Вычитали и взяли — а потом оно поменялось</a:t>
            </a:r>
          </a:p>
        </p:txBody>
      </p:sp>
      <p:pic>
        <p:nvPicPr>
          <p:cNvPr id="4" name="Picture 3" descr="skilly-chuzhoy-kat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76766"/>
            <a:ext cx="11183112" cy="26093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107037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235053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Конвертер картинок — официальный открытый скилл самого производителя. Внутрь добавили одну функцию: тихо скачать и запустить программу-шифровальщика. Снаружи он не изменился: то же имя, то же описание, то же видимое поведение. Исследователи, показавшие это, раскрыли находку производителю; ответ был — ответственность за то, какие скиллы вы запускаете, лежит на вас.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4711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7513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Отсюда следует не «не берите чужое», а поправка к порядку: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обновление чужого скилла — это новая установка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мелочь, которую пропускают.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чужой скилл — правильный выбор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5783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7551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БЕРИТЕ ЧУЖОЙ — ЭТО ВЕРНОЕ 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9831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общий, а не ваш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разбор формата, работа с документами, типовое преобразование — писать своё значит платить неделями за худший результат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1315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1315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исполняемое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есть кому вычитать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и вычитка сделана до установки, а не после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00413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00413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действие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обратимо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а если нет — ставят с выключенным автовызовом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49511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49511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немного и области не пересекаются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1465783"/>
            <a:ext cx="5454396" cy="2703195"/>
          </a:xfrm>
          <a:prstGeom prst="roundRect">
            <a:avLst>
              <a:gd name="adj" fmla="val 112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157551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184983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предмет ваш: ваш регламент, ваш формат, ваша предметная область → своё, и тогда недели оправданы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234081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234081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вычитывать некому → не ставить: это одно из трёх условий отказа, и оно самое частое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283179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283179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необратимое действие плюс автовызов → такое сочетание не устанавливают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4516" y="332277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4516" y="3322777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библиотека начинает мешать сама: при росте до 202 скиллов на тех же задачах падение доходит до 21%, и падает именно точность выбора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36490"/>
            <a:ext cx="11183112" cy="117386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58952" y="537312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055946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 же три условия — про хук из чужого репозитория.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Хук лежит в репозитории и приезжает с клоном: устанавливать нечего, а исполняется он с вашими правами так же, как скрипт в чужом скилле. Клонировали чужой проект — впустили чужое исполняемое, не приняв ни одного решения.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n63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оси закрыты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1440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79456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Вторая строка заполнена. Таблица та же, что открывала занятие пустой.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69545"/>
            <a:ext cx="11183112" cy="3113849"/>
          </a:xfrm>
          <a:prstGeom prst="roundRect">
            <a:avLst>
              <a:gd name="adj" fmla="val 978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52425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2452425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34492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2055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2740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3425" y="2734492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4467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446771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2055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2740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3425" y="3446771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590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159051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232203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50620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50620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7935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8533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85336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92651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2753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8239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заполнены. Три остаются на следующее занятие.»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60025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1488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«На входе в занятие каталога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.claude/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в репозитории не было.»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01942"/>
            <a:ext cx="11183112" cy="2337562"/>
          </a:xfrm>
          <a:prstGeom prst="roundRect">
            <a:avLst>
              <a:gd name="adj" fmla="val 869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84822"/>
            <a:ext cx="10744200" cy="19718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    ветка seminar-5-hook,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                              ← на входе не существовал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settings.json                 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hooks/selftest-branch-guard.sh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skills/deploy/SKILL.md                ← скилл · только в плане, коммита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20 строк / 3 раздела  →  40 строк / 5 разделов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Repository etiquette             ← текстовое правило про ветки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Хук защиты ветки                 ← и кого он НЕ останавливает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2709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45510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Два файла подтверждены коммитом, один существует только в плане: запись о будущей работе не равна выполненной.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ПОВТОРНЫЙ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вопрос — второй раз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Этот вопрос уже звучал в начале занятия; ответ тогда не озвучивался.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У кого ответ изменился — и что его изменило?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 час стало проверяемым</a:t>
            </a:r>
          </a:p>
        </p:txBody>
      </p:sp>
      <p:pic>
        <p:nvPicPr>
          <p:cNvPr id="4" name="Picture 3" descr="ramka-n62-chto-razlozh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7945"/>
            <a:ext cx="11183112" cy="27957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25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05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Под двумя карточками из пяти теперь лежит файл: его можно открыть и проверить командой. Под тремя остальными такого файла нет.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6813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570529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«Три нижние строки сегодня ничем не проверены: про них сказано только то, что их ступени впереди. Выдавать это за результат нет оснований.»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