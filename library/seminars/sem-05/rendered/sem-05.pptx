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`.claude/`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t>**Первое — до или после вызова.** До. После вызова барьер может только сообщить: действие уже произошло, отменять нечем.</a:t>
            </a:r>
          </a:p>
          <a:p/>
          <a:p>
            <a:r>
              <a:t>**Второе — на все инструменты или на один.**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t>**Третье обычно не берут, оно механическое.**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t>**Четвёртое — как узнать ветку.** Зал называет `rev-parse --abbrev-ref HEAD`. Вот что с ним на свежем репозитории без коммитов: падает, код сто двадцать восемь. Менее привычный `symbolic-ref --short`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`symbolic-ref` потому, что у него нет состояния, в котором он тихо отказывает.</a:t>
            </a:r>
          </a:p>
          <a:p/>
          <a:p>
            <a:r>
              <a:t>**Пятое — самое важное.**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t>**Точек, к которым можно прицепиться, тридцать три.**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**Теперь точность.**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**Что приходит на вход.**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`tool_input.command` распаковкой структуры, а не поиском по тексту. Две причины, обе на схеме. Первая: рядом лежит `description`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t>**И три вещи про приоритеты внизу.**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`permission_mode` приходит одним из шести значений, и режим «вручную» из интерфейса приезжает сюда как `default`, а не как `manual`.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t>**Сначала — почему одной тишины мало.**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t>**Теперь чем спрашивать.**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`claude doctor`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t>**Третий шаг — тот, который пропускают.**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мы поставили, эту боль закрыли. Следующая — другой природы. Раньше агент читал правило и нарушал. Теперь он читает всё честно, каждый раз и целиком, — и большая часть прочитанного к вашему запросу отношения не имеет.</a:t>
            </a:r>
          </a:p>
          <a:p/>
          <a:p>
            <a:r>
              <a:t>Будем называть это налогом. Платить за нужное нормально; вопрос в том, по какой мерке понять, что платите вы уже не за то. Сейчас покажу файл, на котором это видно. Файл наш собственный.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репозиторий. Тот, в котором лежит этот семинар.</a:t>
            </a:r>
          </a:p>
          <a:p/>
          <a:p>
            <a:r>
              <a:t>Открываем CLAUDE.md. Шестьсот девяносто строк. На строке четыреста семьдесят — наше собственное правило: документ не длиннее шестисот строк. Файл, который это правило объявляет, нарушает его на девяносто строк. Я это заметил не когда писал правило, а когда готовил вот этот слайд.</a:t>
            </a:r>
          </a:p>
          <a:p/>
          <a:p>
            <a:r>
              <a:t>Смотрим, что внутри. Строки двести пятьдесят два — двести семьдесят девять: двадцать восемь строк про то, как свериться перед показом работы заказчику. Семьсот тридцать слов. Нужны они в день показа. Читает их агент каждый раз, когда я открываю сессию, — в том числе когда я прошу поправить отступ в вёрстке.</a:t>
            </a:r>
          </a:p>
          <a:p/>
          <a:p>
            <a:r>
              <a:t>И третий кадр, ради которого всё это рассказано. Семнадцатого мая ту же самую сверку я вынес в отдельный файл. Сто шестьдесят пять строк, коммит четыре-семь-четыре-бэ-шесть-девять-ноль-два. Правильный ход. А из CLAUDE.md не вырезал ни строчки. Обе копии лежат там до сегодня.</a:t>
            </a:r>
          </a:p>
          <a:p/>
          <a:p>
            <a:r>
              <a:t>И вот совсем смешное: первый пункт этого раздела в CLAUDE.md — «вызови скилл pre-user-gate». Короткая копия грузится в каждой сессии, чтобы первым же пунктом отправить читателя в длинную.</a:t>
            </a:r>
          </a:p>
          <a:p/>
          <a:p>
            <a:r>
              <a:t>Четыре с половиной месяца. Никто не пришёл и не сказал, что что-то сломалось, потому что ничего и не сломалось. Просто каждая сессия начинается с оплаты счёта, который выписан не ей.</a:t>
            </a:r>
          </a:p>
          <a:p/>
          <a:p>
            <a:r>
              <a:t>*Вывода здесь не делаем — его сделает зал на следующем слайде.*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t>*Пауза. Три-четыре голоса. Любой выбор фиксирую одинаково, вслух и без оценки.*</a:t>
            </a:r>
          </a:p>
          <a:p/>
          <a:p>
            <a:r>
              <a:t>Слушаю я в ответах одну вещь: назовёте ли вы вторую половину вопроса — «чтобы агент понял сам». Без неё задача превращается в «вынести в отдельный файл», а это вы и так умеете.</a:t>
            </a:r>
          </a:p>
          <a:p/>
          <a:p>
            <a:r>
              <a:t>За первую карточку голосуют не по невнимательности. У неё есть настоящий аргумент: шестьсот девяносто строк — многовато, но ничего не упало, и правило про шестьсот я написал сам, могу сам и передоговориться. Если кто-то её выберет, спрошу только одно: по какой мерке вы решили, что ещё нормально?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команды. Выполните их у себя — получите такие же четыре ответа, только со своими числами.</a:t>
            </a:r>
          </a:p>
          <a:p/>
          <a:p>
            <a:r>
              <a:t>Первая: сколько строк в файле инструкций. У нас шестьсот девяносто. Вторая: где записано наше собственное правило — четыреста семидесятая строка, шестьсот строк. Файл длиннее своего предела.</a:t>
            </a:r>
          </a:p>
          <a:p/>
          <a:p>
            <a:r>
              <a:t>Третья и четвёртая — про скиллы. Каталогов тринадцать. А первая строка файла начинается с решётки у двенадцати из тринадцати. Зачем я это считаю, станет понятно через три слайда; пока просто запомните цифру.</a:t>
            </a:r>
          </a:p>
          <a:p/>
          <a:p>
            <a:r>
              <a:t>Теперь два измерения со стороны, оба на тех же задачах со скиллом и без. Первое: успех поднимается с тридцати трёх процентов до пятидесяти, и весь выигрыш — от того, что описание узкое и попадает в запрос.</a:t>
            </a:r>
          </a:p>
          <a:p/>
          <a:p>
            <a:r>
              <a:t>Второе страшнее. Когда скиллов становится двести два, успех падает — до двадцати одного пункта. Перечень всё так же дёшев; падает точность выбора. Скиллов много, модель берёт не тот.</a:t>
            </a:r>
          </a:p>
          <a:p/>
          <a:p>
            <a:r>
              <a:t>И честно про пробел: нашего масштаба — один репозиторий, один скилл на одну процедуру — не мерил никто. Шестьсот девяносто строк я посчитал сам, здесь, сегодня. Это факт про нас, не закон природы.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первой строки — ради неё этот разбор и существует.</a:t>
            </a:r>
          </a:p>
          <a:p/>
          <a:p>
            <a:r>
              <a:t>«Оставить как есть» — не глупость. Правило про шестьсот строк я написал сам, шестьсот девяносто не катастрофа, и передоговориться я тоже могу сам. Ответ не в том, что я невнимателен. Ответ в том, что я мерил не тем.</a:t>
            </a:r>
          </a:p>
          <a:p/>
          <a:p>
            <a:r>
              <a:t>Шестьсот строк — это мерка читаемости: сколько текста человек готов держать в одном документе. Вопрос у нас другой: сколько из прочитанного вернулось пользой. Две разные вещи. Доведите до крайности: пусть файл был бы сто девяносто строк, из них те же двадцать восемь — про сверку. Убыток тот же самый до копейки, а мерка длины по-прежнему говорит «норма». Если мерка при любом ответе показывает «норма» — по ней нельзя ничего решить.</a:t>
            </a:r>
          </a:p>
          <a:p/>
          <a:p>
            <a:r>
              <a:t>Рабочая мерка в рамке под таблицей. Считаем загрузки. Приёмка бывает трижды на лекцию, а сессий за это время — много: почти каждое чтение проходит зря.</a:t>
            </a:r>
          </a:p>
          <a:p/>
          <a:p>
            <a:r>
              <a:t>Теперь по строкам. Импорт: файл стал читаемее вам, а агент читает его так же целиком при старте. Платить стали из другого кармана, сумма та же. Напоминать вручную работает, пока приёмок мало, — но тогда в каждом цикле нужны вы, а мы как раз пытаемся не быть нужными.</a:t>
            </a:r>
          </a:p>
          <a:p/>
          <a:p>
            <a:r>
              <a:t>Хук — путаница продуктивная, поэтому проговорю. Хук исполняет среда, агента не спрашивая. А сверку перед приёмкой за человека исполнить нельзя: там на каждом шаге решение — посмотрел ли я снимок слайда, прочитал ли заметки. Хук держит правила, скилл держит процедуры.</a:t>
            </a:r>
          </a:p>
          <a:p/>
          <a:p>
            <a:r>
              <a:t>Целевой вариант — жирная строка. Испортить его можно ровно одним способом: написать описание для человека вместо триггера для модели. Этим сейчас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скилл. Он собирает вот эту самую презентацию.</a:t>
            </a:r>
          </a:p>
          <a:p/>
          <a:p>
            <a:r>
              <a:t>Посмотрите на строку первую и строку третью. В первой — заголовок. В третьей — нормальное человеческое описание: собирает презентацию лекции по такому-то конвейеру. Кто-то его написал. Написал хорошо. И оно не работает.</a:t>
            </a:r>
          </a:p>
          <a:p/>
          <a:p>
            <a:r>
              <a:t>Потому что в перечне доступных скиллов этот файл виден вот так: «build-deck — build-deck». Имя вместо описания.</a:t>
            </a:r>
          </a:p>
          <a:p/>
          <a:p>
            <a:r>
              <a:t>Если спросите, сломан ли он, — нет. Наберу `/build-deck` — отработает как часы. Не может он другого: сработать сам, по смыслу того, что я прошу. Модель выбирает нужный скилл из сотни установленных по описанию, и сопоставлять ей тут не с чем: слово «build-deck» не похоже ни на «собери презентацию», ни на «пересобери деку лекции».</a:t>
            </a:r>
          </a:p>
          <a:p/>
          <a:p>
            <a:r>
              <a:t>Три формулировки внизу — из официального списка антипаттернов, дословно. Так пишут, когда торопятся. Наш случай честнее и обиднее: мы не поленились, мы написали описание. Мы положили его строкой ниже, чем надо.</a:t>
            </a:r>
          </a:p>
          <a:p/>
          <a:p>
            <a:r>
              <a:t>Вопрос вам: какие части нужно дописать в этот файл. Не формулировку целиком — части.</a:t>
            </a:r>
          </a:p>
          <a:p/>
          <a:p>
            <a:r>
              <a:t>*Два-три голоса, не комментирую. Собираем на следующем слайде.*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**Три части, и у каждой своя работа.** «Что делает» решает, попадёт ли скилл в кандидаты вообще. «Когда использовать» решает, совпадут ли ваши слова с теми, что реально звучат в запросе. «Когда НЕ использовать» почти никто не называет сам —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зависли на третьей части, вот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t>**Смотрите, что получилось.** Четыре строки сверху файла: три дефиса, имя, описание из трёх частей. Почему именно три дефиса — покажу через слайд. Заголовок остаётся на месте, он теперь просто заголовок.</a:t>
            </a:r>
          </a:p>
          <a:p/>
          <a:p>
            <a:r>
              <a:t>Остальные сто пятьдесят строк я не трогаю. Мы починили не содержание, а то, по чему его находят.</a:t>
            </a:r>
          </a:p>
          <a:p/>
          <a:p>
            <a:r>
              <a:t>**Теперь встречное сокращение, и это не опция.** Двадцать восемь строк про сверку уходят из CLAUDE.md. Шестьсот девяносто становятся шестьсот шестьдесят два. Если бы я в мае сделал этот второй шаг, сегодняшней сцены бы не было. Я сделал первый и остановился — так обычно и бывает: вынести приятно, вырезать страшно.</a:t>
            </a:r>
          </a:p>
          <a:p/>
          <a:p>
            <a:r>
              <a:t>И вот чем это опасно. Две копии расходятся не сразу: через три месяца вы правите одну, забываете вторую, и агент читает обе — сначала устаревшую, потом свежую.</a:t>
            </a:r>
          </a:p>
          <a:p/>
          <a:p>
            <a:r>
              <a:t>**Две проверки.** Первая очевидная: новая сессия, просим пересобрать деку — скилл открывается сам. Вторая, та, которую почти всегда пропускают: просим поправить опечатку в заголовке слайда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t>**И последнее, про которое всегда спрашивают: когда он станет виден.** Если каталог `.claude/skills/` уже был, когда сессия стартовала, — правку среда подхватит сама, перезапускать ничего не надо. А вот если вы создали этот каталог только что, в сессии, которая уже идёт, — она его не увидит. Наберите `/reload-skills`. И повторяйте после каждого изменения, пока не заведёте новую сессию.</a:t>
            </a:r>
          </a:p>
          <a:p/>
          <a:p>
            <a:r>
              <a:t>Формулировка, к которой вернёмся на отладке: скилл проверяется в обе стороны — срабатывает, когда надо, и не срабатывает, когда не надо.</a:t>
            </a:r>
          </a:p>
          <a:p/>
          <a:p>
            <a:r>
              <a:t>*Тот же приём на ваш демо-репозиторий: `.claude/skills/deploy/SKILL.md`, три части про сборку, тест формы и публикацию. На дереве репозитория в конце занятия он помечен «по плану, коммита пока нет» — и это честная пометка, а не оговорка.*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уровня. Разбираемся, что из файла где оказывается.</a:t>
            </a:r>
          </a:p>
          <a:p/>
          <a:p>
            <a:r>
              <a:t>Уровень первый — имя и описание. Они в контексте всегда, для каждого установленного скилла, сработал он сегодня или нет. И больше ничего: ни первой строки тела, ни списка файлов внутри каталога.</a:t>
            </a:r>
          </a:p>
          <a:p/>
          <a:p>
            <a:r>
              <a:t>Уровень второй — тело файла. Попадает в переписку только после того, как модель решила, что описание совпало с запросом. Попало — дальше живёт как обычное сообщение и заново не перечитывается.</a:t>
            </a:r>
          </a:p>
          <a:p/>
          <a:p>
            <a:r>
              <a:t>Уровень третий — вложения. Вспомогательный файл читается целиком, когда до него дошли. А код скрипта в контекст не попадает никогда — даже когда скрипт по-настоящему запускается: запускает его оболочка, а возвращается только то, что он напечатал.</a:t>
            </a:r>
          </a:p>
          <a:p/>
          <a:p>
            <a:r>
              <a:t>Порядок величин, чтобы вы не боялись: тринадцать скиллов по сотне токенов — тысяча триста на весь перечень. Процент от окна в двести тысяч — около двух тысяч. Обрезка при таком масштабе не наступает. Два документа спорят о том, как считается этот бюджет; для вас разница нулевая, и я не стал делать вид, что разрешил спор.</a:t>
            </a:r>
          </a:p>
          <a:p/>
          <a:p>
            <a:r>
              <a:t>**Теперь главное — чем первый уровень заполняется.** Среда открывает файл и смотрит на самую первую строку. Три дефиса — читает фронтматтер, берёт имя и описание из полей. Не три дефиса — разбор не запускается вовсе, и подставляются умолчания: имя от каталога, описание от первой непустой строки.</a:t>
            </a:r>
          </a:p>
          <a:p/>
          <a:p>
            <a:r>
              <a:t>Вернитесь к нашему `build-deck`. Первая строка — заголовок. Значит, описанием стал заголовок. Снаружи похоже, будто система подставила имя вместо описания, — нет. Она взяла не ту строку. А совпала эта строка с именем только потому, что все двенадцать наших файлов открываются заголовком с именем скилла. Начни автор файл сразу с предложения — умолчание сработало бы осмысленно.</a:t>
            </a:r>
          </a:p>
          <a:p/>
          <a:p>
            <a:r>
              <a:t>Тринадцатый, `pre-user-gate`, написан иначе: настоящий фронтматтер, явное имя, явное описание. Он же объясняет, почему остальные двенадцать вообще приносят пользу — их зовут по имени руками. Два разных канала, и одному из них описание не нужно вовсе.</a:t>
            </a:r>
          </a:p>
          <a:p/>
          <a:p>
            <a:r>
              <a:t>*Честно и отдельной строкой: обрезается ли ведущая решётка заголовка при подстановке в перечень — я не нашёл подтверждения ни в одну сторону.*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порядок вопросов, а не порядок команд. Каждое следующее средство спрашивает точнее предыдущего.</a:t>
            </a:r>
          </a:p>
          <a:p/>
          <a:p>
            <a:r>
              <a:t>Первое — `/skills`. Видит ли система ваш скилл вообще. Если его там нет, читать тело файла бесполезно: причина на уровне файловой системы, а не текста.</a:t>
            </a:r>
          </a:p>
          <a:p/>
          <a:p>
            <a:r>
              <a:t>Второе — позвать по имени. Набираю `/build-deck`. Отработал по имени, а словами не срабатывает — значит, дело в описании. Не в теле, не в расположении, не в правах. Это самый полезный вопрос из четырёх, он сразу отсекает половину причин.</a:t>
            </a:r>
          </a:p>
          <a:p/>
          <a:p>
            <a:r>
              <a:t>Третье — не сработал даже явный вызов. Тогда `claude --debug`: он покажет саму ошибку разбора, если три дефиса на месте, а между ними что-то, что не читается.</a:t>
            </a:r>
          </a:p>
          <a:p/>
          <a:p>
            <a:r>
              <a:t>Четвёртое — `/skill-doctor`: сколько каждый скилл стоит и как часто его звали. Это единственное место, где виден случай «сработал не тот из похожих», — и только если прийти и спросить. Отдельно `/context` — сколько перечень занял в этой сессии, уже после обрезки.</a:t>
            </a:r>
          </a:p>
          <a:p/>
          <a:p>
            <a:r>
              <a:t>**Теперь таблица.** Шесть причин, и у каждой написано, что делать.</a:t>
            </a:r>
          </a:p>
          <a:p/>
          <a:p>
            <a:r>
              <a:t>Самая неприятная — четвёртая. Модель берёт не ваш скилл, а соседний, похожий. В журнале об этом ничего нет. И «не сработал» тут неточно: сработал другой. Чините в два хода — сузьте своё описание частью «когда НЕ использовать», а потом проверьте догадку: отключите конкурента на время и повторите тот же запрос. Сработал ваш — значит, он рабочий, и дело было в выборе.</a:t>
            </a:r>
          </a:p>
          <a:p/>
          <a:p>
            <a:r>
              <a:t>**Вот что стоит проговорить вслух.** Описание из трёх частей, которое вы собрали, — это не оформление. Это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постфактум. Сужайте описание. А если автовызов вам вообще не нужен — запретите его полем во фронтматтере, и скилл останется только для ручного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**Случай.** Официальный открытый конвертер картинок. Кто-то добавил внутрь одну функцию: тихо скачать и запустить шифровальщика. Снаружи — тот же конвертер, то же описание, то же поведение.</a:t>
            </a:r>
          </a:p>
          <a:p/>
          <a:p>
            <a:r>
              <a:t>Производитель механизм не отрицает: он говорит, что ответственность на том, кто ставит. По существу он прав — так это и задумано. Одобрение спрашивают один раз, а права живут дальше сами.</a:t>
            </a:r>
          </a:p>
          <a:p/>
          <a:p>
            <a:r>
              <a:t>Вот ради чего я это рассказываю. Скилл — каталог, в котором могут лежать скрипты, и агент запускает их с правами вашей сессии. Поставить чужой скилл — значит установить чужую программу.</a:t>
            </a:r>
          </a:p>
          <a:p/>
          <a:p>
            <a:r>
              <a:t>**Второй слой обходится без злодея, и его я покажу на нас.** Смотрите, что было бы, если бы я поленился с описаниями.</a:t>
            </a:r>
          </a:p>
          <a:p/>
          <a:p>
            <a:r>
              <a:t>У нас есть `build-deck` — собирает презентацию. И есть `update-lecture` — обновляет документ лекции в Google Docs. Я пишу: «обнови слайды лекции пять». Срабатывает второй. Агент открывает документ, правит текст, отчитывается: готово. Он не соврал. Он сделал работу. Просто не ту.</a:t>
            </a:r>
          </a:p>
          <a:p/>
          <a:p>
            <a:r>
              <a:t>Я это замечу через час, когда открою презентацию и не увижу правок. И нигде не будет написано «выбран неверный скилл» — в журнале будет написано, что скилл сработал.</a:t>
            </a:r>
          </a:p>
          <a:p/>
          <a:p>
            <a:r>
              <a:t>Оговорюсь честно: этого у нас не случилось, я взял два настоящих имени и показал, как столкновение выглядит. А вот числа настоящие.</a:t>
            </a:r>
          </a:p>
          <a:p/>
          <a:p>
            <a:r>
              <a:t>Восемьдесят шесть задач из ста двадцати пяти испортил скилл, который выглядел подходящим. Считали разницей двух прогонов: те же задачи, тот же агент, один раз со скиллом, другой без.</a:t>
            </a:r>
          </a:p>
          <a:p/>
          <a:p>
            <a:r>
              <a:t>И про чужие каталоги. Тридцать одна тысяча сто тридцать два скилла из открытого реестра: у каждого четвёртого хотя бы одна уязвимость, у каждого двадцатого — признаки злого умысла. Те, внутри которых лежит исполняемый код, уязвимы вдвое чаще.</a:t>
            </a:r>
          </a:p>
          <a:p/>
          <a:p>
            <a:r>
              <a:t>*Если спросят про динамику: один сторонний каталог просканировали дважды с разницей в одиннадцать дней — было 341 вредоносный скилл из 2857, стало 824 с лишним из 10 700. Каталог наполняется быстрее, чем вычищается.*</a:t>
            </a:r>
          </a:p>
          <a:p/>
          <a:p>
            <a:r>
              <a:t>Связь с тем, что вы написали сами: часть «когда НЕ использовать» защищает ровно от второго слоя. От первого она не защищает никак —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четыре ситуации, где скилл — правильная вещь, но заводить его рано. И на каждую у меня свой пример, из этого же репозитория.</a:t>
            </a:r>
          </a:p>
          <a:p/>
          <a:p>
            <a:r>
              <a:t>Первая: нужна каждую сессию. У нас такое есть — «всегда работай в ветке, не в main». Вынеси я это в скилл, тело грузилось бы почти в каждой сессии, выигрыша ноль, а сверху добавилось бы «совпадёт описание или не совпадёт». Честнее строкой в файле инструкций, где оно и лежит.</a:t>
            </a:r>
          </a:p>
          <a:p/>
          <a:p>
            <a:r>
              <a:t>Вторая: нужна один раз. Перевод лекции четыре на английский мы делали руками. Скилла на перевод среди наших тринадцати нет, и правильно — официальная рекомендация прямая: сначала пройдите задачу без скилла, и только когда она повторится, решайте, что оформлять. Оговорюсь: лекций у нас семнадцать, и по этому же правилу на второй такой лекции скилл заводить уже пора.</a:t>
            </a:r>
          </a:p>
          <a:p/>
          <a:p>
            <a:r>
              <a:t>Третья: нельзя нарушить ни разу. Это коммит в main, и это хук — тот самый, который вы поставили час назад. Скилл остался бы знанием, которое агент волен проигнорировать.</a:t>
            </a:r>
          </a:p>
          <a:p/>
          <a:p>
            <a:r>
              <a:t>Четвёртая: нужен отдельный бюджет контекста. Это субагент, до него дойдём на шестой ступени. Скилл делит с вами то же окно: он умеет «не грузить, пока не нужно», но не умеет «вынести в отдельную голову».</a:t>
            </a:r>
          </a:p>
          <a:p/>
          <a:p>
            <a:r>
              <a:t>Справа три, где скилл не нужен совсем. Чужой каталог мы разобрали. Структура проекта выводится чтением каталогов за секунды и живёт в README.</a:t>
            </a:r>
          </a:p>
          <a:p/>
          <a:p>
            <a:r>
              <a:t>Третья — самая неочевидная, и с ней я спорю чаще всего. При двухстах скиллах успех падает до двадцати одного пункта на тех же задачах. Перечень остаётся дешёвым, а модель начинает промахиваться. Число установленных скиллов — заявка на будущую проблему выбора, а не признак зрелости.</a:t>
            </a:r>
          </a:p>
          <a:p/>
          <a:p>
            <a:r>
              <a:t>И мерка прежняя: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Ставим ступень четыре на ось: решаем, реактивно. Сигнал мы не планировали — он пришёл сам, когда я сел считать, сколько чтений этого файла что-то вернуло.</a:t>
            </a:r>
          </a:p>
          <a:p/>
          <a:p>
            <a:r>
              <a:t>**В ось записываем первую строку**, и формулировка у неё та же, что будет в сводной таблице занятия: важно содержание, описание — деталь, допишем позже. На деле без точного описания-триггера скилл не сработает вообще: выбор идёт по описанию. Мы это видели на своём файле, где хорошее описание лежало строкой ниже, чем надо, и четыре месяца никому не мешало — просто не работало.</a:t>
            </a:r>
          </a:p>
          <a:p/>
          <a:p>
            <a:r>
              <a:t>Вторая строка в ось не идёт, но забывать её нельзя. Вы ожидали, что в худшем случае скилл промолчит. На деле это исполняемый код, и права вы выдаёте один раз, а живут они сколько угодно.</a:t>
            </a:r>
          </a:p>
          <a:p/>
          <a:p>
            <a:r>
              <a:t>Обе поправки про одно и то же. Скилл оценивают по тому, что внутри файла. А решают его судьбу две вещи снаружи: описание, по которому его находят, и права, с которыми его запускают.</a:t>
            </a:r>
          </a:p>
          <a:p/>
          <a:p>
            <a:r>
              <a:t>Теперь посмотрите на дерево репозитория. Всё, что мы сегодня добавляли, — хук, скилл — лежит внутри проекта. Это файлы, которые агент открывает сам, своими руками, никого не спрашивая.</a:t>
            </a:r>
          </a:p>
          <a:p/>
          <a:p>
            <a:r>
              <a:t>Следующая боль — первая, до которой так не дотянуться.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Разбирать будем один случай: двадцать шестое мая две тысячи двадцать пятого, официальный сервер, приватные репозитории в публичной правке.</a:t>
            </a:r>
          </a:p>
          <a:p/>
          <a:p>
            <a:r>
              <a:t>Область узкая: только подключение. Не авторство серверов и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втянулся, перестал писать в мессенджер и оставляет задачи прямо в репозитории. Вот две с этой недели, дословно: «Форма не отправляется с телефона». «Добавьте поле — откуда вы о нас узнали».</a:t>
            </a:r>
          </a:p>
          <a:p/>
          <a:p>
            <a:r>
              <a:t>Левый кадр — то, что в репозитории уже есть, и это можно склонировать прямо сейчас: ветка `seminar-5-hook`, коммит начинается на `9803643`, двадцать семь файлов. Правило, барьер, процедура. Всё это агент читает сам, никакого доступа наружу не нужно. Файла `.mcp.json` в дереве нет.</a:t>
            </a:r>
          </a:p>
          <a:p/>
          <a:p>
            <a:r>
              <a:t>Средний кадр — то, что пришло снаружи. Ни одна из двух задач не появилась оттого, что мы что-то написали в файл, и ни одну нельзя в файл положить: заказчик напишет третью, пока мы говорим.</a:t>
            </a:r>
          </a:p>
          <a:p/>
          <a:p>
            <a:r>
              <a:t>Правый кадр — как они сегодня доезжают до агента. Считаем вслух. Открыть задачу — раз. Скопировать текст — два. Вставить в чат — три. Скопировать ответ — четыре. Вернуться в трекер — пять. Вставить в комментарий — шесть. Шесть ручных шагов на одну задачу, несколько раз в неделю, третий месяц.</a:t>
            </a:r>
          </a:p>
          <a:p/>
          <a:p>
            <a:r>
              <a:t>Эти шесть шагов агент может проделать сам. Для этого ему нужно выпустить руку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Нажимаю на два слова: «до» и «в каком порядке». Спрашиваю последовательность, а не одну карточку.</a:t>
            </a:r>
          </a:p>
          <a:p/>
          <a:p>
            <a:r>
              <a:t>Беру два-три голоса. Любой названный порядок фиксирую одинаково: «принято». Удачный вариант не хвалю — иначе половина зала перестанет думать.</a:t>
            </a:r>
          </a:p>
          <a:p/>
          <a:p>
            <a:r>
              <a:t>Если отвечают «посмотрю документацию» — переспрашиваю: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 не на строки, а на то, как они разложены. Сверху вниз тут не «важное — неважное», а «кто мог это перепроверить».</a:t>
            </a:r>
          </a:p>
          <a:p/>
          <a:p>
            <a:r>
              <a:t>Верхняя полоса — перепроверит кто угодно. Скан почти восьми тысяч живых серверов и контролируемый эксперимент. Знаменатель назван, код открыт, повторяйте.</a:t>
            </a:r>
          </a:p>
          <a:p/>
          <a:p>
            <a:r>
              <a:t>Средняя — раскрыто официально, с заплаткой. Механизм описан точно. Насколько часто это встречается, из такого источника не следует, и я этого не скажу.</a:t>
            </a:r>
          </a:p>
          <a:p/>
          <a:p>
            <a:r>
              <a:t>Нижняя — со слов заинтересованной стороны. Механизм берём, масштаб не берём. Заметьте: она не выброшена. Она стоит на своей полосе, и полоса подписана.</a:t>
            </a:r>
          </a:p>
          <a:p/>
          <a:p>
            <a:r>
              <a:t>Пустая ступень внизу — сколько времени занимает сама проверка сервера перед подключением, не измерил никто. Поэтому критерий в конце ступени будет на признаках, а не на цене процедуры.</a:t>
            </a:r>
          </a:p>
          <a:p/>
          <a:p>
            <a:r>
              <a:t>И десять секунд вам: один из шести источников продаёт то, о чём рассказывает. Где он? — Нижняя полоса, и там это написано словами. Вот привычка, ради которой слайд стоит: смотреть сначала не на цифру, а на того, кто её принёс.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— не карточка, а порядок, и он на схеме. Первое: нужно ли подключение вообще. Второе: с какими правами. Третье: по какой цене в контексте.</a:t>
            </a:r>
          </a:p>
          <a:p/>
          <a:p>
            <a:r>
              <a:t>Начать с третьего — популярная и дорогая ошибка. Вы блестяще оптимизируете стоимость того, что вообще не следовало подключать.</a:t>
            </a:r>
          </a:p>
          <a:p/>
          <a:p>
            <a:r>
              <a:t>Две карточки разберу подробнее, потому что они не глупые. Они недостаточные.</a:t>
            </a:r>
          </a:p>
          <a:p/>
          <a:p>
            <a:r>
              <a:t>«Сервер официальный» — почти везде разумно. Смотрите, что случилось у сервера доступа к базам данных. У инструмента запросов был флаг «только чтение». Флаг был, а режима не было: код, который должен был его включать, проверял поле, которое никогда не заполнялось. Авторы сами были уверены, что защита работает, — до первого запроса, который что-то изменил.</a:t>
            </a:r>
          </a:p>
          <a:p/>
          <a:p>
            <a:r>
              <a:t>«Посмотрю на звёзды» — тут связи нет вовсе.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— проверки нужные, просто не первые. Собираем подключение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напишем в конце. Начнёте с синтаксиса конфигурации — уйдёте в скобки и пропустите два решения, которые важнее любого синтаксиса.</a:t>
            </a:r>
          </a:p>
          <a:p/>
          <a:p>
            <a:r>
              <a:t>Первый шаг быстрый. Что конкретно агент должен уметь? Называйте. Записываю: читать открытые задачи, писать комментарий, готовить черновик правки. Три операции — и больше ничего. Каждая невычеркнутая станет строкой прав через минуту, а сузить список заранее легче, чем отзывать права потом.</a:t>
            </a:r>
          </a:p>
          <a:p/>
          <a:p>
            <a:r>
              <a:t>Второй шаг несёт основной вес, и делаем мы его на настоящем экране. Настройки учётной записи, дальше настройки разработчика, личные токены, вкладка детальных токенов.</a:t>
            </a:r>
          </a:p>
          <a:p/>
          <a:p>
            <a:r>
              <a:t>Первый раздел — доступ к репозиториям. По умолчанию там «все». Вычёркиваем: нам нужен один, `signup-landing`.</a:t>
            </a:r>
          </a:p>
          <a:p/>
          <a:p>
            <a:r>
              <a:t>Второй раздел — сами права, несколько десятков строк, все по умолчанию в положении «нет доступа». Иду по нашему списку из трёх операций и включаю только то, что он требует. Задачи — чтение и запись, комментарий это запись. Запросы на слияние — чтение и запись, это наш черновик. Содержимое — чтение и запись: без права на содержимое не создать ветку, а без ветки нет черновика. Метаданные — только чтение, ставится сама. Остальное не трогаем.</a:t>
            </a:r>
          </a:p>
          <a:p/>
          <a:p>
            <a:r>
              <a:t>Честно про источник: имена строк я сверила по документации, снимка живого экрана у меня для вас нет. Свой вы увидите, когда пойдёте создавать токен; имена на нём будут эти.</a:t>
            </a:r>
          </a:p>
          <a:p/>
          <a:p>
            <a:r>
              <a:t>И сравнение, ради которого всё это. Старый вид токена выдаёт то же самое одной галочкой `repo`: все репозитории, включая приватные, чтение и запись. Запомните эту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сразу: ключ — в переменную окружения, в файле остаётся имя. Дальше то, чего обычно не договаривают: в окружение чего именно.</a:t>
            </a:r>
          </a:p>
          <a:p/>
          <a:p>
            <a:r>
              <a:t>Той оболочки, из которой вы запускаете `claude`. Значит, строчка `export GITHUB_PAT=` идёт в профиль — `.zshrc` или `.bashrc`. Наберёте просто в терминале — проживёт до закрытия окна, а назавтра сервер молча не поднимется, и причину вы будете искать в конфигурации.</a:t>
            </a:r>
          </a:p>
          <a:p/>
          <a:p>
            <a:r>
              <a:t>Теперь сама команда — вот она. Три места в ней стоит разобрать, потому что на них спотыкаются.</a:t>
            </a:r>
          </a:p>
          <a:p/>
          <a:p>
            <a:r>
              <a:t>Флаг области. Без него запись уходит в вашу личную конфигурацию: работает у вас, а у коллеги после клонирования нет ничего. Мы пишем `--scope project`, и запись ложится в `.mcp.json` в корне.</a:t>
            </a:r>
          </a:p>
          <a:p/>
          <a:p>
            <a:r>
              <a:t>Одинарные кавычки вокруг имени переменной. Они нужны, чтобы оболочка не раскрыла имя прямо сейчас: в файл должно попасть `${GITHUB_PAT}`, а не сам ключ. Поставите двойные — запишете секрет в репозиторий и не заметите.</a:t>
            </a:r>
          </a:p>
          <a:p/>
          <a:p>
            <a:r>
              <a:t>Двойной дефис. Всё после него уходит серверу как есть. Пропустите — и `claude` попробует разобрать чужие флаги как свои.</a:t>
            </a:r>
          </a:p>
          <a:p/>
          <a:p>
            <a:r>
              <a:t>Сразу посмотрите, что получилось: `claude mcp get github`. Стоит в строке `env` имя в фигурных скобках — всё правильно. Стоит ключ — вы только что положили его в файл, который коммитится.</a:t>
            </a:r>
          </a:p>
          <a:p/>
          <a:p>
            <a:r>
              <a:t>Честно: снимка выполнения у меня нет, команда из документации. Дома увидите свой вывод.</a:t>
            </a:r>
          </a:p>
          <a:p/>
          <a:p>
            <a:r>
              <a:t>Четвёртый шаг — область, и правильного ответа вообще тут нет. Проверенный сервер — в репозиторий, подключение едет в ревью как обычная правка. Непроверенный эксперимент — только к себе.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приняли вслух минуту назад. Чем запускается сервер. Что запускается. Откуда берётся ключ — подстановкой из окружения, значения в файле нет.</a:t>
            </a:r>
          </a:p>
          <a:p/>
          <a:p>
            <a:r>
              <a:t>И четвёртое, которого в файле нет вовсе: какие у этого ключа права. Один репозиторий, четыре строки, не вся учётная запись. Заметьте, что получилось: самое важное решение разговора в конфигурации не записано, и, читая этот файл, проверить его нельзя.</a:t>
            </a:r>
          </a:p>
          <a:p/>
          <a:p>
            <a:r>
              <a:t>Теперь одна мысль про устройство протокола — она пригодится через минуту. Сервер отдаёт агенту три разные вещи, и разница не в содержимом, а в том, кто решает это применить.</a:t>
            </a:r>
          </a:p>
          <a:p/>
          <a:p>
            <a:r>
              <a:t>Инструмент вызывает сама модель, когда сочтёт нужным. Ресурс подставляет приложение, и только если пользователь явно на него указал. Подсказку выбирает человек командой из меню.</a:t>
            </a:r>
          </a:p>
          <a:p/>
          <a:p>
            <a:r>
              <a:t>Запомните первую строку: до инструмента модель дотягивается сама. Через минуту это окажется важным.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Где лежит. Область, которую мы выбрали пять минут назад, — это три физически разных файла, а не три ключа в одном. Проектный — `.mcp.json` в корне.</a:t>
            </a:r>
          </a:p>
          <a:p/>
          <a:p>
            <a:r>
              <a:t>Одна механика тут ломает интуицию, и всегда в одну сторону. Совпало имя сервера в двух областях — побеждает не смесь, а запись приоритетной области целиком. Остался у вас в личной конфигурации старый `github` без ключа, а в проектной лежит правильный — получите старый, вместе с отсутствием ключа. Поля не сливаются. Порядок приоритета на схеме мелким шрифтом, запоминать его не надо.</a:t>
            </a:r>
          </a:p>
          <a:p/>
          <a:p>
            <a:r>
              <a:t>Что исполняется. Поле `command` — не описание того, что сервер умеет. Это команда, которую реально запустят при старте сессии, и пакет заранее никто не проверяет. Отсюда следует решение про ключ: раз `command` и `env` исполняются буквально, ключ значением стал бы частью исполняемой строки. Это не вкусовщина, а следствие.</a:t>
            </a:r>
          </a:p>
          <a:p/>
          <a:p>
            <a:r>
              <a:t>Что доезжает до модели. Клиент сам, без участия модели, спрашивает сервер, что тот умеет. В контекст при старте попадают имена инструментов и короткие инструкции сервера, а не полные схемы. Полное описание клиент запрашивает отдельно, когда модель решит, что инструмент нужен.</a:t>
            </a:r>
          </a:p>
          <a:p/>
          <a:p>
            <a:r>
              <a:t>И вот отсюда цена. Узнать язык репозитория обычной командой — тысяча триста шестьдесят пять токенов. Через инструмент сервера — сорок четыре тысячи. Результат тот же, разница в тридцать два раза; отдельный замер на семидесяти пяти прогонах даёт ту же величину деньгами.</a:t>
            </a:r>
          </a:p>
          <a:p/>
          <a:p>
            <a:r>
              <a:t>Крупные цифры, которые вам попадутся, — сорок две-пятьдесят пять тысяч токенов на девяносто три инструмента — описывают режим с выключенной отсрочкой. По умолчанию вы его не платите. Полезно не запомнить число, а уметь посмотреть свой режим.</a:t>
            </a:r>
          </a:p>
          <a:p/>
          <a:p>
            <a:r>
              <a:t>И последнее: полное имя инструмента — имя сервера, два подчёркивания, имя инструмента. Именно его требуют правило прав, список инструментов скилла и совпадение в хуке. Напишете короткое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нет». Но проверяет одно — поднялся ли процесс.</a:t>
            </a:r>
          </a:p>
          <a:p/>
          <a:p>
            <a:r>
              <a:t>Отсюда первое правило: минимальное доказательство, что сервер работает, — не статус, а именной вызов. «Используя сервер `github`, покажи открытые задачи». Пришёл ответ, и в выводе видно, что вызов подписан именем сервера, — вот теперь работает.</a:t>
            </a:r>
          </a:p>
          <a:p/>
          <a:p>
            <a:r>
              <a:t>Дальше порядок, и он тут такой же ответ, как порядок трёх проверок на разборе. Разница между шагами — в цене. Первые три стоят секунды, журнал отладки стоит сеанса. Начинать с журнала — не осторожность, а самый дорогой шаг первым.</a:t>
            </a:r>
          </a:p>
          <a:p/>
          <a:p>
            <a:r>
              <a:t>Первый шаг — `claude mcp list`. И сразу оговорка, ради которой он первый: в первые полминуты после добавления статус может быть красным просто потому, что пакет ещё качается. Увидели красное сразу — повторите, прежде чем чинить исправное.</a:t>
            </a:r>
          </a:p>
          <a:p/>
          <a:p>
            <a:r>
              <a:t>Теперь про две нижние строки таблицы. Это не выдуманные симптомы, это наши собственные отказы на сервере Google-документов этого курса.</a:t>
            </a:r>
          </a:p>
          <a:p/>
          <a:p>
            <a:r>
              <a:t>Первый. Апрель прошлого года. Все вызовы возвращают «нужна авторизация», а `claude mcp list` всё это время показывает зелёную галочку. Причина не в коде вообще: приложение авторизации стояло в тестовом статусе публикации, а он отзывает ключ обновления через семь дней без обращений. Сравните: то же приложение в рабочем статусе не отзывает его вовсе. Интервал не «короткий» и не «длинный» — он целиком следствие одной невыбранной настройки.</a:t>
            </a:r>
          </a:p>
          <a:p/>
          <a:p>
            <a:r>
              <a:t>Второй. Сервер не поднимается совсем, в сессии видно только «не подключается». Причина — незакреплённая зависимость: свежая версия пакета собралась без поля автора в метаданных и ломала импорт на старте. Нашлось четвёртым шагом: я запустила ту же команду руками в терминале и прочитала настоящую ошибку.</a:t>
            </a:r>
          </a:p>
          <a:p/>
          <a:p>
            <a:r>
              <a:t>Оба раза диагноз дал шаг, который стоит десять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просила запомнить.</a:t>
            </a:r>
          </a:p>
          <a:p/>
          <a:p>
            <a:r>
              <a:t>Двадцать шестое мая две тысячи двадцать пятого. Invariant Labs показывает это на официальном сервере доступа к GitHub — четырнадцать тысяч звёзд, тот самый, который мы и собирались подключить.</a:t>
            </a:r>
          </a:p>
          <a:p/>
          <a:p>
            <a:r>
              <a:t>Смотрите, что происходит. В публичном репозитории `pacman` лежит обычная на вид задача — про автора проекта. Внутри текста спрятана инструкция: собери, что есть в других репозиториях этого человека, и опубликуй здесь. Разработчик про неё не знает. Он пишет агенту ровно то, что написал бы любой из вас: «разберись с открытыми задачами». Агент честно открывает список и читает. Инструкция въезжает в контекст и становится неотличима от просьбы хозяина.</a:t>
            </a:r>
          </a:p>
          <a:p/>
          <a:p>
            <a:r>
              <a:t>Дальше токен. Он на все репозитории, включая приватные. Агент читает приватные и выкладывает найденное в правку, которую открывает сам, в том же публичном репозитории. Утекло: список приватных проектов, планы переезда в Южную Америку, зарплата.</a:t>
            </a:r>
          </a:p>
          <a:p/>
          <a:p>
            <a:r>
              <a:t>Оговорюсь честно: это демонстрация исследователей на своих собственных репозиториях, а не пострадавший человек. Механику это не меняет — воспроизводится она на любой модели и на любом клиенте.</a:t>
            </a:r>
          </a:p>
          <a:p/>
          <a:p>
            <a:r>
              <a:t>И теперь главное. Вспомните строку, которую мы вычеркнули: «все репозитории, включая приватные». Это условие номер один. Уберите его — и сценарий обрывается на четвёртом шаге: читать нечего. Вот за что мы потратили те три минуты.</a:t>
            </a:r>
          </a:p>
          <a:p/>
          <a:p>
            <a:r>
              <a:t>Про две карточки из вопроса. Сервер был официальный. Звёзд четырнадцать тысяч. Обе проверки, которые зал предлагал как достаточные, здесь показали бы зелёный свет.</a:t>
            </a:r>
          </a:p>
          <a:p/>
          <a:p>
            <a:r>
              <a:t>И одной строкой, чтобы трио не выглядело единственной дверью: у сервера баз данных сетевой вход слушал вообще без проверки, кто обратился. Два запроса, ноль учётных данных, никакой модели. Сервер бывает просто незащищённой службой в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случай разбирается быстро, потому что в нём нет ничего изощрённого.</a:t>
            </a:r>
          </a:p>
          <a:p/>
          <a:p>
            <a:r>
              <a:t>Пакет выдавал себя за библиотеку известной почтовой службы и пятнадцать версий подряд делал ровно то, что обещал: отправлял письма. Полторы тысячи загрузок в неделю. Его ставили, одобряли один раз и забывали, как забывают любую рабочую зависимость.</a:t>
            </a:r>
          </a:p>
          <a:p/>
          <a:p>
            <a:r>
              <a:t>Семнадцатого сентября вышла шестнадцатая версия. В ней добавили одну строку: скрытую копию каждого письма на посторонний адрес. Счета, восстановления паролей, внутренняя переписка — всё это несколько недель уезжало к чужому человеку.</a:t>
            </a:r>
          </a:p>
          <a:p/>
          <a:p>
            <a:r>
              <a:t>Обратите внимание, чего не произошло. Имя не изменилось. Описание не изменилось. Поведение снаружи не изменилось. И повторно никто ни у кого ничего не спросил.</a:t>
            </a:r>
          </a:p>
          <a:p/>
          <a:p>
            <a:r>
              <a:t>Третий кадр объясняет, почему. Это уже не случай, а контролируемый эксперимент про тот же зазор. Инструкцию прятали в описание инструмента — невидимым для человека способом — и смотрели, дойдёт ли она до модели. Восемь попыток из восьми дошли. Ноль из восьми вызвали повторный вопрос. И это не невнимательный фильтр: на двадцати пяти безобидных описаниях он не сработал ни разу. Три разные серверные библиотеки, значит, дело не в чьей-то кривой реализации.</a:t>
            </a:r>
          </a:p>
          <a:p/>
          <a:p>
            <a:r>
              <a:t>Вывод знакомый. Вы одобряете имя инструмента, а текст за именем живёт своей жизнью. Значит, сервер ведём как обычную зависимость: закрепить версию, читать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она ждёт сигнала, и правая колонка показывает, дождались мы его или нет. Четыре строки из пяти мы прошли на своём случае: боль повторяющаяся, свежесть нужна, ключ один и держать его мы готовы. Третья строка честно говорит «рано» — критерий не обязан сходиться целиком.</a:t>
            </a:r>
          </a:p>
          <a:p/>
          <a:p>
            <a:r>
              <a:t>Последняя строка стоит отдельно. Если подключение добирает недостающее условие трио — это не пункт для размышления, это стоп. Мы прошли её только потому, что условие номер один сняли руками десять минут назад.</a:t>
            </a:r>
          </a:p>
          <a:p/>
          <a:p>
            <a:r>
              <a:t>Нижние две — «никогда», и в обеих названо, что делать вместо. Разница простая: верхний список рано или поздно закроется сам, нижний не закроется никогда.</a:t>
            </a:r>
          </a:p>
          <a:p/>
          <a:p>
            <a:r>
              <a:t>Задача сводится к известной команде — сервер тут не рано, он неверен навсегда. Тысяча триста против сорока четырёх тысяч на одном и том же результате: никакой рост доверия эти тридцать два раза не отменит.</a:t>
            </a:r>
          </a:p>
          <a:p/>
          <a:p>
            <a:r>
              <a:t>Хватило бы режима только для чтения, а убедиться, что он включён, нечем, — заводите отдельную учётную запись с урезанными правами в самой базе. Мы уже видели флаг, который был, а режима не включал.</a:t>
            </a:r>
          </a:p>
          <a:p/>
          <a:p>
            <a:r>
              <a:t>И дисциплина после: убирайте то, чем не пользуетесь. Забытый сервер — это сразу три вещи: налог на контекст, ещё один вход к вам и ещё один держатель ваших ключей.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`settings.json`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2354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295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844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1873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4675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81381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394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2660"/>
            <a:ext cx="11183112" cy="4089018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24100"/>
            <a:ext cx="68580" cy="390613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5540"/>
            <a:ext cx="23310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3113" y="2415540"/>
            <a:ext cx="58381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7558" y="2415540"/>
            <a:ext cx="2209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607"/>
            <a:ext cx="233100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113" y="2697607"/>
            <a:ext cx="583814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7558" y="2697607"/>
            <a:ext cx="220928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632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63238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113" y="3563238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7558" y="3563238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78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78350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113" y="4078350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7558" y="4078350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934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93463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113" y="4593463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7558" y="4593463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8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8575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63113" y="5108575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7558" y="5108575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623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623687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113" y="5623687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7558" y="5623687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90865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3745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73745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73745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5812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55812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55812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5529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5529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5529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152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1524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15246"/>
            <a:ext cx="237098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15246"/>
            <a:ext cx="31930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15246"/>
            <a:ext cx="481441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7526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27526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27526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57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57243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57243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57243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75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03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01977"/>
          </a:xfrm>
          <a:prstGeom prst="roundRect">
            <a:avLst>
              <a:gd name="adj" fmla="val 145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89273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840" y="1437132"/>
            <a:ext cx="663200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0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1706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4840" y="1711706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36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36953"/>
            <a:ext cx="389273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840" y="2036953"/>
            <a:ext cx="663200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228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22855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22855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840" y="2522855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8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848102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4840" y="2848102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20821"/>
            <a:ext cx="11183112" cy="2692527"/>
          </a:xfrm>
          <a:prstGeom prst="roundRect">
            <a:avLst>
              <a:gd name="adj" fmla="val 754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703701"/>
            <a:ext cx="10744200" cy="2326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8985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27451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2625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70173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6266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5554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069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98264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25034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853050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tochka-i-v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30" y="1254252"/>
            <a:ext cx="8514490" cy="23556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74519"/>
            <a:ext cx="11183112" cy="1247140"/>
          </a:xfrm>
          <a:prstGeom prst="roundRect">
            <a:avLst>
              <a:gd name="adj" fmla="val 2443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57399"/>
            <a:ext cx="665503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135" y="3957399"/>
            <a:ext cx="38697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6987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135" y="4216987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78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7883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135" y="4527883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86251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4906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0570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7609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67609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0313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594647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68" y="1254252"/>
            <a:ext cx="10739014" cy="2953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72073"/>
            <a:ext cx="11183112" cy="1941321"/>
          </a:xfrm>
          <a:prstGeom prst="roundRect">
            <a:avLst>
              <a:gd name="adj" fmla="val 157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54953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54953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29527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29527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547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54774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54774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800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80021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80021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52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5268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5268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5268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726" y="1254252"/>
            <a:ext cx="7601498" cy="234379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62639"/>
            <a:ext cx="11183112" cy="1892807"/>
          </a:xfrm>
          <a:prstGeom prst="roundRect">
            <a:avLst>
              <a:gd name="adj" fmla="val 161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45519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45519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45519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90121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90121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90121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76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7603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7603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7603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5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5085"/>
            <a:ext cx="11055096" cy="42748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5085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5085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5085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0039"/>
            <a:ext cx="82296" cy="5075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48055"/>
            <a:ext cx="10643616" cy="2515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478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342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39638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7399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930279"/>
            <a:ext cx="10744200" cy="10224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0793"/>
            <a:ext cx="11183112" cy="1834515"/>
          </a:xfrm>
          <a:prstGeom prst="roundRect">
            <a:avLst>
              <a:gd name="adj" fmla="val 1661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8562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64024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8775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7288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1924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0321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 этот текст вы платите в каждой сессии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За текст файла инструкций вы платите в каждой сессии, а открываете его в день приёмки. Хук уже стоит, дальше вопрос цены.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Мы платим этот налог сами — и вот счёт</a:t>
            </a:r>
          </a:p>
        </p:txBody>
      </p:sp>
      <p:pic>
        <p:nvPicPr>
          <p:cNvPr id="4" name="Picture 3" descr="skill-sluch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4963"/>
            <a:ext cx="11183112" cy="30753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7668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1110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9614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Кто платит: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каждая сессия агента в этом репозитории, включая ту, в которой пишется этот семинар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4413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326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 что: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730 слов про сверку перед приёмкой — в сессии про отступ в вёрстке они не нужны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716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5679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это длится: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 17 мая — сверку вынесли в отдельный файл, а из CLAUDE.md не вырезали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сверку,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восемь строк про сверку агент читает в каждой сессии, а нужны они в день приёмки — трижды на лекцию.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их вынести, чтобы агент сам понял, когда пора.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Пересчитайте за мной — четыре команды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345817"/>
          </a:xfrm>
          <a:prstGeom prst="roundRect">
            <a:avLst>
              <a:gd name="adj" fmla="val 86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9800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grep -n 'may exceed 600 lines'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470:**No single document may exceed 600 lines.**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12          ← у двенадцати файлов первая строка — заголовок, а не фронтматтер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4661"/>
            <a:ext cx="11183112" cy="1612138"/>
          </a:xfrm>
          <a:prstGeom prst="roundRect">
            <a:avLst>
              <a:gd name="adj" fmla="val 189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47541"/>
            <a:ext cx="19507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ИЗМЕРЕНО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2828" y="3947541"/>
            <a:ext cx="389819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НА ЧЁМ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7323" y="3947541"/>
            <a:ext cx="45295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 ДЛЯ ВАС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22115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задачи 33,9% → 50,5%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2828" y="4222115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87 задач, 18 наборов скиллов, те же задачи со скиллом и без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323" y="4222115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узкое описание-триггер поднимает успех на 16,6 пункта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708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08017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падает до 21 пункта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2828" y="4708017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библиотека из 202 скиллов, те же задачи и тот же 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23" y="4708017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модель чаще берёт не тот скилл; цена контекста тут ни при чём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391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669407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Нашего масштаба не мерил никто: обе работы сняты с больших наборов задач. А 690 строк и 28 из них — цифры этого репозитория, не всеобщий закон.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89989"/>
            <a:ext cx="22295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473" y="1489989"/>
            <a:ext cx="62633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 НИМ НЕ ТАК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7205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473" y="177205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молчит при любом ответе: и на 690 строках, и на 200 те же 28 стоят одинаково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84335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473" y="2484335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агент тоже читает при старте — платить стали из другого кармана, сумма та же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3014052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приёмок мало и вы про них помните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473" y="3014052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нужны в каждом цикле, а модель умеет решить это сама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43769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43769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473" y="3543769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сверку нельзя исполнить за человека: на каждом шаге решение. Хук держит правила, скилл — процедуры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07348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7348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07348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473" y="407348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решать, нужна ли сейчас процедура, вы отдаёте модели: она откроет файл в день приёмки и не тронет его в остальных девяти сессиях. Сломается,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не длина, а загрузки впустую. Приёмка бывает трижды на лекцию, а сессия начинается много чаще: почти каждое чтение этих 28 строк проходит зря — и при двухстах строках в файле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собственный скилл сработать не может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2455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5257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надо дописать в этот файл, чтобы скилл начал срабатывать сам? Назовите недостающие части, а не готовую формулировку.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15030"/>
            <a:ext cx="11183112" cy="2907157"/>
          </a:xfrm>
          <a:prstGeom prst="roundRect">
            <a:avLst>
              <a:gd name="adj" fmla="val 698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97910"/>
            <a:ext cx="10744200" cy="2541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.claude/skills/build-deck/SKILL.md          151 строка, добавлен 14 мая, ae6e30c3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1  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3  Build/rebuild a PowerPoint (PPTX) presentation for a lecture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4  using the repo-first pipeline + visual loop + 3 QA agents.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build-deck —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Does stuff with files     (делает что-то с файлами)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— и встречное сокращение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2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6323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997" y="1409699"/>
            <a:ext cx="346787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1174" y="1409699"/>
            <a:ext cx="533310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9287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6997" y="1669287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1174" y="1669287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собирает презентацию лекции из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slides/*.md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194360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1943607"/>
            <a:ext cx="163232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997" y="1943607"/>
            <a:ext cx="3467873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совпадут ли ваши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174" y="1943607"/>
            <a:ext cx="533310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используй, когда просят собрать или пересобрать деку, слайды, презентацию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3484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348483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6997" y="2348483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сработает ли он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174" y="2348483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для правки текста одного слайда без пересборки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42844"/>
            <a:ext cx="11183112" cy="1429512"/>
          </a:xfrm>
          <a:prstGeom prst="roundRect">
            <a:avLst>
              <a:gd name="adj" fmla="val 1421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25723"/>
            <a:ext cx="10744200" cy="1063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.claude/skills/build-deck/SKILL.md            ← чинится первыми четырьмя строками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Собирает презентацию лекции из deck.yaml и slides/*.md — рендер,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визуальный цикл, три агента контроля. Используй, когда просят собрать или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пересобрать деку, слайды, презентацию лекции — не для правки текста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одного слайда без пересборки.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536947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49124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756404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Встречное сокращение — не опция.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28 строк про сверку уходят из CLAUDE.md: 690 → 662. Оставим обе копии — убыток прежний, плюс риск, что они разойдутся.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254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16915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положительная: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в новой сессии просим «пересобери деку лекции»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55244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43953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отрицательная, её и пропускают: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просим «поправь опечатку в заголовке слайда» — открываться не должен.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8660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570992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Когда он станет виден.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Правку в существующем каталоге среда подхватит без перезапуска. Каталога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на старте сессии не было — нужен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/reload-skills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и после каждой правки заново.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Первая строка файла решает всё остальное</a:t>
            </a:r>
          </a:p>
        </p:txBody>
      </p:sp>
      <p:pic>
        <p:nvPicPr>
          <p:cNvPr id="4" name="Picture 3" descr="skill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00"/>
            <a:ext cx="11183112" cy="251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9964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82844"/>
            <a:ext cx="15235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5677" y="4182844"/>
            <a:ext cx="40107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2770" y="4182844"/>
            <a:ext cx="4844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ВАШ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4911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5677" y="4464911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2770" y="4464911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120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12066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5677" y="4812066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непустое,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2770" y="4812066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первую непустую строку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530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6810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Фронтматтер читается при одном условии: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дефиса стоят первой строкой файла. Не второй, не после пустой. Иначе разбор не запускается — и в дело идут подстановки из правой колонки.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починка на каждую</a:t>
            </a:r>
          </a:p>
        </p:txBody>
      </p:sp>
      <p:pic>
        <p:nvPicPr>
          <p:cNvPr id="4" name="Picture 3" descr="skill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69" y="1254252"/>
            <a:ext cx="9361213" cy="183323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52081"/>
            <a:ext cx="11183112" cy="2267204"/>
          </a:xfrm>
          <a:prstGeom prst="roundRect">
            <a:avLst>
              <a:gd name="adj" fmla="val 134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07529"/>
            <a:ext cx="326054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ПОЧЕМУ СКИЛЛ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5217" y="3407529"/>
            <a:ext cx="225888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УВИДИТЕ?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403" y="3407529"/>
            <a:ext cx="4913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82103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5217" y="3682103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0403" y="3682103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первой строкой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6239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62392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5217" y="3962392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403" y="3962392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24268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42681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имена совпали точно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5217" y="4242681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да, скажет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403" y="4242681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звать уточнённым именем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52297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522970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5217" y="4522970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нет, самый тихий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0403" y="4522970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480325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4803259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5217" y="4803259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0403" y="4803259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08354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5083548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5217" y="5083548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0403" y="5083548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переименовать каталог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83877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11893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вы уже написали: «когда использовать» чинит вторую строку, «когда НЕ использовать» — четвёртую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kill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01" y="1254252"/>
            <a:ext cx="7605148" cy="19012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356707"/>
            <a:ext cx="32004" cy="38404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411571"/>
            <a:ext cx="107304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Внутрь добавили одну функцию: тихо скачать и запустить шифровальщика. Снаружи он не изменился.»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41923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2462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6137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Второй слой, без злодея — сценарий на настоящих именах наших скиллов, не случившийся инцидент.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5166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3176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Прошу «обнови слайды лекции 5» — срабатывает не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build-deck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update-lecture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его описание тоже про лекцию.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870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70214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Агент правит документ в Google Docs и честно отчитывается. Журнала об ошибке нет: скилл сработал, просто не тот.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56576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512024"/>
            <a:ext cx="43958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СКОЛЬКО ЭТОГО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490" y="5512024"/>
            <a:ext cx="61837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7910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86 задач из 125 испортил скилл, выглядевший подходящим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490" y="577910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 и агент, со скиллом и без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0534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05342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5,2% с признаками злого умысла, 26,1% — с уязвимостью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0490" y="605342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31 132 скилла открытого реестра; со скриптами внутри уязвимы в 2,12 раза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 не нужен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011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каждую сессию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«работай в ветке, не в main»: тело грузилось бы почти всегда, выигрыша нет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41343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4134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один раз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перевод лекции 4 на английский: сделали руками, скилла среди тринадцати нет → обычный запрос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767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7675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нельзя нарушить ни разу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коммит в main: скилл остаётся знанием, его можно и проигнорировать → хук, поставленный час назад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00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007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нужен отдельный бюджет контекста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скилл делит с вами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75011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из непроверенного каталога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это чужая программа с правами вашей сессии → написать свой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24109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2410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вместо описания проекта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структуру видно чтением каталогов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73207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73207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набор «про запас»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при 202 скиллах модель чаще берёт не тот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58054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2935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07751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Падение успеха до 21 пункта при 202 скиллах — те же задачи и тот же агент. Падает точность выбора; перечень всё так же дёшев.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250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1014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 впустую,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Судьбу скилла решает описание, а не содержимое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8550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3414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«Сигнал мы уже получили: файл читается в каждой сессии, а нужен трижды на лекцию.»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7903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30783"/>
            <a:ext cx="4050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82827" y="2930783"/>
            <a:ext cx="6474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850"/>
            <a:ext cx="40507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2827" y="3212850"/>
            <a:ext cx="64740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2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2567"/>
            <a:ext cx="4050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27" y="3742567"/>
            <a:ext cx="6474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 — исполняемый код: одобряете один раз, права живут дальше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1498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6582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15095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Всё, что мы добавляли сегодня, лежит внутри репозитория: файлы, которые агент читает сам.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5961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48128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— первая боль, до которой файлом внутри репозитория не дотянуться.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лежали в файлах. Список открытых задач лежит снаружи и устареет в ту минуту,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задачи недели — и шесть ручных шагов до агента</a:t>
            </a:r>
          </a:p>
        </p:txBody>
      </p:sp>
      <p:pic>
        <p:nvPicPr>
          <p:cNvPr id="4" name="Picture 3" descr="mcp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71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8869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1670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Развилка простая: эти шесть шагов может проделать сам агент. Для этого его придётся выпустить наружу — туда, где лежит то, что меняется без нас.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Те шесть шагов пусть делает агент сам. Для этого подключаем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проверите до того, как это сделать, — и в каком порядке?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Каждый новый сервер — новый способ потерять данные</a:t>
            </a:r>
          </a:p>
        </p:txBody>
      </p:sp>
      <p:pic>
        <p:nvPicPr>
          <p:cNvPr id="4" name="Picture 3" descr="mcp-lestnit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513" y="1254252"/>
            <a:ext cx="7969925" cy="3476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95724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032884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Десять секунд: один из шести источников продаёт инструмент, о котором рассказывает. Найдите его на схеме.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468"/>
            <a:ext cx="11183112" cy="70929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81882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73392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Сверху — то, что вы перепроверите сами. Снизу — то, что рассказала заинтересованная сторона, и это написано на самой полосе, а не спрятано в сноску.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mcp-poryadok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27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6185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99065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99065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99065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1132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81132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81132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28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28286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28286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28286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молчит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75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75441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75441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75441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2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2595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2595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2595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697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69750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69750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69750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экран, на котором вычёркивают</a:t>
            </a:r>
          </a:p>
        </p:txBody>
      </p:sp>
      <p:pic>
        <p:nvPicPr>
          <p:cNvPr id="4" name="Picture 3" descr="mcp-vycherkiv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10" y="1254252"/>
            <a:ext cx="10086931" cy="35304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49270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77286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выданное.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18458"/>
            <a:ext cx="32004" cy="29375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73322"/>
            <a:ext cx="10730484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Ключ, команда подключения и область</a:t>
            </a:r>
          </a:p>
        </p:txBody>
      </p:sp>
      <p:pic>
        <p:nvPicPr>
          <p:cNvPr id="4" name="Picture 3" descr="mcp-podklyuc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281" y="1254252"/>
            <a:ext cx="8624388" cy="253341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14905" y="3952257"/>
            <a:ext cx="324748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905" y="3952257"/>
            <a:ext cx="32474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по умолчанию, у меня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0404" y="3952257"/>
            <a:ext cx="319896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0404" y="3952257"/>
            <a:ext cx="319896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.mcp.json, для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7385" y="3952257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7385" y="3952257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9185"/>
            <a:ext cx="82296" cy="5758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647201"/>
            <a:ext cx="10643616" cy="319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Ту же запись можно написать в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руками — файл выйдет тот же. Но команда сразу проверит синтаксис, а ошибку в наборе вы увидите только на следующем запуске.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59677"/>
            <a:ext cx="11183112" cy="114452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5677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79133"/>
            <a:ext cx="10360152" cy="277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Проверить, что в файл попало имя, а не ключ: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 mcp get github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 В строке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env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должно стоять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92058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57009"/>
            <a:ext cx="10360152" cy="4277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Герметичности это не даёт: до версии 2.1.268 диагностические команды печатали подставленное значение буквально. Починено, но привычку смотреть глазами это не отменяет.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файл, который получился</a:t>
            </a:r>
          </a:p>
        </p:txBody>
      </p:sp>
      <p:pic>
        <p:nvPicPr>
          <p:cNvPr id="4" name="Picture 3" descr="mcp-anatom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644" y="1254252"/>
            <a:ext cx="10577662" cy="27766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95480"/>
            <a:ext cx="11183112" cy="1586674"/>
          </a:xfrm>
          <a:prstGeom prst="roundRect">
            <a:avLst>
              <a:gd name="adj" fmla="val 192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8360"/>
            <a:ext cx="208219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4295" y="4378360"/>
            <a:ext cx="331046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69" y="4378360"/>
            <a:ext cx="49857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45441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4295" y="4645441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69" y="4645441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задачи»,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633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63385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295" y="4963385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069" y="4963385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330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295" y="5281330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1069" y="5281330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332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3818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запускается, что доезжает до модели</a:t>
            </a:r>
          </a:p>
        </p:txBody>
      </p:sp>
      <p:pic>
        <p:nvPicPr>
          <p:cNvPr id="4" name="Picture 3" descr="mcp-ot-fay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638" y="1254252"/>
            <a:ext cx="7789674" cy="24342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53117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81133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Узнать язык репозитория: командой — 1 365 токенов, инструментом сервера — 44 026. Тот же результат, разница 32 раза.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88879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79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70833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Второй, независимый замер на 75 прогонах даёт ту же величину деньгами: 3,20 $ против 55,20 $ на десять тысяч операций в месяц.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1348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871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Совпало имя сервера в двух областях — побеждает запись из более приоритетной области целиком. Не смесь: нет в ней ключа — получите запись без ключа, а не «адрес оттуда, ключ отсюда».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5475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39146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это режим с выключенной отсрочкой: верхняя граница, которую вы по умолчанию не платите.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8891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80421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Полезнее числа — привычка посмотреть свой режим: включена ли отсрочка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шага, и у каждого — своя команда</a:t>
            </a:r>
          </a:p>
        </p:txBody>
      </p:sp>
      <p:pic>
        <p:nvPicPr>
          <p:cNvPr id="4" name="Picture 3" descr="mcp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58" y="1254252"/>
            <a:ext cx="9441834" cy="25728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1743"/>
            <a:ext cx="11183112" cy="2306320"/>
          </a:xfrm>
          <a:prstGeom prst="roundRect">
            <a:avLst>
              <a:gd name="adj" fmla="val 1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74623"/>
            <a:ext cx="196861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0717" y="4174623"/>
            <a:ext cx="493974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ЗА ЭТИМ СТОИТ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6764" y="4174623"/>
            <a:ext cx="347008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4211"/>
            <a:ext cx="196861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серверов нет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717" y="4434211"/>
            <a:ext cx="493974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6764" y="4434211"/>
            <a:ext cx="34700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4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45107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717" y="4745107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ещё качается, таймер старта 30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764" y="4745107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017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01799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статус зелёный, а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717" y="5201799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апрель 2026: приложение стояло в тестовом статусе, и он отозвал ключ на восьмой день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6764" y="5201799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перевести приложение в рабочий статус — там ключ не отзывается вовсе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584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58491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717" y="5658491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же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зависимость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aiofile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3.10.0 собрана без поля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Author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роняет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6764" y="5658491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закрепить рабочую версию зависимости прямо в записи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26 мая 2025: агент прочитал чужую задачу и выложил приватные репозитории</a:t>
            </a:r>
          </a:p>
        </p:txBody>
      </p:sp>
      <p:pic>
        <p:nvPicPr>
          <p:cNvPr id="4" name="Picture 3" descr="mcp-t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336" y="1630680"/>
            <a:ext cx="7084279" cy="21164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17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397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Ни одной строчки эксплойта: атакующий написал текст задачи, остальное агент сделал сам.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3171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5973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Есть все три условия трио — утечка. Нет любого одного — атака невозможна в принципе, а не «маловероятна».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7476"/>
            <a:ext cx="11183112" cy="1534795"/>
          </a:xfrm>
          <a:prstGeom prst="roundRect">
            <a:avLst>
              <a:gd name="adj" fmla="val 1985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5471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38693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Сервер был официальный, и звёзд у него было 14 000. Обе карточки, которые зал называл проверками, на нём показали бы «всё хорошо».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133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65731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CVE не присвоен, и это не замалчивание: чинить нечего. Сервер прочитал задачу, которую ему разрешили читать, и открыл правку, которую ему разрешили открывать.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622614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607006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Трио — не единственный путь: у сервера баз данных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DBHub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сетевой вход слушал, не проверяя, кто обратился. Два запроса, ноль учётных данных, модели в этой истории нет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Пятнадцать версий честных, шестнадцатая — нет</a:t>
            </a:r>
          </a:p>
        </p:txBody>
      </p:sp>
      <p:pic>
        <p:nvPicPr>
          <p:cNvPr id="4" name="Picture 3" descr="mcp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697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338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618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— это зависимость. Версию фиксируете вы, изменения при обновлении читаете тоже вы: больше некому.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5200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7874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57146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Кампания августа 2026 построена ровно на этом зазоре: сервер ведёт себя безобидно первые три вызова — заведомо дольше, чем длится «попробовал, вроде работает», — и только потом начинает искать ключи.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30680"/>
            <a:ext cx="11183112" cy="2179828"/>
          </a:xfrm>
          <a:prstGeom prst="roundRect">
            <a:avLst>
              <a:gd name="adj" fmla="val 1398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3560"/>
            <a:ext cx="35894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1560" y="1813560"/>
            <a:ext cx="26216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ЧЕГО ЖДЁМ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9491" y="1813560"/>
            <a:ext cx="41673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НАШ СЛУЧАЙ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73148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1560" y="2073148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повторяющейся боли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9491" y="2073148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шесть ручных шагов, несколько раз в неделю — дождались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0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044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1560" y="2384044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нужна свежесть в реальном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9491" y="2384044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список открытых задач меняется без нас — нужна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94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94939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доступ нужен из одной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1560" y="2694939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нескольких клиентов с памятью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9491" y="2694939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работает в одной — тут ещё рано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0058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005835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готовы держать процесс с ключами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1560" y="3005835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9491" y="3005835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ключ один, владелец один — держим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316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316731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подключение добирает недостающее условие трио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1560" y="3316731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стоп. Тут не о чем думать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9491" y="3316731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мы условие 1 сняли, поэтому идём дальше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75100"/>
            <a:ext cx="11183112" cy="1609724"/>
          </a:xfrm>
          <a:prstGeom prst="roundRect">
            <a:avLst>
              <a:gd name="adj" fmla="val 189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" y="43656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4194556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навсегда. Узнать язык репозитория: 1 365 токенов командой против 44 026 через сервер. Тридцать два раза от роста доверия не исчезнут. Вместо сервера — обычный скрипт или прямой вызов.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8083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4637278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урезаете вы, в самой базе, а не флагом сервера. Тот самый флаг, который был, а режима не включал.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51723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5080000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и налог на контекст, и лишний вход, и держатель ключей сразу.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75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3077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9153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203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8203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4100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64100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763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7637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7637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88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8865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8865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00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009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740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48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4809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2124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005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554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mcp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ТОТ ЖЕ ВОПРОС, ВТОРОЙ РАЗ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itog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itog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