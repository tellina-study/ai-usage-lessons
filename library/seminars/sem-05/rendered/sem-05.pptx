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прямо сейчас, двумя командами — попробуйте на перерыве.</a:t>
            </a:r>
          </a:p>
          <a:p/>
          <a:p>
            <a:r>
              <a:t>Правило написано настолько громко, насколько можно, и всё равно осталось текстом. Что поставить рядом с ним? Три-четыре версии, любую беру.</a:t>
            </a:r>
          </a:p>
          <a:p/>
          <a:p>
            <a:r>
              <a:t>Мне интереснее не «что ещё», а «почему именно это».</a:t>
            </a:r>
          </a:p>
          <a:p/>
          <a:p>
            <a:r>
              <a:t>Если прозвучит защита на стороне сервера — хороший ответ, придержим его до разбора: там у него будет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верную: у каждой есть место, где она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один из остальных четырёх не даёт всех трёх.</a:t>
            </a:r>
          </a:p>
          <a:p/>
          <a:p>
            <a:r>
              <a:t>Серверная защита. Скажу честно: как барьер она сильнее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репозитории, её настраивает другой человек в другом месте. Кто назвал её — назвал более прочную вещь, просто не на этот момент времени.</a:t>
            </a:r>
          </a:p>
          <a:p/>
          <a:p>
            <a:r>
              <a:t>Хук в служебном каталоге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</a:t>
            </a:r>
          </a:p>
          <a:p/>
          <a:p>
            <a:r>
              <a:t>Забрать право на команды git — сработает, если агент не должен трогать историю вовсе. У нас он коммитит по делу, и запрет остановит работу вместе с нарушением.</a:t>
            </a:r>
          </a:p>
          <a:p/>
          <a:p>
            <a:r>
              <a:t>Проверять руками — работает, пока показов мало.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спецификации.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проектируем. Пять решений, и варианты в средней колонке настоящие — каждый где-то применяют.</a:t>
            </a:r>
          </a:p>
          <a:p/>
          <a:p>
            <a:r>
              <a:t>Когда вмешиваться. «После» даёт запись факта, уведомление, откат. Чего не даёт — предотвращения.</a:t>
            </a:r>
          </a:p>
          <a:p/>
          <a:p>
            <a:r>
              <a:t>На что реагировать. Тут важна не правильность, а цена: чем шире матчер, тем чаще хук срабатывает впустую и тем дороже любая ошибка внутри него. К этой цене вернёмся в третьем кейсе.</a:t>
            </a:r>
          </a:p>
          <a:p/>
          <a:p>
            <a:r>
              <a:t>Откуда взять команду. Журнал появится позже, агент — участник, а не источник. Описание вызова приходит само, на стандартный ввод.</a:t>
            </a:r>
          </a:p>
          <a:p/>
          <a:p>
            <a:r>
              <a:t>Как узнать ветку. Любой из трёх звучит разумно, и разницу я покажу на следующем слайде — на выводе самих команд, она неочевидна.</a:t>
            </a:r>
          </a:p>
          <a:p/>
          <a:p>
            <a:r>
              <a:t>И последнее: что ответить, если репозитория ещё нет. Разрешить молча — защиты не будет, а выглядеть она будет стоящей. Запретить — остановить работу там, где нарушения нет. Остаётся третий ответ.</a:t>
            </a:r>
          </a:p>
          <a:p/>
          <a:p>
            <a:r>
              <a:t>Выбор группы я записываю, и на следующем слайде мы сверим его с тем, что лежит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подписаны группы, и названы они теми же словами, что на карте: событие, матчер, команда, таймаут.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мы собрали, и он стоит. Теперь неприятное: он срабатывает не всегда.</a:t>
            </a:r>
          </a:p>
          <a:p/>
          <a:p>
            <a:r>
              <a:t>Мини-кейс сверху. Самотест проходит, файл на месте, а в главной ветке снова чужой коммит. И нигде ни одного сообщения об ошибке — ни в сессии, ни в выводе команд. Это и есть тихий отказ: отличить «сработал и пропустил» от «не сработал вовсе» штатным интерфейсом нельзя.</a:t>
            </a:r>
          </a:p>
          <a:p/>
          <a:p>
            <a:r>
              <a:t>Поэтому — классификация. От объявления хука до прочитанного ответа шесть звеньев, и порваться может любое. Каждое рвётся молча, и у каждого своя проверка.</a:t>
            </a:r>
          </a:p>
          <a:p/>
          <a:p>
            <a:r>
              <a:t>Первое: хука нет в настройках. Второе: запись есть, но среда её отклонила по схеме. Третье: матчер не совпал — регистр или опечатка. Четвёртое: скрипт не запустился. Пятое: не успел. Шестое: ответил, а среда ответ не прочла.</a:t>
            </a:r>
          </a:p>
          <a:p/>
          <a:p>
            <a:r>
              <a:t>Порядок строк — порядок отладки. Идите сверху вниз: первое порванное звено объясняет всё, что ниже него.</a:t>
            </a:r>
          </a:p>
          <a:p/>
          <a:p>
            <a:r>
              <a:t>И седьмое, которое поломкой не является: цепочка цела, проверка сработала и пропустила, потому что ищет форму команды. Это предел, и он на следующем слайде.</a:t>
            </a:r>
          </a:p>
          <a:p/>
          <a:p>
            <a:r>
              <a:t>Если спросят про команды подробнее. </a:t>
            </a:r>
            <a:r>
              <a:rPr>
                <a:latin typeface="Consolas"/>
              </a:rPr>
              <a:t>/hooks</a:t>
            </a:r>
            <a:r>
              <a:t> — встроенный список: показывает каждый настроенный хук, его событие, матчер, полную команду и файл, из которого он взялся. </a:t>
            </a:r>
            <a:r>
              <a:rPr>
                <a:latin typeface="Consolas"/>
              </a:rPr>
              <a:t>claude doctor</a:t>
            </a:r>
            <a:r>
              <a:t> запускается вне сессии и разбирает файлы настроек: называет невалидные файлы и отклонённые записи. </a:t>
            </a:r>
            <a:r>
              <a:rPr>
                <a:latin typeface="Consolas"/>
              </a:rPr>
              <a:t>claude --debug-file</a:t>
            </a:r>
            <a:r>
              <a:t> пишет подробный журнал выполнения хуков в указанный файл — сам флаг в терминал ничего не печатает, журнал надо открыть. Ручной прогон: подаёте скрипту описание вызова на вход и смотрите код возврата и вывод, без среды вообще.</a:t>
            </a:r>
          </a:p>
          <a:p/>
          <a:p>
            <a:r>
              <a:t>Если спросят, почему сломанный файл настроек — тихий отказ: в интерактивной сессии он не тихий, диалог показывается сразу. Тихим он становится в запуске без интерфейса: там диалога нет, файл или запись просто пропускаются. Разница по механике важная — реально тихо рвётся одна кривая запись внутри рабочего в остальном файла.</a:t>
            </a:r>
          </a:p>
          <a:p/>
          <a:p>
            <a:r>
              <a:t>Если спросят про таймаут отдельно: вышедший срок на этом событии вызов не блокирует — хук отменяется, вывод отбрасывается, вызов идёт обычным порядком, как если бы хука не было. На переключении модели ровно наоборот: там таймаут блокирует.</a:t>
            </a:r>
          </a:p>
          <a:p/>
          <a:p>
            <a:r>
              <a:t>Если спросят про самотест и что он на самом деле проверяет: он строит настоящее описание вызова и запускает ту же команду, которую сам вытащил из файла настроек. Поэтому он ловит правку этого файла, смену версии </a:t>
            </a:r>
            <a:r>
              <a:rPr>
                <a:latin typeface="Consolas"/>
              </a:rPr>
              <a:t>git</a:t>
            </a:r>
            <a:r>
              <a:t>, отсутствие </a:t>
            </a:r>
            <a:r>
              <a:rPr>
                <a:latin typeface="Consolas"/>
              </a:rPr>
              <a:t>jq</a:t>
            </a:r>
            <a:r>
              <a:t>, нестандартное имя главной ветки. Чего он не ловит — сказано в шапке самого файла: он собирает описание вызова по зашитым в него же образцам, поэтому если среда переименует поле, тест продолжит проходить, а барьер будет мёртв. Проверить это может только живая сессия.</a:t>
            </a:r>
          </a:p>
          <a:p/>
          <a:p>
            <a:r>
              <a:t>Если спросят, какая строка в журнале выглядит дословно: «Hook output does not start with {, treating as plain text».</a:t>
            </a:r>
          </a:p>
          <a:p/>
          <a:p>
            <a:r>
              <a:t>Если спросят, какие пять форм команды проходят мимо: нестандартное имя главной ветки, флаг рабочего каталога, абсолютный путь к </a:t>
            </a:r>
            <a:r>
              <a:rPr>
                <a:latin typeface="Consolas"/>
              </a:rPr>
              <a:t>git</a:t>
            </a:r>
            <a:r>
              <a:t>, префиксная команда, коммит на второй строке составного вызова. Шестая отклоняется. Разбираем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Клеток пять из шести возможных — шестая вырождена, до неё дойдём на разборе.</a:t>
            </a:r>
          </a:p>
          <a:p/>
          <a:p>
            <a:r>
              <a:t>Три-четыре версии, любую беру. Мне интереснее не «правильно ли», а «что это даст».</a:t>
            </a:r>
          </a:p>
          <a:p/>
          <a:p>
            <a:r>
              <a:t>Если сойдётесь на одной клетке сразу — тогда скажите,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правки не случится. Остальные четыре не про это.</a:t>
            </a:r>
          </a:p>
          <a:p/>
          <a:p>
            <a:r>
              <a:t>После вызова и запретить. Клетка рабочая, просто не для запрета: она для того, чтобы поймать факт и отреагировать — уведомить, откатить, записать. Но правка к этому моменту уже в файле.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смысл, пока обкатываете новое правило и не уверены в ложных срабатываниях. Но предупреждение — снова текст, а что бывает с текстом, мы видели час назад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вариант. Именно так наш барьер ветки отвечает, когда репозитория ещё нет: тихо разрешить там значило бы изобразить защиту, которой нет. Но для основного случая эта клетка означает вопрос человеку на каждую правку, а это дорого.</a:t>
            </a:r>
          </a:p>
          <a:p/>
          <a:p>
            <a:r>
              <a:t>После вызова и спросить — спрашивать разрешения на случившееся бессмысленно.</a:t>
            </a:r>
          </a:p>
          <a:p/>
          <a:p>
            <a:r>
              <a:t>И теперь строка внизу. Хук из нашей сцены стоял в правильной клетке и всё равно не сработал: матчер выбирается отдельно, и ошибиться можно в любом из двух. Выглядит это одинаково — тишиной.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Тихо разрешить здесь значило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В таблице полей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Если хуков несколько, запрет сильнее всего: личный и проектный сработают оба, и запрет одного перебьёт разрешение другого.</a:t>
            </a:r>
          </a:p>
          <a:p/>
          <a:p>
            <a:r>
              <a:t>Теперь соберём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Плохо — одно слово «BLOCKED»: агент знает, что его остановили, и не знает, что делать. Хорошо — что нарушено и что сделать вместо. Вписываем то, что прозвучало, и оставляем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выбрали, и она правильная. До какого момента её хватает.</a:t>
            </a:r>
          </a:p>
          <a:p/>
          <a:p>
            <a:r>
              <a:t>Хватает ровно пока есть доказательство, что хук срабатывает. Без него «запретить» и «пропустить» снаружи одинаковы — тишина. Мы это видели на трёх способах.</a:t>
            </a:r>
          </a:p>
          <a:p/>
          <a:p>
            <a:r>
              <a:t>Доказательство не разовое: среду обновили, права поменяли — проверяем заново.</a:t>
            </a:r>
          </a:p>
          <a:p/>
          <a:p>
            <a:r>
              <a:t>Вторая строка про случай, когда нарушение дороже остановки. Тогда одной клетки мало: нужен второй барьер, не зависящий от первого. Запрет на стороне платформы сработает и тогда, когда хук промолчал.</a:t>
            </a:r>
          </a:p>
          <a:p/>
          <a:p>
            <a:r>
              <a:t>Клетка выбирается один раз, доказательство обновляется.</a:t>
            </a:r>
          </a:p>
          <a:p/>
          <a:p>
            <a:r>
              <a:t>Барьер отвечает правильно и вовремя. Сколько он стоит?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Пятая — набор ключевых слов; её выбирают те, кто думает, что скилл ищут поиском. Жду её отдельно: это самое частое инженерное заблуждение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самое частое инженерное заблуждение:</a:t>
            </a:r>
            <a:r>
              <a:t> описание принимают за поисковый запрос. Набор ключевых слов не говорит, что скилл делает, и совпасть может с чем угодно про слайды. Это буквально официальный пример «как не надо»: выбор идёт по смыслу, а не по совпадению слов.</a:t>
            </a:r>
          </a:p>
          <a:p/>
          <a:p>
            <a:r>
              <a:rPr b="1"/>
              <a:t>Если выбирали по длине</a:t>
            </a:r>
            <a:r>
              <a:t> — покажите, что третья длиннее целевой и всё равно проваливает вторую проверку.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391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61391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613915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61391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5979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25979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9204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99204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1721" y="4299204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721" y="4299204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1282" y="4299204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1282" y="4299204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710842"/>
            <a:ext cx="1118081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 стоит. Срабатывает не 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Мини-кейс.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Барьер стоит, самотест проходит, а в главной ветке снова чужой коммит. Сообщения об ошибке нет нигде.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90013"/>
            <a:ext cx="11183112" cy="2782316"/>
          </a:xfrm>
          <a:prstGeom prst="roundRect">
            <a:avLst>
              <a:gd name="adj" fmla="val 109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72894"/>
            <a:ext cx="1395225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ЗВЕНО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7329" y="2072894"/>
            <a:ext cx="428786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ПОРВАЛОСЬ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1496" y="2072894"/>
            <a:ext cx="4695351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2482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1 · объявлен среде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329" y="2332482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записи в файле настроек нет, среда про хук не знает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1496" y="2332482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/hooks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список настроенных хуков. Нашего в нём нет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7891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789174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2 · запись принята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329" y="2789174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сломанный JSON или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matcher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массивом: среда отклонила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1496" y="2789174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doctor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называет отклонённое и причину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0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100069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3 · матчер совпал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329" y="3100069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другой регистр или опечатка в имени инструмента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1496" y="3100069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claude --debug-file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в журнале видно, что сверялось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4109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410965"/>
            <a:ext cx="1395225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4 · скрипт запустился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7329" y="3410965"/>
            <a:ext cx="4287862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файла нет, нет права на исполнение, нет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jq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1496" y="3410965"/>
            <a:ext cx="4695351" cy="456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прогнать руками: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bash guard-main.sh;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даёт код возврата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8676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3867657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5 · успел ответить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7329" y="3867657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вышел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"timeout"</a:t>
            </a:r>
            <a:r>
              <a:rPr sz="1000" b="0" i="0">
                <a:solidFill>
                  <a:srgbClr val="141B2E"/>
                </a:solidFill>
                <a:latin typeface="Arial"/>
              </a:rPr>
              <a:t>: хук отменён, вывод отброшен, вызов идёт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1496" y="3867657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time bash guard-main.sh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— сколько проверка занимает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1785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4178553"/>
            <a:ext cx="139522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141B2E"/>
                </a:solidFill>
                <a:latin typeface="Arial"/>
              </a:rPr>
              <a:t>6 · ответ прочитан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27329" y="4178553"/>
            <a:ext cx="428786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поле решения не на своём уровне либо вывод не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1496" y="4178553"/>
            <a:ext cx="469535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тот же журнал: вывод хука не начинается с фигурной скобки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3692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6493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Проверять сверху вниз: первое порванное звено объясняет всё, что ниже.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Седьмой случай — не поломка: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цепочка цела, проверка сработала и пропустила, потому что ищет форму команды. Это предел, он на следующем слайде.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03072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37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репозитория ещё нет   →  "permissionDecision": "ask",   "…Reason":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защищённая ветка      →  "permissionDecision": "deny",  "…Reason":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21916"/>
            <a:ext cx="11183112" cy="2063623"/>
          </a:xfrm>
          <a:prstGeom prst="roundRect">
            <a:avLst>
              <a:gd name="adj" fmla="val 1477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77364"/>
            <a:ext cx="31475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277364"/>
            <a:ext cx="74320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59430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2559430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85356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53563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2853563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1476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147695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147695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4418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441827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"defer"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441827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отложить решение — нишевое, для прогонов без человека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37359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735958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2194" y="3735958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50131"/>
            <a:ext cx="82296" cy="7218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78147"/>
            <a:ext cx="10643616" cy="4658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только человеку: текст отказа и есть единственный канал к агенту.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6591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364607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хук, объявленный в шапке субагента — в его собственном файле описания, — не срабатывает, а он же в файле настроек проекта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выбранной клетки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2940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15742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клетку выбираем один раз, а доказательство её срабатывания обновляем — оно и есть настоящая граница, а не сам выбор.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КЛЕТКИ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хук срабатывает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его заставили отказать громко хотя бы раз, и это повторяют после каждого обновления среды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1871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нарушения соизмерима с ценой остановки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неразличимы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3187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нарушение дороже — клетку дублируют барьером, который от неё не зависит: запрет на стороне платформы срабатывает, даже когда хук промолчал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02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502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50288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502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2352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062352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62197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62197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62197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62197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62197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62197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20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869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692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710842"/>
            <a:ext cx="1116758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386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156" y="1489989"/>
            <a:ext cx="3582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7396" y="1489989"/>
            <a:ext cx="44094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156" y="177205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7396" y="177205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156" y="2484335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7396" y="2484335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156" y="3014052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396" y="3014052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156" y="3543769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7396" y="3543769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156" y="407348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набор слов без глагола не говорит,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совпасть может с чем угодно про слайды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7396" y="407348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это ровно официальный пример «как не надо», выбор идёт по смыслу, а не по совпадению слов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