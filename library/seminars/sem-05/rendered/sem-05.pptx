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Весь сегодняшний час стоит на одном вопросе: что поставить рядом с ней, чтобы правило исполнялось без доброй воли агента.</a:t>
            </a:r>
          </a:p>
          <a:p/>
          <a:p>
            <a:r>
              <a:t>Задержитесь на слове «рядом». Файл остаётся как есть, к нему добавляется слой, который срабатывает сам.</a:t>
            </a:r>
          </a:p>
          <a:p/>
          <a:p>
            <a:r>
              <a:t>Внизу пять таких слоёв. Два залиты: их мы сегодня заведём и проверим. Три пунктиром — они на следующем занятии.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Про «так напишите правило жёстче».</a:t>
            </a:r>
            <a:r>
              <a:t> Эта мысль появляется первой и она законная. Говорю, что мы её проверим на этом репозитории через несколько слайдов и увидим, докуда её хватает. Раньше времени не опровергаю: на этой проверке стоит весь первый кейс.</a:t>
            </a:r>
          </a:p>
          <a:p/>
          <a:p>
            <a:r>
              <a:rPr i="1"/>
              <a:t>Почему речь на обложке короткая.</a:t>
            </a:r>
            <a:r>
              <a:t> Слот — сорок пять секунд, и это весь бюджет слайда. Всё, что сюда не влезло, лежит ниже и берётся по месту, если зал даст паузу.</a:t>
            </a:r>
          </a:p>
          <a:p/>
          <a:p>
            <a:r>
              <a:rPr i="1"/>
              <a:t>Про пять сегментов внизу.</a:t>
            </a:r>
            <a:r>
              <a:t> Каждый срабатывает по-своему и ломается по-своему. Два залитых различаются уже тем, кто их запускает: один срабатывает сам, второй агент открывает себе сам. Имена и определения — через два слайда.</a:t>
            </a:r>
          </a:p>
          <a:p/>
          <a:p>
            <a:r>
              <a:rPr i="1"/>
              <a:t>Про объём этой заметки.</a:t>
            </a:r>
            <a:r>
              <a:t> Речевая часть короче ста двадцати слов намеренно: в сорок пять секунд больше не входит.</a:t>
            </a:r>
          </a:p>
          <a:p/>
          <a:p>
            <a:r>
              <a:rPr i="1"/>
              <a:t>Откуда двадцать строк.</a:t>
            </a:r>
            <a:r>
              <a:t> Файл инструкций демо-репозитория, ветка </a:t>
            </a:r>
            <a:r>
              <a:rPr>
                <a:latin typeface="Consolas"/>
              </a:rPr>
              <a:t>main</a:t>
            </a:r>
            <a:r>
              <a:t>, коммит </a:t>
            </a:r>
            <a:r>
              <a:rPr>
                <a:latin typeface="Consolas"/>
              </a:rPr>
              <a:t>d41f779</a:t>
            </a:r>
            <a:r>
              <a:t>: двадцать строк, шестнадцать непустых, три раздела. Репозиторий публичный, сосчитать можно самому. Это размер настоящего файла, с которым занятие работает весь час.</a:t>
            </a:r>
          </a:p>
          <a:p/>
          <a:p>
            <a:r>
              <a:rPr i="1"/>
              <a:t>Если спросят, почему именно пять.</a:t>
            </a:r>
            <a:r>
              <a:t> Пять — все слои, которые сегодня можно поставить рядом с файлом инструкций, не меняя сам файл. Шестой назовут — разбираем на перерыве.</a:t>
            </a:r>
          </a:p>
          <a:p/>
          <a:p>
            <a:r>
              <a:rPr i="1"/>
              <a:t>Если спросят, зачем два, а не все пять за раз.</a:t>
            </a:r>
            <a:r>
              <a:t> Каждый из двух мы ещё и замерим: посмотрим, что он обещает и что делает. На пять таких замеров часа не хватит. Пять незамеренных механизмов — ровно то состояние, из-за которого занятие и собрано.</a:t>
            </a:r>
          </a:p>
          <a:p/>
          <a:p>
            <a:r>
              <a:rPr i="1"/>
              <a:t>Если спросят, при чём тут прошлое занятие.</a:t>
            </a:r>
            <a:r>
              <a:t> На нём этот репозиторий собрали, и на последней сцене агент записал в главную ветку вопреки записанному правилу. Начинаем мы с этого места, но знать прошлое занятие для участия не нужно: всё необходимое напечатано на следующем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завершается с кодом 0, набор тестов проходит полностью и форма отправлена вручную — в заполненном и в пустом виде.</a:t>
            </a:r>
          </a:p>
          <a:p/>
          <a:p>
            <a:r>
              <a:t>Смотрим, из чего он состоит. Наверху — что строим: описание, спецификация, журнал решений. Рядом файл инструкций и ссылка на него под вторым именем: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важнее всего остального. Каталога </a:t>
            </a:r>
            <a:r>
              <a:rPr>
                <a:latin typeface="Consolas"/>
              </a:rPr>
              <a:t>.claude/</a:t>
            </a:r>
            <a:r>
              <a:t> в этом репозитории нет: ни хука, ни скилла, ни субагента, ни настроенного сервера. Механический слой мы заводим с нуля.</a:t>
            </a:r>
          </a:p>
          <a:p/>
          <a:p>
            <a:r>
              <a:t>Адрес под деревом настоящий, репозиторий публичный: дерево в нём пересчитывается построчно.</a:t>
            </a:r>
          </a:p>
          <a:p/>
          <a:p>
            <a:r>
              <a:t>Всё перечисленное — текст. Агент может его учесть. Может и не учесть.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дерево проверяется.</a:t>
            </a:r>
            <a:r>
              <a:t> </a:t>
            </a:r>
            <a:r>
              <a:rPr>
                <a:latin typeface="Consolas"/>
              </a:rPr>
              <a:t>git clone</a:t>
            </a:r>
            <a:r>
              <a:t> забирает репозиторий к себе целиком, вместе с историей. </a:t>
            </a:r>
            <a:r>
              <a:rPr>
                <a:latin typeface="Consolas"/>
              </a:rPr>
              <a:t>ls -a</a:t>
            </a:r>
            <a:r>
              <a:t> в корне печатает содержимое каталога, включая скрытые имена с точкой впереди, — без флага </a:t>
            </a:r>
            <a:r>
              <a:rPr>
                <a:latin typeface="Consolas"/>
              </a:rPr>
              <a:t>-a</a:t>
            </a:r>
            <a:r>
              <a:t> каталога </a:t>
            </a:r>
            <a:r>
              <a:rPr>
                <a:latin typeface="Consolas"/>
              </a:rPr>
              <a:t>.claude/</a:t>
            </a:r>
            <a:r>
              <a:t> не было бы видно, даже если бы он там лежал. </a:t>
            </a:r>
            <a:r>
              <a:rPr>
                <a:latin typeface="Consolas"/>
              </a:rPr>
              <a:t>wc -l CLAUDE.md</a:t>
            </a:r>
            <a:r>
              <a:t> считает строки в файле инструкций, их двадцать. Все три проверяются на своей машине за минуту.</a:t>
            </a:r>
          </a:p>
          <a:p/>
          <a:p>
            <a:r>
              <a:rPr i="1"/>
              <a:t>Если спросят, почему двадцать строк, а непустых шестнадцать.</a:t>
            </a:r>
            <a:r>
              <a:t> Четыре строки — пустые разделители между разделами. Считаю обе величины, потому что дальше мы будем смотреть, насколько файл вырос, и расти он будет содержанием, а не разделителями.</a:t>
            </a:r>
          </a:p>
          <a:p/>
          <a:p>
            <a:r>
              <a:rPr i="1"/>
              <a:t>Если спросят про второе имя файла инструкций.</a:t>
            </a:r>
            <a:r>
              <a:t> Это символическая ссылка: один и тот же файл доступен под двумя именами, чтобы его нашли разные инструменты. Содержимое одно, и правится оно в одном месте.</a:t>
            </a:r>
          </a:p>
          <a:p/>
          <a:p>
            <a:r>
              <a:rPr i="1"/>
              <a:t>Если спросят, что такое задачная память в `.tasks/`.</a:t>
            </a:r>
            <a:r>
              <a:t> Каталог с файлами задач: что делается, что сделано. Он появился на прошлом занятии и к механическому слою отношения не имеет — это текст, как и всё остальное на этом экране.</a:t>
            </a:r>
          </a:p>
          <a:p/>
          <a:p>
            <a:r>
              <a:rPr i="1"/>
              <a:t>Если спросят, что такое ADR в листинге.</a:t>
            </a:r>
            <a:r>
              <a:t> Запись архитектурного решения: по файлу на решение — что выбрали, из чего выбирали, почему. Здесь их три и шаблон для новых. Имена трёх не называю: в сверенном источнике список обрезан, и выдумывать их на занятии я не буду.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Рядом с файлом инструкций можно поставить пять разных механизмов. Прежде чем выбирать между ними, договоримся, что каждый из них такое — по одной строке, без устройства.</a:t>
            </a:r>
          </a:p>
          <a:p/>
          <a:p>
            <a:r>
              <a:t>Хук — команда, которую среда запускает сама, в заданный момент работы агента. Агента об этом не спрашивают.</a:t>
            </a:r>
          </a:p>
          <a:p/>
          <a:p>
            <a:r>
              <a:t>Скилл — процедура, записанная отдельным файлом. Агент открывает её сам, когда она понадобилась.</a:t>
            </a:r>
          </a:p>
          <a:p/>
          <a:p>
            <a:r>
              <a:t>MCP, Model Context Protocol — подключение к внешней системе. Через него агент достаёт данные, которых в репозитории физически нет.</a:t>
            </a:r>
          </a:p>
          <a:p/>
          <a:p>
            <a:r>
              <a:t>Субагент — отдельная роль с урезанными правами. Её запускают на одну задачу и получают обратно только итог работы.</a:t>
            </a:r>
          </a:p>
          <a:p/>
          <a:p>
            <a:r>
              <a:t>Процесс — порядок работы, записанный файлами: план, запись по ходу, проверка перед сдачей.</a:t>
            </a:r>
          </a:p>
          <a:p/>
          <a:p>
            <a:r>
              <a:t>Пять строк — пять разных ответов на один вопрос: кто приводит механизм в действие. У хука это среда, у скилла сам агент, у MCP внешняя система, у субагента отдельная роль, у процесса — заведённый порядок.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так коротко.</a:t>
            </a:r>
            <a:r>
              <a:t> Здесь обозначение, а не устройство. Устройство хука разберём перед первым кейсом, устройство скилла — перед четвёртым, и там будет по целому слайду на каждое. Сейчас хватит одной строки на инструмент: дальше она понадобится вся пятёрка сразу.</a:t>
            </a:r>
          </a:p>
          <a:p/>
          <a:p>
            <a:r>
              <a:rPr i="1"/>
              <a:t>Если спросят, чем хук отличается от процесса.</a:t>
            </a:r>
            <a:r>
              <a:t> Хук срабатывает внутри одного действия агента и успевает вмешаться в него. Процесс живёт поверх всей работы и проверяется глазами и командами уже по её следам. Один механизм — момент, другой — порядок.</a:t>
            </a:r>
          </a:p>
          <a:p/>
          <a:p>
            <a:r>
              <a:rPr i="1"/>
              <a:t>Если спросят, почему MCP латиницей.</a:t>
            </a:r>
            <a:r>
              <a:t> Это имя протокола, у него нет принятого русского имени. Раскрытие на слайде стоит ровно для того, чтобы буквы не остались тремя буквами.</a:t>
            </a:r>
          </a:p>
          <a:p/>
          <a:p>
            <a:r>
              <a:rPr i="1"/>
              <a:t>Если спросят, можно ли обойтись одним.</a:t>
            </a:r>
            <a:r>
              <a:t> Можно, и большинство проектов именно так и живёт. Весь вопрос в том, каким и по какому сигналу, — это и есть содержание сегодняшнего занятия.</a:t>
            </a:r>
          </a:p>
          <a:p/>
          <a:p>
            <a:r>
              <a:rPr i="1"/>
              <a:t>Если прозвучит «а что из этого мы ставим».</a:t>
            </a:r>
            <a:r>
              <a:t> Отвечаю, что про это говорим через слайд, и не называю ничего раньше времени: следующий слайд — вопрос, и ответ на нём даёт зал.</a:t>
            </a:r>
          </a:p>
          <a:p/>
          <a:p>
            <a:r>
              <a:rPr i="1"/>
              <a:t>Порядок строк.</a:t>
            </a:r>
            <a:r>
              <a:t> Он тот же, что порядок карточек на следующем слайде и на повторе вопроса в конце. Менять его нельзя: на совпадении держится возврат.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экране, и слова для ответа у вас уже есть — все пять только что названы.</a:t>
            </a:r>
          </a:p>
          <a:p/>
          <a:p>
            <a:r>
              <a:t>Держите ответ при себе. Я соберу три-четыре голоса и просто запишу, без оценки: правильного ответа здесь нет ни одного. Выбор зависит от того, какой сигнал в проекте уже прозвучал, а про сигналы мы сегодня и говорим.</a:t>
            </a:r>
          </a:p>
          <a:p/>
          <a:p>
            <a:r>
              <a:t>И про второй раз я говорю дословно: этот вопрос прозвучит сегодня ещё раз, в самом конце.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зал назовёт и что отвечать на каждое.</a:t>
            </a:r>
            <a:r>
              <a:t> </a:t>
            </a:r>
            <a:r>
              <a:rPr b="1"/>
              <a:t>Хук</a:t>
            </a:r>
            <a:r>
              <a:t> называют чаще других — те, кто уже ловил агента на нарушении: сигнал к нему пришёл на прошлом занятии, правило нарушено в последней сцене. Принимаю и записываю. </a:t>
            </a:r>
            <a:r>
              <a:rPr b="1"/>
              <a:t>Скилл</a:t>
            </a:r>
            <a:r>
              <a:t> — ответ тех, у кого файл инструкций разросся: сигнал настоящий, но придёт он по ходу сегодняшнего занятия, не раньше. </a:t>
            </a:r>
            <a:r>
              <a:rPr b="1"/>
              <a:t>MCP</a:t>
            </a:r>
            <a:r>
              <a:t> — ответ тех, кому агент нужен за пределами репозитория; половина этой ступени, дисциплина минимальных прав, вообще не ждёт сигнала. </a:t>
            </a:r>
            <a:r>
              <a:rPr b="1"/>
              <a:t>Субагент</a:t>
            </a:r>
            <a:r>
              <a:t> — одна и та же роль повторяется из сессии в сессию; сигнал приходит на следующем занятии. </a:t>
            </a:r>
            <a:r>
              <a:rPr b="1"/>
              <a:t>Процесс</a:t>
            </a:r>
            <a:r>
              <a:t> — заводится на день 0, независимо от проекта: утверждение агента «готово» — самоотчёт, и проверить его нечем, пока не записан порядок.</a:t>
            </a:r>
          </a:p>
          <a:p/>
          <a:p>
            <a:r>
              <a:rPr i="1"/>
              <a:t>Если прозвучит «всё сразу».</a:t>
            </a:r>
            <a:r>
              <a:t> Отвечаю, что так и делают, и цена этому — пять механизмов, ни один из которых не проверен; сегодня мы заведём два и оба проверим.</a:t>
            </a:r>
          </a:p>
          <a:p/>
          <a:p>
            <a:r>
              <a:rPr i="1"/>
              <a:t>Если ответ прозвучит про инструменты вообще.</a:t>
            </a:r>
            <a:r>
              <a:t> Возвращаю к дереву одним словом: «здесь». Вопрос про этот репозиторий, с его формой заявки, тестами и двадцатью строками инструкций.</a:t>
            </a:r>
          </a:p>
          <a:p/>
          <a:p>
            <a:r>
              <a:rPr i="1"/>
              <a:t>Если зал молчит.</a:t>
            </a:r>
            <a:r>
              <a:t> Называю сам первую карточку и спрашиваю, кто бы с неё начал. Дальше голоса идут.</a:t>
            </a:r>
          </a:p>
          <a:p/>
          <a:p>
            <a:r>
              <a:rPr i="1"/>
              <a:t>Чего здесь не делаю.</a:t>
            </a:r>
            <a:r>
              <a:t> Не оцениваю ответы, не называю свой и не свожу к одному. Ответ по всем пяти зал получит не сегодня: сегодня закрываются два.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весь маршрут занятия.</a:t>
            </a:r>
          </a:p>
          <a:p/>
          <a:p>
            <a:r>
              <a:t>Верхняя строка каждой карточки — то, что видит человек, работающий с агентом. Не название механизма и не его починка: симптом, с которым приходят. Агент записал в главную ветку, хотя это запрещено. Защита работала и перестала. Работа замедлилась. Под симптомом строка «решаем» — что именно на этой развилке выбирается.</a:t>
            </a:r>
          </a:p>
          <a:p/>
          <a:p>
            <a:r>
              <a:t>Ответов на карточках нет ни на одной. На каждой развилке вы сначала отвечаете сами, и только потом видите разбор.</a:t>
            </a:r>
          </a:p>
          <a:p/>
          <a:p>
            <a:r>
              <a:t>Внизу,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И последняя строка, её стоит запомнить. К концу занятия дерево репозитория будет отличаться от того, что вы видели на втором слайде, ровно на две строки. Две — а не десять и не «каталог с настройками»: мы будем считать то, что реально добавилось.</a:t>
            </a:r>
          </a:p>
          <a:p/>
          <a:p>
            <a:r>
              <a:t>Маршрут занятия на этом кончается. Дальше сразу первая развилка.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Почему развилок шесть, а ступеней две.</a:t>
            </a:r>
            <a:r>
              <a:t> Ступень — это инструмент, развилка — решение, которое на нём принимается. У хука их три, потому что хук ломается тремя разными способами: не поставлен вовсе, поставлен и молчит, поставлен и мешает. У скилла тоже три: что выносить, по чему его откроют, брать готовое или писать своё.</a:t>
            </a:r>
          </a:p>
          <a:p/>
          <a:p>
            <a:r>
              <a:rPr i="1"/>
              <a:t>Если спросят, почему именно эти шесть.</a:t>
            </a:r>
            <a:r>
              <a:t> Каждая взята из реальной работы с демо-репозиторием, и у каждой есть артефакт, который можно открыть. Придуманных развилок здесь нет.</a:t>
            </a:r>
          </a:p>
          <a:p/>
          <a:p>
            <a:r>
              <a:rPr i="1"/>
              <a:t>Если спросят про три нижние ступени.</a:t>
            </a:r>
            <a:r>
              <a:t> MCP, субагент и процесс — следующее занятие целиком. Сегодня про них говорится только то, что они есть; доступ наружу решением владельца курса уехал туда полностью.</a:t>
            </a:r>
          </a:p>
          <a:p/>
          <a:p>
            <a:r>
              <a:rPr i="1"/>
              <a:t>Про две строки разницы.</a:t>
            </a:r>
            <a:r>
              <a:t> Строки две, и это проверяемое число: файл настроек и самотест хука, оба подтверждены коммитом. Файл скилла — по плану, коммита у него нет, и на итоговом слайде это будет написано прямо.</a:t>
            </a:r>
          </a:p>
          <a:p/>
          <a:p>
            <a:r>
              <a:rPr i="1"/>
              <a:t>Если спросят, зачем шесть развилок на два инструмента.</a:t>
            </a:r>
            <a:r>
              <a:t> Потому что инструмент сам по себе ничего не решает: решают выборы, которые на нём делаются. Шесть развилок — шесть таких выборов, и каждый встречается в работе чаще, чем сам инструмент.</a:t>
            </a:r>
          </a:p>
          <a:p/>
          <a:p>
            <a:r>
              <a:rPr i="1"/>
              <a:t>Остаток себе.</a:t>
            </a:r>
            <a:r>
              <a:t> Выбор на каждой развилке делает зал, и ответ я предъявляю только после того, как он прозвучал. На слайде этого нет намеренно: когда понадобится ответ зала, я его спрошу.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ступень. В проекте есть записанная процедура работы с репозиторием: задача — отдельная ветка, в главную напрямую не коммитим. Файл инструкций загружается в начале каждой сессии.</a:t>
            </a:r>
          </a:p>
          <a:p/>
          <a:p>
            <a:r>
              <a:t>Процедура не исполняется. Коммит уходит в главную ветку в обычной рабочей сессии, через несколько минут после того, как файл был прочитан.</a:t>
            </a:r>
          </a:p>
          <a:p/>
          <a:p>
            <a:r>
              <a:t>Собираем то, что заставит её исполняться. Сначала — что именно произошло.</a:t>
            </a:r>
          </a:p>
          <a:p/>
          <a:p>
            <a:r>
              <a:t>Если спросят, почему нельзя просто написать правило громче: это ровно вопрос следующих двух слайдов, и у меня для него есть живой пример из репозитория этого курса, где громче уже некуда.</a:t>
            </a:r>
          </a:p>
          <a:p/>
          <a:p>
            <a:r>
              <a:t>Если спросят, в чём разница с прошлым занятием: там мы учили агента, что делать, и проверяли результат руками. Здесь нам нужно, чтобы порядок держался без нашего участия, в каждой сессии и в каждом клоне проекта.</a:t>
            </a:r>
          </a:p>
          <a:p/>
          <a:p>
            <a:r>
              <a:t>Если спросят, будет ли это работать на человека, набирающего команды руками: нет, и это один из трёх пределов, которые мы назовём в конце ступени.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 ступени в одной сцене.</a:t>
            </a:r>
          </a:p>
          <a:p/>
          <a:p>
            <a:r>
              <a:t>Строка сверху — дословно из файла инструкций проекта. Не пересказ: раздел называется «Repository etiquette», и в нём написано, что ветка на задачу создаётся до первой правки, а прямо в главную не коммитим. Файл загружается в начале каждой сессии, и агент его прочитал.</a:t>
            </a:r>
          </a:p>
          <a:p/>
          <a:p>
            <a:r>
              <a:t>Три шага одной рабочей сессии. Агент правит проверку формы — задача по делу, никто его не провоцировал и ничего особенного от него не требовал. Делает коммит. Ветку не создаёт — ни до правки, ни после. Коммит ложится в главную, и дальше сессия идёт как ни в чём не бывало.</a:t>
            </a:r>
          </a:p>
          <a:p/>
          <a:p>
            <a:r>
              <a:t>Запрет записан, файл прочитан, процедура не исполнена. Это всё, что мы знаем на данный момент: ни причины, ни оценки у нас пока нет. Заметьте, что нарушения правил среды тоже нет — агент сделал обычную разрешённую команду.</a:t>
            </a:r>
          </a:p>
          <a:p/>
          <a:p>
            <a:r>
              <a:t>Цена внизу.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напишите строку строже» — это ровно следующий ход, и мы его сделаем через слайд. Там я покажу, как выглядит строка, написанная настолько строго, насколько это возможно, и чем это кончилось.</a:t>
            </a:r>
          </a:p>
          <a:p/>
          <a:p>
            <a:r>
              <a:t>Если спросят, почему агент её не выполнил: правило в инструкциях — это текст в контексте, который модель учитывает вместе со всем остальным контекстом. Вес у него не абсолютный. Правило соревнуется с задачей, с историей сессии, с тем, что было сказано последним.</a:t>
            </a:r>
          </a:p>
          <a:p/>
          <a:p>
            <a:r>
              <a:t>Если спросят, не одиночный ли это сбой: ошибка случается не каждый раз. Воспроизводимо здесь другое — ничто не гарантирует её отсутствия. Вероятность не ноль, цена срабатывания высокая, и барьер нужен именно поэтому.</a:t>
            </a:r>
          </a:p>
          <a:p/>
          <a:p>
            <a:r>
              <a:t>Если спросят, видно ли это в истории: видно постфактум. </a:t>
            </a:r>
            <a:r>
              <a:rPr>
                <a:latin typeface="Consolas"/>
              </a:rPr>
              <a:t>git log --oneline main</a:t>
            </a:r>
            <a:r>
              <a:t> покажет коммит, которого в главной ветке быть не должно, — после того как он там уже лежит.</a:t>
            </a:r>
          </a:p>
          <a:p/>
          <a:p>
            <a:r>
              <a:t>Если спросят, почему в разделе три пункта, а на слайде один: остальные два про частоту коммитов и про переключение ветки отдельной командой. К второму мы вернёмся: он написан уже под хук.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вещь, которая понадобится во всех трёх ближайших разборах.</a:t>
            </a:r>
          </a:p>
          <a:p/>
          <a:p>
            <a:r>
              <a:t>Хук — это команда, которую среда запускает сама, в заданный момент работы агента. Агента об этом не спрашивают и ему об этом не докладывают.</a:t>
            </a:r>
          </a:p>
          <a:p/>
          <a:p>
            <a:r>
              <a:t>Три понятия, и каждое отвечает на свой вопрос. Событие — когда запускается. Матчер — какие вызовы хук отбирает из всех, что идут мимо. Решение — что он отвечает среде. Устройство целиком разберём дальше, сейчас достаточно трёх слов.</a:t>
            </a:r>
          </a:p>
          <a:p/>
          <a:p>
            <a:r>
              <a:t>Справа то, что решает исход всех трёх кейсов. Момент выбирают: хук можно поставить до вызова и можно после. От этого выбора зависит, что он успеет. Поставленный до — успевает вмешаться и об исходе не узнаёт. Поставленный после — видит результат, когда вызов уже состоялся.</a:t>
            </a:r>
          </a:p>
          <a:p/>
          <a:p>
            <a:r>
              <a:t>И последнее. Хук — отдельная программа. Она видит ровно то, что ей прислали: имя инструмента, аргументы, каталог. Ни истории, ни того, что агент собирается делать дальше.</a:t>
            </a:r>
          </a:p>
          <a:p/>
          <a:p>
            <a:r>
              <a:t>Если спросят, какие ещё бывают события: тридцать три, собранные в шесть групп — сессия, ход пользователя, вызовы инструментов, файлы, команда агентов, контекст среды. Нам нужно одно, из группы вызовов инструментов. Полную карту я покажу после первого разбора.</a:t>
            </a:r>
          </a:p>
          <a:p/>
          <a:p>
            <a:r>
              <a:t>Если спросят, на чём пишется хук: на чём угодно, что запускается. Строка для оболочки прямо в файле настроек или отдельный исполняемый файл рядом. Описание вызова приходит ему на стандартный вход, решение он печатает на выход.</a:t>
            </a:r>
          </a:p>
          <a:p/>
          <a:p>
            <a:r>
              <a:t>Если спросят, можно ли поставить два хука на одно событие: можно, и сработают оба, параллельно. Что происходит, когда они отвечают по-разному, разберём во втором кейсе.</a:t>
            </a:r>
          </a:p>
          <a:p/>
          <a:p>
            <a:r>
              <a:t>Если спросят, видит ли хук всю сессию: нет. Один вызов в изоляции. Он не знает, что было до и что планируется после, и не видит соседние вызовы, если среда запустила несколько сразу.</a:t>
            </a:r>
          </a:p>
          <a:p/>
          <a:p>
            <a:r>
              <a:t>Если спросят, узнаёт ли агент, что хук сработал: при запрете узнаёт — причину отказа ему показывают, и он может её учесть. При «разрешить» и при «спросить» причину видит только человек.</a:t>
            </a:r>
          </a:p>
          <a:p/>
          <a:p>
            <a:r>
              <a:t>Если спросят, где лежит файл настроек: </a:t>
            </a:r>
            <a:r>
              <a:rPr>
                <a:latin typeface="Consolas"/>
              </a:rPr>
              <a:t>.claude/settings.json</a:t>
            </a:r>
            <a:r>
              <a:t> внутри репозитория, под контролем версий. Он едет с клоном — барьер ставится один раз на проект и достаётся всем, кто склонировал.</a:t>
            </a:r>
          </a:p>
          <a:p/>
          <a:p>
            <a:r>
              <a:t>Если спросят, почему нельзя просто дописать правило в файл инструкций: это вопрос первого кейса, к нему и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Инструкция есть, и написана она настолько громко, насколько это вообще возможно. Строка сверху — из файла инструкций этого курса, можете открыть и проверить на перерыве. Заглавными, слово «никогда», и отдельная оговорка про мелкие правки, чтобы не было лазейки.</a:t>
            </a:r>
          </a:p>
          <a:p/>
          <a:p>
            <a:r>
              <a:t>Она всё равно осталась текстом. Рядом с ней не стоит ничего: никакой проверки, которая бы её исполняла.</a:t>
            </a:r>
          </a:p>
          <a:p/>
          <a:p>
            <a:r>
              <a:t>Что поставить рядом? Пять вариантов на карточках. Все пять настоящие: каждый где-то применяют, и ни один из них я не придумал для контраста.</a:t>
            </a:r>
          </a:p>
          <a:p/>
          <a:p>
            <a:r>
              <a:t>И сразу честно: одно из этих слов вы слышали пять минут назад, я сам его произнёс. Поэтому мне интересно обоснование: чем это слово отличается от каждого из четырёх соседних. Три-четыре версии, любую беру. Называйте не только сам ход, но и момент, в который он срабатывает: именно по моменту они и расходятся.</a:t>
            </a:r>
          </a:p>
          <a:p/>
          <a:p>
            <a:r>
              <a:t>Если прозвучит защита на стороне сервера — это сильный ответ, придержу его до разбора: там у него своё место, и я скажу прямо, в чём он крепче нашего.</a:t>
            </a:r>
          </a:p>
          <a:p/>
          <a:p>
            <a:r>
              <a:t>Если прозвучит «написать правило ещё раз, в другом файле»: такой ход есть, и он даёт ровно то же, что строка сверху. Это полезный ответ, он показывает границу между текстом и механизмом.</a:t>
            </a:r>
          </a:p>
          <a:p/>
          <a:p>
            <a:r>
              <a:t>Если прозвучит «попросить агента самого себя проверять»: тоже реальная практика. Ограничение у неё то же, что у инструкции: проверяющий и нарушитель — одна и та же система, и оба решения принимаются в одном контексте.</a:t>
            </a:r>
          </a:p>
          <a:p/>
          <a:p>
            <a:r>
              <a:t>Если прозвучит «запретить ему </a:t>
            </a:r>
            <a:r>
              <a:rPr>
                <a:latin typeface="Consolas"/>
              </a:rPr>
              <a:t>git</a:t>
            </a:r>
            <a:r>
              <a:t> целиком»: это четвёртая карточка, и она сработает. Цена — в разборе.</a:t>
            </a:r>
          </a:p>
          <a:p/>
          <a:p>
            <a:r>
              <a:t>Если прозвучит «настроить правило в системе управления задачами» или «договориться в команде»: обе вещи работают на людей и не работают на то, что делает агент внутри сессии. Это хороший повод назвать границу: нам нужен механизм, который стоит в момент действия.</a:t>
            </a:r>
          </a:p>
          <a:p/>
          <a:p>
            <a:r>
              <a:t>Если никто не называет вторую карточку: не подсказываю. Разбор на следующем слайде проходит по всем пяти, и ответ появится 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правильный ответ, и ограничения — из двух колонок вывод складывается сам.</a:t>
            </a:r>
          </a:p>
          <a:p/>
          <a:p>
            <a:r>
              <a:t>Серверная защита. Работает там, где правило должно держаться независимо от того, кто и чем работает. Ограничение: узнаёт о нарушении после отправки, и настраивается она вне репозитория, другим человеком.</a:t>
            </a:r>
          </a:p>
          <a:p/>
          <a:p>
            <a:r>
              <a:t>Хук. Работает там, где проверка нужна до выполнения команды — разрешить, запретить, спросить человека. Ограничения: видит только агента и проверяет форму команды.</a:t>
            </a:r>
          </a:p>
          <a:p/>
          <a:p>
            <a:r>
              <a:t>Служебный каталог </a:t>
            </a:r>
            <a:r>
              <a:rPr>
                <a:latin typeface="Consolas"/>
              </a:rPr>
              <a:t>git</a:t>
            </a:r>
            <a:r>
              <a:t>. Правильный инструмент, когда команды набирает человек. Не версионируется: в каждый клон копируется руками.</a:t>
            </a:r>
          </a:p>
          <a:p/>
          <a:p>
            <a:r>
              <a:t>Забрать право на </a:t>
            </a:r>
            <a:r>
              <a:rPr>
                <a:latin typeface="Consolas"/>
              </a:rPr>
              <a:t>git</a:t>
            </a:r>
            <a:r>
              <a:t>. Сработает, если агент не должен трогать историю. У нас он коммитит по делу.</a:t>
            </a:r>
          </a:p>
          <a:p/>
          <a:p>
            <a:r>
              <a:t>Проверять руками. Работает, пока показов мало.</a:t>
            </a:r>
          </a:p>
          <a:p/>
          <a:p>
            <a:r>
              <a:t>Теперь вывод. Первые две строки законны обе, и я это говорю прямо. На сервере правило держится крепче, в репозитории — раньше. Мы разбираем агентов, поэтому берём хук. Серверную защиту ставят поверх.</a:t>
            </a:r>
          </a:p>
          <a:p/>
          <a:p>
            <a:r>
              <a:t>Если спросят, почему не взять сразу сервер: взять можно, и в рабочем проекте так и делают. На этом занятии он не подходит по двум причинам. Он не часть репозитория — его не покажешь склонировавшему и не отдашь вместе с проектом. И он не успевает: коммит в локальной истории уже лежит, а нам нужно, чтобы правка не ушла в показ.</a:t>
            </a:r>
          </a:p>
          <a:p/>
          <a:p>
            <a:r>
              <a:t>Если спросят, зачем тогда вообще сервер: он закрывает то, чего хук не закрывает в принципе. Человек с терминалом, второй агент на другой машине, обход формой команды. В конце ступени я назову это прямо как потолок.</a:t>
            </a:r>
          </a:p>
          <a:p/>
          <a:p>
            <a:r>
              <a:t>Если спросят про </a:t>
            </a:r>
            <a:r>
              <a:rPr>
                <a:latin typeface="Consolas"/>
              </a:rPr>
              <a:t>git</a:t>
            </a:r>
            <a:r>
              <a:t>-хук подробнее: он живёт в служебном каталоге, который не едет с клоном. Поставить его можно, и на одной машине он работает; задача «барьер стоит у всех, кто склонировал» им не решается. Живой пример — репозиторий этого курса: там такой хук лежит, исполняемый, и не запускался ни разу. Разберём это через четыре слайда.</a:t>
            </a:r>
          </a:p>
          <a:p/>
          <a:p>
            <a:r>
              <a:t>Если спросят, можно ли сочетать: можно и нужно. Хук в репозитории, сервер поверх, список известных дыр записан. Это и есть честная сборка, и к ней мы придём к концу ступени.</a:t>
            </a:r>
          </a:p>
          <a:p/>
          <a:p>
            <a:r>
              <a:t>Если прозвучит «а если агент сам себя проверит»: проверяющий и нарушитель оказываются одной системой, решение принимается в одном контексте. Получается то же правило, сказанное второй раз.</a:t>
            </a:r>
          </a:p>
          <a:p/>
          <a:p>
            <a:r>
              <a:t>Если спросят, что значит «форм у одной команды несколько»: </a:t>
            </a:r>
            <a:r>
              <a:rPr>
                <a:latin typeface="Consolas"/>
              </a:rPr>
              <a:t>env git commit</a:t>
            </a:r>
            <a:r>
              <a:t>, </a:t>
            </a:r>
            <a:r>
              <a:rPr>
                <a:latin typeface="Consolas"/>
              </a:rPr>
              <a:t>/usr/bin/git commit</a:t>
            </a:r>
            <a:r>
              <a:t>, коммит на второй строке составной команды. Проверка на строку их не ловит. Это слайд про провал, он будет через четыре 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Вся конструкция сразу, шесть частей. Дальше мы разбираем их по одной, и я буду возвращаться к этому экрану.</a:t>
            </a:r>
          </a:p>
          <a:p/>
          <a:p>
            <a:r>
              <a:t>Где объявляется — файл настроек внутри репозитория, под контролем версий. У каждой строки написано, что она делает: событие, матчер, что запустить, сколько ждать.</a:t>
            </a:r>
          </a:p>
          <a:p/>
          <a:p>
            <a:r>
              <a:t>Когда запускается. Событий тридцать три, они собраны в шесть корзин, и в каждой корзине их несколько — счёт напечатан. Нам нужна одна корзина, вызовы инструментов, и из неё одно событие.</a:t>
            </a:r>
          </a:p>
          <a:p/>
          <a:p>
            <a:r>
              <a:t>Что приходит на вход.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Сам код — шестая часть, справа. Это обычная программа: строка для оболочки прямо в настройках или отдельный файл рядом.</a:t>
            </a:r>
          </a:p>
          <a:p/>
          <a:p>
            <a:r>
              <a:t>Чем отвечает — два канала, и они разные. Код возврата принимает три значения. Объект решения — четыре состояния.</a:t>
            </a:r>
          </a:p>
          <a:p/>
          <a:p>
            <a:r>
              <a:t>И что среда делает дальше: пять шагов от собранных аргументов до исполнения или отказа.</a:t>
            </a:r>
          </a:p>
          <a:p/>
          <a:p>
            <a:r>
              <a:t>Если спросят про матчер подробнее: он решает, сколько раз хук сработает за задачу. Речь именно о числе срабатываний; скорость хука — отдельная величина. Эта формулировка понадобится в третьем кейсе.</a:t>
            </a:r>
          </a:p>
          <a:p/>
          <a:p>
            <a:r>
              <a:t>Если спросят, почему код один не блокирует: так написано в спецификации. Код два — единственный, который блокирует сам по себе. Код один среда считает неблокирующей ошибкой и вызов пропускает, хотя по привычке Unix единица означает «упало». Так устроена среда; авторы хука здесь ни при чём.</a:t>
            </a:r>
          </a:p>
          <a:p/>
          <a:p>
            <a:r>
              <a:t>Если спросят, что будет при коде два и одновременном решении «разрешить»: вызов всё равно заблокируют. Код два сильнее решения, напечатанного этим же хуком.</a:t>
            </a:r>
          </a:p>
          <a:p/>
          <a:p>
            <a:r>
              <a:t>Если спросят, чем «поля нет» отличается от «разрешить»: «разрешить» снимает вопрос о правах. «Поля нет» означает, что хук решения не принял, и среда идёт обычным порядком — может и спросить, и отказать по своим правилам.</a:t>
            </a:r>
          </a:p>
          <a:p/>
          <a:p>
            <a:r>
              <a:t>Если спросят, останавливает ли запрет агента: нет. Снимается один вызов — тот, на котором сработал хук. Агент продолжает работу и читает причину отказа — её при запрете показывают именно ему.</a:t>
            </a:r>
          </a:p>
          <a:p/>
          <a:p>
            <a:r>
              <a:t>Если спросят про таймаут: это срок, который среда ждёт ответа. Что происходит, когда он вышел, разберём в третьем кейсе — там на этом стоит целый случай.</a:t>
            </a:r>
          </a:p>
          <a:p/>
          <a:p>
            <a:r>
              <a:t>Если спросят, можно ли поставить два хука на одно событие: можно, сработают оба, параллельно. Как среда сводит их ответы — во втором кейсе.</a:t>
            </a:r>
          </a:p>
          <a:p/>
          <a:p>
            <a:r>
              <a:t>Если спросят, на каком языке пишут хук: на любом, который запускается. Оболочка, Python, скомпилированный файл. Описание вызова приходит на стандартный вход, решение печатается на стандартный выход.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Проектируем. Три решения, и порядок у них тот же, в каком устроен сам хук.</a:t>
            </a:r>
          </a:p>
          <a:p/>
          <a:p>
            <a:r>
              <a:t>На что реагировать — это матчер. Четыре варианта, и решает здесь цена: чем шире матчер, тем чаще хук запускается впустую и тем дороже любая ошибка внутри него. К этой цене вернёмся в третьем кейсе.</a:t>
            </a:r>
          </a:p>
          <a:p/>
          <a:p>
            <a:r>
              <a:t>Когда реагировать. «После» даёт запись факта, уведомление, откат. Предотвращения оно не даёт.</a:t>
            </a:r>
          </a:p>
          <a:p/>
          <a:p>
            <a:r>
              <a:t>Как реагировать — это код, и внутри него ещё три выбора. Что считать нарушением: любую команду </a:t>
            </a:r>
            <a:r>
              <a:rPr>
                <a:latin typeface="Consolas"/>
              </a:rPr>
              <a:t>git</a:t>
            </a:r>
            <a:r>
              <a:t>, только коммит, только коммит в защищённой ветке. Чем отвечать: запретить, спросить человека, разрешить и записать. И третье, которое пропускают: что делать, когда проверка не смогла ответить — каталог ещё не репозиторий, ветка не определяется, нужной команды в системе нет.</a:t>
            </a:r>
          </a:p>
          <a:p/>
          <a:p>
            <a:r>
              <a:t>Последняя строка. Разрешить молча значит остаться без защиты и при этом выглядеть защищённым.</a:t>
            </a:r>
          </a:p>
          <a:p/>
          <a:p>
            <a:r>
              <a:t>Какой вариант берёте на каждой строке? Записываю, и на следующем слайде сверим с тем, что лежит в репозитории.</a:t>
            </a:r>
          </a:p>
          <a:p/>
          <a:p>
            <a:r>
              <a:t>Если спросят, откуда хук вообще узнаёт команду: ему присылают описание предстоящего вызова на стандартный вход — имя инструмента, аргументы, каталог. Он эту строку читает. Как именно, показано на следующем слайде, в первом шаге файла.</a:t>
            </a:r>
          </a:p>
          <a:p/>
          <a:p>
            <a:r>
              <a:t>Если спросят, почему матчер стоит делать узким: каждое срабатывание стоит времени, и это время умножается на число вызовов в задаче. Третий кейс целиком про этот счёт.</a:t>
            </a:r>
          </a:p>
          <a:p/>
          <a:p>
            <a:r>
              <a:t>Если спросят, зачем вариант «любой инструмент»: он нужен для хуков, которые ведут журнал: все вызовы подряд, счётчик, аудит. Там широкий матчер по делу.</a:t>
            </a:r>
          </a:p>
          <a:p/>
          <a:p>
            <a:r>
              <a:t>Если спросят, чем «спросить человека» отличается от «запретить»: «запретить» закрывает вызов и объясняет причину агенту. «Спросить» останавливает вызов и ждёт человека. В сессии без человека рядом «спросить» превращается в «ничего не произойдёт», пока кто-нибудь не вернётся.</a:t>
            </a:r>
          </a:p>
          <a:p/>
          <a:p>
            <a:r>
              <a:t>Если спросят, какой ответ даёт наш барьер при отсутствии репозитория: «спросить». Вариант выбран сознательно, и в репозитории он снят прогоном — на каталоге без репозитория хук просит человека, а не пропускает молча.</a:t>
            </a:r>
          </a:p>
          <a:p/>
          <a:p>
            <a:r>
              <a:t>Если прозвучит «а если хук сам упадёт»: именно это и есть пятая строка. Упавшая проверка не блокирует ничего, и снаружи её падение выглядит как успешное прохождение. Это слайд провала, он через два 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спроектировали. Слева — номер блока с карты устройства, в середине строка файла, справа — что она делает.</a:t>
            </a:r>
          </a:p>
          <a:p/>
          <a:p>
            <a:r>
              <a:t>Объявление, блок один. Событие: проверка срабатывает до исполнения вызова. Матчер: только команды оболочки. Таймаут: десять секунд.</a:t>
            </a:r>
          </a:p>
          <a:p/>
          <a:p>
            <a:r>
              <a:t>Дальше четыре шага кода, блок шесть. Первый достаёт из описания вызова саму команду — одной строкой, как агент её собирался выполнить. Второй ищет в этой строке </a:t>
            </a:r>
            <a:r>
              <a:rPr>
                <a:latin typeface="Consolas"/>
              </a:rPr>
              <a:t>git commit</a:t>
            </a:r>
            <a:r>
              <a:t>: в начале или после разделителя, чтобы коммит внутри составной команды тоже попался. Третий спрашивает, репозиторий ли это. Четвёртый спрашивает имя ветки.</a:t>
            </a:r>
          </a:p>
          <a:p/>
          <a:p>
            <a:r>
              <a:t>Два ответа, блок четыре. Репозитория нет — передаём решение человеку. Ветка главная — закрываем вызов, и причина уходит агенту.</a:t>
            </a:r>
          </a:p>
          <a:p/>
          <a:p>
            <a:r>
              <a:t>Каждая строка делает ровно одно. Ни одна из них не знает про остальные.</a:t>
            </a:r>
          </a:p>
          <a:p/>
          <a:p>
            <a:r>
              <a:t>Если спросят, почему шаг четыре именно </a:t>
            </a:r>
            <a:r>
              <a:rPr>
                <a:latin typeface="Consolas"/>
              </a:rPr>
              <a:t>symbolic-ref</a:t>
            </a:r>
            <a:r>
              <a:t>: привычная </a:t>
            </a:r>
            <a:r>
              <a:rPr>
                <a:latin typeface="Consolas"/>
              </a:rPr>
              <a:t>git rev-parse --abbrev-ref HEAD</a:t>
            </a:r>
            <a:r>
              <a:t> на репозитории без коммитов падает с кодом сто двадцать восемь. </a:t>
            </a:r>
            <a:r>
              <a:rPr>
                <a:latin typeface="Consolas"/>
              </a:rPr>
              <a:t>git symbolic-ref --short HEAD</a:t>
            </a:r>
            <a:r>
              <a:t> на том же репозитории отдаёт имя ветки и ноль. Разница в том, что упавшая проверка ничего не блокирует и снаружи выглядит пройденной.</a:t>
            </a:r>
          </a:p>
          <a:p/>
          <a:p>
            <a:r>
              <a:t>Если спросят, как выглядит выражение проверки целиком: </a:t>
            </a:r>
            <a:r>
              <a:rPr>
                <a:latin typeface="Consolas"/>
              </a:rPr>
              <a:t>(^|[;&amp;|]\s*)git\s+commit\b</a:t>
            </a:r>
            <a:r>
              <a:t> — то есть </a:t>
            </a:r>
            <a:r>
              <a:rPr>
                <a:latin typeface="Consolas"/>
              </a:rPr>
              <a:t>git commit</a:t>
            </a:r>
            <a:r>
              <a:t> в начале строки либо после точки с запятой, амперсанда или вертикальной черты. На слайде оно приведено сокращённо.</a:t>
            </a:r>
          </a:p>
          <a:p/>
          <a:p>
            <a:r>
              <a:t>Если спросят, где взять файл: </a:t>
            </a:r>
            <a:r>
              <a:rPr>
                <a:latin typeface="Consolas"/>
              </a:rPr>
              <a:t>github.com/tellina-study/signup-landing-demo</a:t>
            </a:r>
            <a:r>
              <a:t>, ветка </a:t>
            </a:r>
            <a:r>
              <a:rPr>
                <a:latin typeface="Consolas"/>
              </a:rPr>
              <a:t>seminar-5-hook</a:t>
            </a:r>
            <a:r>
              <a:t>. Файл под контролем версий, в свежем клоне барьер работает сам, ставить ничего не надо.</a:t>
            </a:r>
          </a:p>
          <a:p/>
          <a:p>
            <a:r>
              <a:t>Если спросят про тексты причин: они сокращены, целиком оба показаны во втором кейсе — там разбирается, чем барьер говорит «нет».</a:t>
            </a:r>
          </a:p>
          <a:p/>
          <a:p>
            <a:r>
              <a:t>Если спросят, почему таймаут десять, а не шестьсот по умолчанию: это третий кейс целиком. Коротко: срок умножается на число срабатываний.</a:t>
            </a:r>
          </a:p>
          <a:p/>
          <a:p>
            <a:r>
              <a:t>Если спросят, почему проверка не в </a:t>
            </a:r>
            <a:r>
              <a:rPr>
                <a:latin typeface="Consolas"/>
              </a:rPr>
              <a:t>.git/hooks</a:t>
            </a:r>
            <a:r>
              <a:t>: этот файл едет с клоном, служебный каталог — нет. Разбирали на разборе вариантов.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Барьер мы собрали, и он стоит. Теперь неприятное: он срабатывает не всегда.</a:t>
            </a:r>
          </a:p>
          <a:p/>
          <a:p>
            <a:r>
              <a:t>Мини-кейс сверху. Самотест проходит, файл на месте, а в главной ветке снова чужой коммит. И нигде ни одного сообщения об ошибке — ни в сессии, ни в выводе команд. Это и есть тихий отказ: отличить «сработал и пропустил» от «не сработал вовсе» штатным интерфейсом нельзя.</a:t>
            </a:r>
          </a:p>
          <a:p/>
          <a:p>
            <a:r>
              <a:t>Поэтому — классификация. От объявления хука до прочитанного ответа шесть звеньев, и порваться может любое. Каждое рвётся молча, и у каждого своя проверка.</a:t>
            </a:r>
          </a:p>
          <a:p/>
          <a:p>
            <a:r>
              <a:t>Первое: хука нет в настройках. Второе: запись есть, но среда её отклонила по схеме. Третье: матчер не совпал — регистр или опечатка. Четвёртое: скрипт не запустился. Пятое: не успел. Шестое: ответил, а среда ответ не прочла.</a:t>
            </a:r>
          </a:p>
          <a:p/>
          <a:p>
            <a:r>
              <a:t>Порядок строк — порядок отладки. Идите сверху вниз: первое порванное звено объясняет всё, что ниже него.</a:t>
            </a:r>
          </a:p>
          <a:p/>
          <a:p>
            <a:r>
              <a:t>И седьмое, которое поломкой не является: цепочка цела, проверка сработала и пропустила, потому что ищет форму команды. Это предел, и он на следующем слайде.</a:t>
            </a:r>
          </a:p>
          <a:p/>
          <a:p>
            <a:r>
              <a:t>Если спросят про команды подробнее. </a:t>
            </a:r>
            <a:r>
              <a:rPr>
                <a:latin typeface="Consolas"/>
              </a:rPr>
              <a:t>/hooks</a:t>
            </a:r>
            <a:r>
              <a:t> — встроенный список: показывает каждый настроенный хук, его событие, матчер, полную команду и файл, из которого он взялся. </a:t>
            </a:r>
            <a:r>
              <a:rPr>
                <a:latin typeface="Consolas"/>
              </a:rPr>
              <a:t>claude doctor</a:t>
            </a:r>
            <a:r>
              <a:t> запускается вне сессии и разбирает файлы настроек: называет невалидные файлы и отклонённые записи. </a:t>
            </a:r>
            <a:r>
              <a:rPr>
                <a:latin typeface="Consolas"/>
              </a:rPr>
              <a:t>claude --debug-file</a:t>
            </a:r>
            <a:r>
              <a:t> пишет подробный журнал выполнения хуков в указанный файл — сам флаг в терминал ничего не печатает, журнал надо открыть. Ручной прогон: подаёте скрипту описание вызова на вход и смотрите код возврата и вывод, без среды вообще.</a:t>
            </a:r>
          </a:p>
          <a:p/>
          <a:p>
            <a:r>
              <a:t>Если спросят, почему сломанный файл настроек — тихий отказ: в интерактивной сессии он не тихий, диалог показывается сразу. Тихим он становится в запуске без интерфейса: там диалога нет, файл или запись просто пропускаются. Разница по механике важная — реально тихо рвётся одна кривая запись внутри рабочего в остальном файла.</a:t>
            </a:r>
          </a:p>
          <a:p/>
          <a:p>
            <a:r>
              <a:t>Если спросят про таймаут отдельно: вышедший срок на этом событии вызов не блокирует — хук отменяется, вывод отбрасывается, вызов идёт обычным порядком, как если бы хука не было. На переключении модели ровно наоборот: там таймаут блокирует.</a:t>
            </a:r>
          </a:p>
          <a:p/>
          <a:p>
            <a:r>
              <a:t>Если спросят про самотест и что он на самом деле проверяет: он строит настоящее описание вызова и запускает ту же команду, которую сам вытащил из файла настроек. Поэтому он ловит правку этого файла, смену версии </a:t>
            </a:r>
            <a:r>
              <a:rPr>
                <a:latin typeface="Consolas"/>
              </a:rPr>
              <a:t>git</a:t>
            </a:r>
            <a:r>
              <a:t>, отсутствие </a:t>
            </a:r>
            <a:r>
              <a:rPr>
                <a:latin typeface="Consolas"/>
              </a:rPr>
              <a:t>jq</a:t>
            </a:r>
            <a:r>
              <a:t>, нестандартное имя главной ветки. Чего он не ловит — сказано в шапке самого файла: он собирает описание вызова по зашитым в него же образцам, поэтому если среда переименует поле, тест продолжит проходить, а барьер будет мёртв. Проверить это может только живая сессия.</a:t>
            </a:r>
          </a:p>
          <a:p/>
          <a:p>
            <a:r>
              <a:t>Если спросят, какая строка в журнале выглядит дословно: «Hook output does not start with {, treating as plain text».</a:t>
            </a:r>
          </a:p>
          <a:p/>
          <a:p>
            <a:r>
              <a:t>Если спросят, какие пять форм команды проходят мимо: нестандартное имя главной ветки, флаг рабочего каталога, абсолютный путь к </a:t>
            </a:r>
            <a:r>
              <a:rPr>
                <a:latin typeface="Consolas"/>
              </a:rPr>
              <a:t>git</a:t>
            </a:r>
            <a:r>
              <a:t>, префиксная команда, коммит на второй строке составного вызова. Шестая отклоняется. Разбираем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Обобщаю ступень. Механизм разобрали по звеньям; теперь — докуда достаёт правило, когда механизм исправен.</a:t>
            </a:r>
          </a:p>
          <a:p/>
          <a:p>
            <a:r>
              <a:t>Три условия, и за каждым стоит другой инструмент.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этого события не увидит.</a:t>
            </a:r>
          </a:p>
          <a:p/>
          <a:p>
            <a:r>
              <a:t>Третье: форм команды бесконечно много — оболочка раскрывает слова уже после ответа хука.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решение. Барьер ставим, дыры записываем и держим на виду,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  <a:p/>
          <a:p>
            <a:r>
              <a:t>Если спросят, чем это отличается от предыдущего слайда: там механизм мог не отработать — звено порвалось, и мы это ловим проверкой. Здесь механизм отрабатывает полностью, и всё равно правило не достаёт. Первое чинится отладкой, второе — другим инструментом.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--no-verify</a:t>
            </a:r>
            <a:r>
              <a:t>: флаг, которым </a:t>
            </a:r>
            <a:r>
              <a:rPr>
                <a:latin typeface="Consolas"/>
              </a:rPr>
              <a:t>git commit</a:t>
            </a:r>
            <a:r>
              <a:t> пропускает собственные хуки </a:t>
            </a:r>
            <a:r>
              <a:rPr>
                <a:latin typeface="Consolas"/>
              </a:rPr>
              <a:t>git</a:t>
            </a:r>
            <a:r>
              <a:t>. Наш барьер стоит в среде агента, его этот флаг не отменяет, но если вы полагаетесь на хуки </a:t>
            </a:r>
            <a:r>
              <a:rPr>
                <a:latin typeface="Consolas"/>
              </a:rPr>
              <a:t>git</a:t>
            </a:r>
            <a:r>
              <a:t>, флаг их снимает. Это перечислимая дыра: её можно назвать и закрыть.</a:t>
            </a:r>
          </a:p>
          <a:p/>
          <a:p>
            <a:r>
              <a:t>Если спросят про </a:t>
            </a:r>
            <a:r>
              <a:rPr>
                <a:latin typeface="Consolas"/>
              </a:rPr>
              <a:t>core.hooksPath</a:t>
            </a:r>
            <a:r>
              <a:t>: настройка, которая переназначает каталог с хуками </a:t>
            </a:r>
            <a:r>
              <a:rPr>
                <a:latin typeface="Consolas"/>
              </a:rPr>
              <a:t>git</a:t>
            </a:r>
            <a:r>
              <a:t>. Меняется одной командой, и после неё прежние хуки не вызываются. Тоже перечислимая.</a:t>
            </a:r>
          </a:p>
          <a:p/>
          <a:p>
            <a:r>
              <a:t>Если спросят, зачем вообще ставить барьер, который обходится: он закрывает случайное, а не умышленное. Агент не обходит проверку намеренно, он просто собирает команду иначе. Против умысла нужен запрет на стороне платформы, и это другой разговор.</a:t>
            </a:r>
          </a:p>
          <a:p/>
          <a:p>
            <a:r>
              <a:t>Если спросят про суждение-правило подробнее: такие правила не выбрасывают, их держат текстом и проверяют человеком на ревью. Разделение полезное: механизируемое — в барьер, суждение — в ревью. Список известных дыр при этом становится частью документации проекта, а не устным знанием.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видно снаружи, — ни одного объяснения.</a:t>
            </a:r>
          </a:p>
          <a:p/>
          <a:p>
            <a:r>
              <a:t>Хук проверял правки файлов и срабатывал. Потом правки пошли, а он замолчал. В самом хуке ничего не меняли, файл никто не открывал. В журнале чисто.</a:t>
            </a:r>
          </a:p>
          <a:p/>
          <a:p>
            <a:r>
              <a:t>Ответа на этом экране нет, и до следующего слайда я его не покажу.</a:t>
            </a:r>
          </a:p>
          <a:p/>
          <a:p>
            <a:r>
              <a:t>Что заподозрите первым? Обычно называют сломанный синтаксис настроек, опечатку в матчере, обновление версии, отключённые хуки. Две-три версии, любую принимаю.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Меняли не хук, а права: включили режим без диалогов подтверждения.</a:t>
            </a:r>
          </a:p>
          <a:p/>
          <a:p>
            <a:r>
              <a:t>И вот неочевидное. Режим </a:t>
            </a:r>
            <a:r>
              <a:rPr b="1"/>
              <a:t>не заглушает</a:t>
            </a:r>
            <a:r>
              <a:t> хуки — документация говорит обратное: хук с запретом блокирует вызов даже в нём. Произошло другое: на части моделей режим добавляет агенту указание предпочитать команды оболочки. Агент перестал звать правку файла и стал делать то же через </a:t>
            </a:r>
            <a:r>
              <a:rPr>
                <a:latin typeface="Consolas"/>
              </a:rPr>
              <a:t>sed</a:t>
            </a:r>
            <a:r>
              <a:t>.</a:t>
            </a:r>
          </a:p>
          <a:p/>
          <a:p>
            <a:r>
              <a:t>Матчер стоял на именах инструментов. Правка файла в списке была, команда оболочки — нет.</a:t>
            </a:r>
          </a:p>
          <a:p/>
          <a:p>
            <a:r>
              <a:t>Последняя строка: у одной модели указание активно, у двух других нет. Проверить один раз недостаточно.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говорю мало.</a:t>
            </a:r>
          </a:p>
          <a:p/>
          <a:p>
            <a:r>
              <a:t>Слева два канала и три решения. Прочитайте.</a:t>
            </a:r>
          </a:p>
          <a:p/>
          <a:p>
            <a:r>
              <a:t>Справа — место, где подводит опыт. Код один, к которому мы привыкли как к «упало», действие пропускает. Блокирует только код два, и он перебивает разрешение, выданное этим же хуком.</a:t>
            </a:r>
          </a:p>
          <a:p/>
          <a:p>
            <a:r>
              <a:t>Забирайте одну строку: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Клеток пять из шести возможных — шестая вырождена, до неё дойдём на разборе.</a:t>
            </a:r>
          </a:p>
          <a:p/>
          <a:p>
            <a:r>
              <a:t>Три-четыре версии, любую беру. Мне интереснее не «правильно ли», а «что это даст».</a:t>
            </a:r>
          </a:p>
          <a:p/>
          <a:p>
            <a:r>
              <a:t>Если сойдётесь на одной клетке сразу — тогда скажите,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только что выбирали клетку. Прежде чем разбирать выбор, проверим условие, которое стоит раньше него: запустится ли хук вообще. Любая клетка ничего не стоит, если до неё не дошло.</a:t>
            </a:r>
          </a:p>
          <a:p/>
          <a:p>
            <a:r>
              <a:t>Режимов восемь, они делятся на две группы. Здесь первая — когда хук не запустился вовсе. Вторая, когда он запустился и не подействовал, будет на провале, и она окажется страшнее.</a:t>
            </a:r>
          </a:p>
          <a:p/>
          <a:p>
            <a:r>
              <a:t>Первая строка — самая частая. Опечатка или не тот регистр в имени инструмента. Хук при этом </a:t>
            </a:r>
            <a:r>
              <a:rPr b="1"/>
              <a:t>виден в списке</a:t>
            </a:r>
            <a:r>
              <a:t>, выглядит установленным,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Вторая: скрипта нет на месте или снят исполняемый бит. Действие проходит дальше.</a:t>
            </a:r>
          </a:p>
          <a:p/>
          <a:p>
            <a:r>
              <a:t>Третью и четвёртую я поставил ради контраста — посмотрите на последнюю колонку. Сломанный формат файла и матчер, заданный списком, </a:t>
            </a:r>
            <a:r>
              <a:rPr b="1"/>
              <a:t>не тихи</a:t>
            </a:r>
            <a:r>
              <a:t>: в интерактивной сессии диалог вылезает сразу при старте.</a:t>
            </a:r>
          </a:p>
          <a:p/>
          <a:p>
            <a:r>
              <a:t>Отсюда вывод, и он против интуиции. Опасна не поломка — поломка о себе сообщает. Опасна одна неверная запись внутри файла, который в остальном прекрасно работает: про неё не скажет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правки не случится. Остальные четыре не про это.</a:t>
            </a:r>
          </a:p>
          <a:p/>
          <a:p>
            <a:r>
              <a:t>После вызова и запретить. Клетка рабочая, просто не для запрета: она для того, чтобы поймать факт и отреагировать — уведомить, откатить, записать. Но правка к этому моменту уже в файле.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смысл, пока обкатываете новое правило и не уверены в ложных срабатываниях. Но предупреждение — снова текст, а что бывает с текстом, мы видели час назад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вариант. Именно так наш барьер ветки отвечает, когда репозитория ещё нет: тихо разрешить там значило бы изобразить защиту, которой нет. Но для основного случая эта клетка означает вопрос человеку на каждую правку, а это дорого.</a:t>
            </a:r>
          </a:p>
          <a:p/>
          <a:p>
            <a:r>
              <a:t>После вызова и спросить — спрашивать разрешения на случившееся бессмысленно.</a:t>
            </a:r>
          </a:p>
          <a:p/>
          <a:p>
            <a:r>
              <a:t>И теперь строка внизу. Хук из нашей сцены стоял в правильной клетке и всё равно не сработал: матчер выбирается отдельно, и ошибиться можно в любом из двух. Выглядит это одинаково — тишиной.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спросить. Тихо разрешить здесь значило бы изобразить защиту, которой нет.</a:t>
            </a:r>
          </a:p>
          <a:p/>
          <a:p>
            <a:r>
              <a:t>Вторая: мы на защищённой ветке. Решение — запретить, с текстом причины.</a:t>
            </a:r>
          </a:p>
          <a:p/>
          <a:p>
            <a:r>
              <a:t>В таблице полей важна четвёртая строка: если поля нет совсем — это не «разрешено», а «решения нет, идите обычным порядком». И «спросить» работает даже в режиме без диалогов подтверждения — том самом, что был в нашей сцене.</a:t>
            </a:r>
          </a:p>
          <a:p/>
          <a:p>
            <a:r>
              <a:t>Если хуков несколько, запрет сильнее всего: личный и проектный сработают оба, и запрет одного перебьёт разрешение другого.</a:t>
            </a:r>
          </a:p>
          <a:p/>
          <a:p>
            <a:r>
              <a:t>Теперь соберём последнюю строку сами. При запрете причину читает агент — это единственный канал, которым вы ему что-то объясняете. Что в него написать?</a:t>
            </a:r>
          </a:p>
          <a:p/>
          <a:p>
            <a:r>
              <a:t>Плохо — одно слово «BLOCKED»: агент знает, что его остановили, и не знает, что делать. Хорошо — что нарушено и что сделать вместо. Вписываем то, что прозвучало, и оставляем на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вы выбрали правильно. Я это подтверждаю — и провал всё равно про неё.</a:t>
            </a:r>
          </a:p>
          <a:p/>
          <a:p>
            <a:r>
              <a:t>Три строки, в правой колонке одно и то же слово. Хук не уложился в срок — вызов ушёл дальше. Нет вспомогательной утилиты, скрипт умер на первой строке и отдал код один, а код один, как мы разбирали, ничего не блокирует. Поле решения поставлено уровнем выше — разбор прошёл, поле выброшено, в записи сессии ни строчки.</a:t>
            </a:r>
          </a:p>
          <a:p/>
          <a:p>
            <a:r>
              <a:t>Теперь ради чего они собраны вместе. Вы выбрали запрет. Файл с запретом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выбор клетки — ещё не барьер. Барьер — это клетка плюс доказательство, что она отказала громко хотя бы раз.</a:t>
            </a:r>
          </a:p>
          <a:p/>
          <a:p>
            <a:r>
              <a:t>Последняя строка про другой адрес, отмечаю отдельно: тот же хук в шапке субагента молчит, в файле настроек работает. Клетка тут ни при чём.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мы выбрали, и она правильная. До какого момента её хватает.</a:t>
            </a:r>
          </a:p>
          <a:p/>
          <a:p>
            <a:r>
              <a:t>Хватает ровно пока есть доказательство, что хук срабатывает. Без него «запретить» и «пропустить» снаружи одинаковы — тишина. Мы это видели на трёх способах.</a:t>
            </a:r>
          </a:p>
          <a:p/>
          <a:p>
            <a:r>
              <a:t>Доказательство не разовое: среду обновили, права поменяли — проверяем заново.</a:t>
            </a:r>
          </a:p>
          <a:p/>
          <a:p>
            <a:r>
              <a:t>Вторая строка про случай, когда нарушение дороже остановки. Тогда одной клетки мало: нужен второй барьер, не зависящий от первого. Запрет на стороне платформы сработает и тогда, когда хук промолчал.</a:t>
            </a:r>
          </a:p>
          <a:p/>
          <a:p>
            <a:r>
              <a:t>Клетка выбирается один раз, доказательство обновляется.</a:t>
            </a:r>
          </a:p>
          <a:p/>
          <a:p>
            <a:r>
              <a:t>Барьер отвечает правильно и вовремя. Сколько он стоит?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про то, что барьер может стоить дорого, оставаясь полностью исправным.</a:t>
            </a:r>
          </a:p>
          <a:p/>
          <a:p>
            <a:r>
              <a:t>Ни одного сообщения об ошибке в этом кейсе не будет. Всё, что мы увидим, —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было видно. Одна задача, двадцать правок — обычное дело. Должна была занять минуты, заняла десятки минут, в худшем случае час. Хуки отработали штатно все двадцать раз и не выдали ни одной ошибки.</a:t>
            </a:r>
          </a:p>
          <a:p/>
          <a:p>
            <a:r>
              <a:t>У меня это опыт, а не замер: секундомера я не держал. Измеренное будет через два слайда.</a:t>
            </a:r>
          </a:p>
          <a:p/>
          <a:p>
            <a:r>
              <a:t>На что подумаете? Обычно называют медленную модель, сеть, большой контекст, тяжёлый проект. Две-три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Матчер стоял на любом изменении файла. Значит, хук срабатывал не один раз за задачу, а двадцать. А внутри него — полный цикл проверок, и каждый прогон умножался на число правок.</a:t>
            </a:r>
          </a:p>
          <a:p/>
          <a:p>
            <a:r>
              <a:t>Вот главное в этом кейсе: хук не был медленным. Хук был нормальным. Дорогим его сделал множитель.</a:t>
            </a:r>
          </a:p>
          <a:p/>
          <a:p>
            <a:r>
              <a:t>Если среди версий прозвучал тяжёлый проект — проект тот же, что и вчера. Изменилось число срабатываний.</a:t>
            </a:r>
          </a:p>
          <a:p/>
          <a:p>
            <a:r>
              <a:t>Считать будем через слайд, там появятся измеренные цифры.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спрашивается порядок, а не одна карточка: назовите первое действие и второе.</a:t>
            </a:r>
          </a:p>
          <a:p/>
          <a:p>
            <a:r>
              <a:t>Три-четыре версии, любую беру.</a:t>
            </a:r>
          </a:p>
          <a:p/>
          <a:p>
            <a:r>
              <a:t>Если кто-то возьмёт «увеличить таймаут» — придержим: на разборе это окажется самым поучительным ответом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три таблицы, и в них важно, где замер, а где счёт. Это не формальность: в прошлой редакции одну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Считаю вслух, чтобы минуты не появились из воздуха: сорок правок по тысяче двести семьдесят пять миллисекунд — пятьдесят одна секунда. Добавьте прогон тестов на минуту, и правка стоит уже около шестидесяти одной: сорок на шестьдесят одну — сорок одна минута. Два хука — вдвое.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артефакт занятия, который не файл, а процедура. Применить можно к своему проекту сегодня.</a:t>
            </a:r>
          </a:p>
          <a:p/>
          <a:p>
            <a:r>
              <a:t>Первое средство самое очевидное, и его же чаще всего забывают: попросите агента прочитать отладочный журнал и сказать, какие хуки срабатывали и сколько заняли. Он работает с теми же файлами, ему это ничего не стоит.</a:t>
            </a:r>
          </a:p>
          <a:p/>
          <a:p>
            <a:r>
              <a:t>Дальше — список хуков: посмотрите, что у вас вообще стоит и с какими матчерами. В моём случае выяснилось, что часть хуков я не заводил, они приехали с настройками.</a:t>
            </a:r>
          </a:p>
          <a:p/>
          <a:p>
            <a:r>
              <a:t>Строка про </a:t>
            </a:r>
            <a:r>
              <a:rPr>
                <a:latin typeface="Consolas"/>
              </a:rPr>
              <a:t>time</a:t>
            </a:r>
            <a:r>
              <a:t> — главная по смыслу. Прогон команды хука,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обе выглядят приемлемо, а различаются множителем.</a:t>
            </a:r>
          </a:p>
          <a:p/>
          <a:p>
            <a:r>
              <a:t>И порог. Абсолютного порога нет. Одна и та же цена — пятьдесят одна секунда суммарно — это восемь процентов десятиминутной задачи, почти треть трёхминутной и почти вся минутная.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то, что стоит унести с занятия, и сформулировано оно не про git.</a:t>
            </a:r>
          </a:p>
          <a:p/>
          <a:p>
            <a:r>
              <a:t>Разница между колонками — частота, а не важность. Слева то, что срабатывает на каждом шаге; справа то, чему достаточно сработать один раз, когда работа закончена.</a:t>
            </a:r>
          </a:p>
          <a:p/>
          <a:p>
            <a:r>
              <a:t>Два вопроса, по которым сортируется любая проверка. Первый: если отложить её до конца — станет хуже? Запрет на опасное действие отложить нельзя, он тогда бесполезен. Сборку и тесты можно: их ответ нужен в конце.</a:t>
            </a:r>
          </a:p>
          <a:p/>
          <a:p>
            <a:r>
              <a:t>Второй: сколько она стоит? Миллисекунды человек не замечает. Секунда на шаге кажется мелочью, но на двадцати шагах это полминуты.</a:t>
            </a:r>
          </a:p>
          <a:p/>
          <a:p>
            <a:r>
              <a:t>Внизу одна пара чисел, чтобы правило не было абстрактным: наш барьер — двадцать семь миллисекунд один раз за работу; сборка — секунда с небольшим, но на каждой правке.</a:t>
            </a:r>
          </a:p>
          <a:p/>
          <a:p>
            <a:r>
              <a:t>Двадцать три секунды здесь — арифметика, и это только сборка, без остальных проверок.</a:t>
            </a:r>
          </a:p>
          <a:p/>
          <a:p>
            <a:r>
              <a:t>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постоянная инструкция агенту</a:t>
            </a:r>
            <a:r>
              <a:t> — как вести работу, что считать готовым, чего не делать. Читается целиком при старте каждой сессии: не по разделам и не по нужде.</a:t>
            </a:r>
          </a:p>
          <a:p/>
          <a:p>
            <a:r>
              <a:rPr b="1"/>
              <a:t>Правило, о котором речь,</a:t>
            </a:r>
            <a:r>
              <a:t> задаёт, какой длины обязана быть глава методички. Не короче тридцати тысяч слов. Вещь, которую агент обязан соблюдать, когда пишет.</a:t>
            </a:r>
          </a:p>
          <a:p/>
          <a:p>
            <a:r>
              <a:rPr b="1"/>
              <a:t>Оно объявлено двумя разными разделами одного файла, и они расходятся.</a:t>
            </a:r>
            <a:r>
              <a:t> Один — только про разбиение длинной главы на части. Второй добавляет, что засчитывается в объём, а что нет, и отменяет ориентир первого. Обе версии лежат в контексте одновременно; команда на экране это показывает.</a:t>
            </a:r>
          </a:p>
          <a:p/>
          <a:p>
            <a:r>
              <a:rPr b="1"/>
              <a:t>Вторая строка — отдельный сорт.</a:t>
            </a:r>
            <a:r>
              <a:t> Правило, которое само про себя пишет, что перекрывает соседнее. Оговорку дописали руками, уже после того как конфликт сработал на живой лекции.</a:t>
            </a:r>
          </a:p>
          <a:p/>
          <a:p>
            <a:r>
              <a:rPr b="1"/>
              <a:t>Третью строку не делайте главной.</a:t>
            </a:r>
            <a:r>
              <a:t> 690 при пределе 600 — это то, что бросается в глаза первым, и это не находка. Длина здесь ни при чём, и через два слайда мы это проверим.</a:t>
            </a:r>
          </a:p>
          <a:p/>
          <a:p>
            <a:r>
              <a:rPr b="1"/>
              <a:t>Если спросят, почему не починили раньше:</a:t>
            </a:r>
            <a:r>
              <a:t> никто не приходил. Заметно ничего не 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Скилл — это процедура, записанная отдельным файлом. Агент открывает её сам, когда она понадобилась: вы не зовёте скилл руками и не вставляете его в запрос.</a:t>
            </a:r>
          </a:p>
          <a:p/>
          <a:p>
            <a:r>
              <a:t>Грузится он тремя уровнями, и цена между ними различается качественно. Имя и описание — около ста токенов. Тело файла — до пяти тысяч, и только когда скилл выбран. Вложения — ноль, пока их не открыли.</a:t>
            </a:r>
          </a:p>
          <a:p/>
          <a:p>
            <a:r>
              <a:t>Справа то, из-за чего «поставлю на всякий случай» обходится дороже, чем кажется. Дешёвым выглядит скилл, который лежит и ждёт; платите вы за него ровно столько же, сколько за рабочий. Первый уровень платится на каждом ходу, вызовется скилл или нет. А третий не платится вовсе, пока не открыт, и практического предела по объёму у него нет.</a:t>
            </a:r>
          </a:p>
          <a:p/>
          <a:p>
            <a:r>
              <a:t>Выписка внизу — дословная цитата документации. Формулировка там прямая: перечень прибавляется к контексту на каждом ходу, и условий при этом не оговорено никаких.</a:t>
            </a:r>
          </a:p>
          <a:p/>
          <a:p>
            <a:r>
              <a:t>Если спросят, сколько это в сумме: десять установленных скиллов — около тысячи токенов в каждом ходу, при том что вызовете вы за сессию один или ни одного. Сто токенов поодиночке незаметны; счёт идёт по числу скиллов и по числу ходов сразу.</a:t>
            </a:r>
          </a:p>
          <a:p/>
          <a:p>
            <a:r>
              <a:t>Если спросят, почему тело не грузится заранее: потому что оно раз в пятьдесят тяжелее описания. Пять тысяч токенов на каждый скилл в каждом ходу — это цена, которую никто не станет платить за процедуру, нужную раз в неделю.</a:t>
            </a:r>
          </a:p>
          <a:p/>
          <a:p>
            <a:r>
              <a:t>Если спросят, что считается вложением: любой файл рядом со скиллом. Обычный читается, когда тело на него сослалось. Скрипт запускается, и в контекст попадает только то, что он напечатал, — поэтому скрипт на сто мегабайт данных стоит столько же, сколько строчка его вывода.</a:t>
            </a:r>
          </a:p>
          <a:p/>
          <a:p>
            <a:r>
              <a:t>Если спросят, где скиллы лежат: каталог внутри проекта, и имя каталога есть имя скилла. Устройство разберём на карте через несколько слайдов.</a:t>
            </a:r>
          </a:p>
          <a:p/>
          <a:p>
            <a:r>
              <a:t>Если спросят, можно ли позвать скилл вручную: можно, по имени через косую черту. Способов вызова два, и разберём их на карте устройства; у ручного есть собственное неприятное свойство, на котором стоит пятый кейс.</a:t>
            </a:r>
          </a:p>
          <a:p/>
          <a:p>
            <a:r>
              <a:t>Если спросят, чем это отличается от файла инструкций: файл инструкций читается целиком и всегда. Скилл читается по нужде. На этой разнице и стоит кейс, к которому мы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Почти всегда первым называют «свести копии». Это верно и это половина ответа — слушаю, назовёт ли кто-нибудь вторую. И отдельно жду голосов за «сократить»: карточка соблазнительная, и разбор адресован 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Правая колонка — главное в слайде: у каждого замера написано, какое действие он поддерживает. Цифра, которая никуда не ведёт, сюда не попала.</a:t>
            </a:r>
          </a:p>
          <a:p/>
          <a:p>
            <a:r>
              <a:rPr b="1"/>
              <a:t>Вторая строка — ради неё слайд стоит перед разбором.</a:t>
            </a:r>
            <a:r>
              <a:t> Контролируемый эксперимент на четырёх характеристиках файла: размер, положение правила, устройство, наличие конфликта. Ни одна на соблюдение не влияет. То есть «сделаю короче, и станет соблюдаться» опровергнуто напрямую, а не на рассуждении.</a:t>
            </a:r>
          </a:p>
          <a:p/>
          <a:p>
            <a:r>
              <a:rPr b="1"/>
              <a:t>Первая — цена спора.</a:t>
            </a:r>
            <a:r>
              <a:t> Два правила сталкиваются, соблюдаются оба сразу в 35,4% испытаний. Это наша сцена, посчитанная.</a:t>
            </a:r>
          </a:p>
          <a:p/>
          <a:p>
            <a:r>
              <a:rPr b="1"/>
              <a:t>Третья — почему «по нужде» лучше, чем «всегда».</a:t>
            </a:r>
            <a:r>
              <a:t> Считали буквально: агент пишет функцию за функцией, и с каждой следующей шансы соблюсти правило падают примерно на 5,6% против предыдущей. То, что лежало в контексте с самого начала, к концу сессии работает хуже всего. Авторы отмечают, что нашли эффект при анализе, а не заявили заранее.</a:t>
            </a:r>
          </a:p>
          <a:p/>
          <a:p>
            <a:r>
              <a:rPr b="1"/>
              <a:t>Если прозвучит 64,6%</a:t>
            </a:r>
            <a:r>
              <a:t> — оговорка внизу: это та же выборка, зеркальная величина, и столкновения в ней сконструированы. Как «частота нарушений вообще» не годится, и авторы говорят это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со второй строки, потому что за неё голосует большинство и она почти права.</a:t>
            </a:r>
          </a:p>
          <a:p/>
          <a:p>
            <a:r>
              <a:t>«Свести копии» — верный первый шаг, целиком. Спор сегодня он убирает. Чего он не делает: не отвечает, где этой процедуре жить дальше. Через три месяца рядом напишут третью версию — я именно так и получил вторую.</a:t>
            </a:r>
          </a:p>
          <a:p/>
          <a:p>
            <a:r>
              <a:t>Первая строка — целевая, и это порядок: сначала одна правда, потом её место.</a:t>
            </a:r>
          </a:p>
          <a:p/>
          <a:p>
            <a:r>
              <a:t>Третья строка — не выдуманный неверный вариант, а то, что я сделал на самом деле. Строка 216 этого файла: оговорка, какое правило главнее. Работает ровно один раз. На следующей паре правил придётся дописывать снова, и оговорок станет столько же, сколько конфликтов.</a:t>
            </a:r>
          </a:p>
          <a:p/>
          <a:p>
            <a:r>
              <a:t>Четвёртая — самая соблазнительная, и ради неё разбор существует. Шестьсот строк — мерка читаемости: сколько текста человек готов держать в одном документе. Наш вопрос другой. Доведите до крайности: пусть файл был бы двести строк, а спор тот же — убыток тот же, а мерка говорит «норма». И это не рассуждение: 1650 сессий, устройство и размер файла на соблюдение не влияют.</a:t>
            </a:r>
          </a:p>
          <a:p/>
          <a:p>
            <a:r>
              <a:t>Пятая: «не ломается» проверяемо ложно. Когда два правила сталкиваются, соблюдаются оба сразу в 35,4% случаев.</a:t>
            </a:r>
          </a:p>
          <a:p/>
          <a:p>
            <a:r>
              <a:t>Рамка внизу — три повода вынести, и на этом файле сходятся все три. Длинное и редкое. Противоречивое. И исполняемое, а не читаемое.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на весь раздел. Дальше я буду называть эти слова, не объясняя их заново.</a:t>
            </a:r>
          </a:p>
          <a:p/>
          <a:p>
            <a:r>
              <a:t>Первая часть. Скилл — каталог, и имя каталога есть имя скилла. Внутри обязателен ровно один файл. Фронтматтер — то, что между двумя тройками дефисов сверху: имя и описание. Тело — всё, что ниже, обычный текст по шагам. Вложение — файл рядом.</a:t>
            </a:r>
          </a:p>
          <a:p/>
          <a:p>
            <a:r>
              <a:t>Вторая часть, и места ей отдано больше других. Три уровня, и разница между ними качественная. Имя и описание — всегда, с первого хода. Тело — только когда скилл выбран. Вложения — только если тело попросило.</a:t>
            </a:r>
          </a:p>
          <a:p/>
          <a:p>
            <a:r>
              <a:t>Третья. Вызвать можно двумя способами: модель выбирает сама по описанию, или человек зовёт по имени через косую черту.</a:t>
            </a:r>
          </a:p>
          <a:p/>
          <a:p>
            <a:r>
              <a:t>Четвёртая — перечень. По строке на скилл, и это всё, из чего делается выбор.</a:t>
            </a:r>
          </a:p>
          <a:p/>
          <a:p>
            <a:r>
              <a:t>Пятая — тот же путь одной линией: запрос, перечень, выбор, тело, вложения.</a:t>
            </a:r>
          </a:p>
          <a:p/>
          <a:p>
            <a:r>
              <a:t>Если спросят, что делает команда с косой чертой: открывает скилл с этим именем сразу, минуя выбор по описанию. Отсюда целый класс поломок: автор у себя всегда зовёт скилл вручную, поэтому негодного описания у себя никогда не увидит. У всех остальных скилл молча не выбирается.</a:t>
            </a:r>
          </a:p>
          <a:p/>
          <a:p>
            <a:r>
              <a:t>Если спросят, почему описание пишут третьим лицом: оно ложится в системный промпт рядом с чужими описаниями. Разнобой в лице сбивает выбор: модель читает подряд десяток строк, и строка от первого лица выпадает из ряда. Так требует документация.</a:t>
            </a:r>
          </a:p>
          <a:p/>
          <a:p>
            <a:r>
              <a:t>Если спросят, видно ли модели тело до выбора: нет. До выбора видно имя и описание, и больше ничего — ни тела, ни того, что скилл умеет на самом деле. Поэтому описание и решает всё.</a:t>
            </a:r>
          </a:p>
          <a:p/>
          <a:p>
            <a:r>
              <a:t>Если спросят про скрипт во вложении: он запускается, и в контекст попадает только то, что он напечатал. Скрипт, перемалывающий сто мегабайт, стоит столько же, сколько строчка его вывода.</a:t>
            </a:r>
          </a:p>
          <a:p/>
          <a:p>
            <a:r>
              <a:t>Если спросят, где среда ищет скиллы: в каталоге проекта и в личном каталоге пользователя. Оба перечня складываются, и в системный промпт уходят вместе — личный скилл виден модели в любом проекте, проектный достаётся всем, кто склонировал репозиторий.</a:t>
            </a:r>
          </a:p>
          <a:p/>
          <a:p>
            <a:r>
              <a:t>Если спросят, сколько скиллов разумно держать: столько, сколько вы готовы оплачивать в каждом ходу. Счёт простой — около ста токенов на скилл, умножить на число ходов.</a:t>
            </a:r>
          </a:p>
          <a:p/>
          <a:p>
            <a:r>
              <a:t>Если что-то непонятно — спрашивайте сейчас; дальше я буду на этот экран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Ключевое слово — </a:t>
            </a:r>
            <a:r>
              <a:rPr b="1"/>
              <a:t>курированный</a:t>
            </a:r>
            <a:r>
              <a:t>. Замер поставлен на скиллах, которые кто-то прочитал и отобрал. Что бывает вместо отобранного — измерено отдельно, и до этого мы дойдём в кейсе про чужой скилл; здесь важно только то, что шестнадцать пунктов обещаны не любому.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не оговорка «бывают исключения», а предел: вот докуда скилл окупается, вот что берут дальше.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rPr b="1"/>
              <a:t>Нижняя строка — настоящий вопрос, не риторический.</a:t>
            </a:r>
            <a:r>
              <a:t> Просите процедуру из их работы и раскладывайте вслух: у практикующих инженеров такие процедуры есть, и чаще всего это выкатка или разбор инцидента. Случай «ни в какую строку не попало» тоже разбирайте — обычно это процедура, у которой нет своего повторяющегося запуска.</a:t>
            </a:r>
          </a:p>
          <a:p/>
          <a:p>
            <a:r>
              <a:t>Переход: повод нашли, и он не про длину. Теперь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наблюдения, и оба знакомые. Файл написан хорошо, лежит на месте — а агент его не открывает. И зеркальное: открывается там, где не нужен, и платит контекстом в каждой второй сессии.</a:t>
            </a:r>
          </a:p>
          <a:p/>
          <a:p>
            <a:r>
              <a:t>Общее у них одно. Решает это не содержимое. Тело скилла в контексте не лежит: до срабатывания модель видит одну строку. И по ней решает, открывать файл или нет. Весь кейс — про эту строку.</a:t>
            </a:r>
          </a:p>
          <a:p/>
          <a:p>
            <a:r>
              <a:t>Если спросят, что будет дальше: перечень скиллов этой самой сессии, настоящий, снятый с машины, на которой сделано занятие. По нему и видно, что читает модель, когда выбирает. Тег наверху — три части описания и две длины, которые путают между собой; обе цифры прозвучат.</a:t>
            </a:r>
          </a:p>
          <a:p/>
          <a:p>
            <a:r>
              <a:t>Если спросят, при чём тут предыдущий кейс: там файл инструкций спорил сам с собой, и починка была — вынести процедуру в отдельный скилл. Вынесли. Теперь выясняется, что вынести мало: вынесенное надо ещё уметь позвать, и зовёт его не человек.</a:t>
            </a:r>
          </a:p>
          <a:p/>
          <a:p>
            <a:r>
              <a:t>Если спросят, почему кейс не про то, как писать скиллы целиком: тело мы собирали разделом раньше, и тело получается рабочее. Этот кейс про то, что между рабочим телом и сработавшим скиллом стоит ещё одна вещь — строка, которую видит модель.</a:t>
            </a:r>
          </a:p>
          <a:p/>
          <a:p>
            <a:r>
              <a:t>Если спросят про счёт в теге: три части описания — что делает, когда звать, когда не звать. Две длины — предел самого поля и предел строки в перечне. Числа разные, путают их постоянно, и из этой путаницы растёт правило, которое отсюда стоит унести.</a:t>
            </a:r>
          </a:p>
          <a:p/>
          <a:p>
            <a:r>
              <a:t>Если спросят, можно ли вообще обойтись без описания: можно, если звать скилл по имени руками. Тогда модель его не выбирает, и описание ей не нужно. Это отдельный режим, и к нему мы придём на пределе применимости, в конце кейса.</a:t>
            </a:r>
          </a:p>
          <a:p/>
          <a:p>
            <a:r>
              <a:t>Если спросят, почему проблема сформулирована с двух сторон сразу: потому что чинятся они одним и тем же текстом и тянут его в разные стороны. Описание, которое ловит всё, открывается лишний раз; описание, которое ловит только своё, промахивается. Весь кейс — про эту пару.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 и не макет — снимок с рабочей машины.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описание, и они совпадают. Так же выглядят следующие шесть и ещё пять ниже. Выбивается одна — </a:t>
            </a:r>
            <a:r>
              <a:rPr>
                <a:latin typeface="Consolas"/>
              </a:rPr>
              <a:t>pre-user-gate</a:t>
            </a:r>
            <a:r>
              <a:t>: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Команда </a:t>
            </a:r>
            <a:r>
              <a:rPr>
                <a:latin typeface="Consolas"/>
              </a:rPr>
              <a:t>head -3</a:t>
            </a:r>
            <a:r>
              <a:t> печатает первые три строки файла. Первая — заголовок. Третья — нормальное человеческое описание.</a:t>
            </a:r>
          </a:p>
          <a:p/>
          <a:p>
            <a:r>
              <a:t>Содержание есть. Оно лежит на строку ниже того места, откуда среда берёт описание. Фронтматтера нет — описанием становится первая непустая строка, а это заголовок, который дублирует имя.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 — она печатает первые пять строк каждого. Тринадцать выводов, двенадцать начинаются решёткой.</a:t>
            </a:r>
          </a:p>
          <a:p/>
          <a:p>
            <a:r>
              <a:t>Если спросят, что такое фронтматтер: блок в самом начале файла между двумя строками из трёх дефисов, в формате «ключ: значение». Среда читает оттуда имя и описание. Нет блока — нечего читать, и описание берётся из первой строки текста.</a:t>
            </a:r>
          </a:p>
          <a:p/>
          <a:p>
            <a:r>
              <a:t>Если спросят, почему авторы этого не заметили: потому что прямой вызов по имени работает и без фронтматтера. Набрал слэш, имя — скилл открылся. Ломается только автоматический выбор, а его отсутствие выглядит как «модель решила, что не нужно».</a:t>
            </a:r>
          </a:p>
          <a:p/>
          <a:p>
            <a:r>
              <a:t>Если спросят, что делает звёздочка в </a:t>
            </a:r>
            <a:r>
              <a:rPr>
                <a:latin typeface="Consolas"/>
              </a:rPr>
              <a:t>.claude/skills/*/SKILL.md</a:t>
            </a:r>
            <a:r>
              <a:t>: оболочка подставляет вместо неё все имена каталогов внутри </a:t>
            </a:r>
            <a:r>
              <a:rPr>
                <a:latin typeface="Consolas"/>
              </a:rPr>
              <a:t>skills</a:t>
            </a:r>
            <a:r>
              <a:t>, и команда отрабатывает по каждому найденному файлу сразу.</a:t>
            </a:r>
          </a:p>
          <a:p/>
          <a:p>
            <a:r>
              <a:t>Если спросят, почему это курс про себя: потому что проверяемо. Любой может склонировать репозиторий и повторить команду. Пример, который бьёт по автору, стоит дороже любого придуманного.</a:t>
            </a:r>
          </a:p>
          <a:p/>
          <a:p>
            <a:r>
              <a:t>Если спросят, сколько это стоило: ничего и всё сразу. Скиллы работали — их звали руками. Автоматически за всё время не открылся ни один, и узнали мы это, когда стали готовить этот кейс.</a:t>
            </a:r>
          </a:p>
          <a:p/>
          <a:p>
            <a:r>
              <a:t>Если спросят, чинится ли это разом по всем тринадцати: да, механически — дописать каждому файлу фронтматтер с именем и описанием. Работа на полчаса. Трудная часть другая: какой текст туда класть. Ровно ей и занят остаток кейса.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то, что нужно держать в голове весь кейс. В системный промпт уходят имя и описание, по ним и делается выбор. Тела файла там нет вовсе.</a:t>
            </a:r>
          </a:p>
          <a:p/>
          <a:p>
            <a:r>
              <a:t>Справа — петля, замкнутая сама на себя. Бюджет перечня около процента окна. При переполнении среда отнимает описания, начиная с тех скиллов, которые вызывают реже всего: первым теряет текст тот, кто и так ни разу не сработал, — и дальше не сработает уже поэтому.</a:t>
            </a:r>
          </a:p>
          <a:p/>
          <a:p>
            <a:r>
              <a:t>Две длины, и их путают. Поле описания — тысяча двадцать четыре знака. Строка перечня — тысяча пятьсот тридцать шесть, и обрезается у неё конец. Отсюда правило: ключевой случай — первым. Теряете вы хвост. Значит в хвост кладут то, без чего можно обойтись, а не то, ради чего скилл писали. Правило простое, и его стоит унести отсюда целиком.</a:t>
            </a:r>
          </a:p>
          <a:p/>
          <a:p>
            <a:r>
              <a:t>Если спросят про запас: нашей деке урезание не грозит — тринадцать скиллов, около тысячи трёхсот токенов против примерно двух тысяч бюджета. Порог далёк, знать надо механизм.</a:t>
            </a:r>
          </a:p>
          <a:p/>
          <a:p>
            <a:r>
              <a:t>Если спросят, почему длины две и какая из них главная: они про разные вещи. Тысяча двадцать четыре — предел самого поля, его проверяет валидатор при записи файла. Тысяча пятьсот тридцать шесть — потолок на одну запись в перечне, и в неё входит описание вместе с полем «когда звать». Первая ограничивает, что вы можете написать; вторая — сколько из написанного модель увидит.</a:t>
            </a:r>
          </a:p>
          <a:p/>
          <a:p>
            <a:r>
              <a:t>Если спросят, как узнать, что твоё описание урезали: напрямую никак, и это худшая часть. Предупреждения нет, в журнале следа нет. Видно только по поведению: скилл перестал открываться там, где открывался раньше.</a:t>
            </a:r>
          </a:p>
          <a:p/>
          <a:p>
            <a:r>
              <a:t>Если спросят, как считается процент окна: от окна той модели, которая работает в сессии. Окно больше — бюджет перечня больше. Поэтому один и тот же каталог на одной модели помещается целиком, а на другой начинает терять хвосты.</a:t>
            </a:r>
          </a:p>
          <a:p/>
          <a:p>
            <a:r>
              <a:t>Если спросят, что именно считается «вызывается реже всего»: среда ведёт свой счёт срабатываний. Деталей она не публикует, и полагаться на этот порядок я бы не стал — закладываться надо на то, что урезание вообще возможно.</a:t>
            </a:r>
          </a:p>
          <a:p/>
          <a:p>
            <a:r>
              <a:t>Если спросят, считать ли знаки руками: не нужно. Практическое правило — держать описание в пределах двух-трёх строк и ставить ключевой случай первым. В эти пределы уложится любое описание, которое человек вообще способен прочесть.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редакций одной и той же строки. Это настоящий </a:t>
            </a:r>
            <a:r>
              <a:rPr>
                <a:latin typeface="Consolas"/>
              </a:rPr>
              <a:t>build-deck</a:t>
            </a:r>
            <a:r>
              <a:t> — тот самый, который минуту назад висел в перечне как имя-дубль.</a:t>
            </a:r>
          </a:p>
          <a:p/>
          <a:p>
            <a:r>
              <a:t>Проверок две, и обе обязательны. Попросили «пересобери деку лекции» — скилл должен открыться сам, без имени и без слэша. Попросили «поправь опечатку в заголовке слайда» — открыться не должен, потому что делать ему там нечего, а контекст он съест.</a:t>
            </a:r>
          </a:p>
          <a:p/>
          <a:p>
            <a:r>
              <a:t>Выберите строку, которая пройдёт обе. Не ту, которая красивее, а ту, которая проходит обе.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Если спросят, можно ли брать несколько: можно, и это полезный ответ — скажите, какие и чем они отличаются между собой.</a:t>
            </a:r>
          </a:p>
          <a:p/>
          <a:p>
            <a:r>
              <a:t>Если выберут первую, «Собирает презентацию»: самый частый довод — «коротко и по делу, модель поймёт». Понять-то поймёт, а совпасть ей не с чем: просят словами «дека» и «слайды», и ни одного из них в строке нет.</a:t>
            </a:r>
          </a:p>
          <a:p/>
          <a:p>
            <a:r>
              <a:t>Если выберут вторую, «Собирает деку из </a:t>
            </a:r>
            <a:r>
              <a:rPr>
                <a:latin typeface="Consolas"/>
              </a:rPr>
              <a:t>deck.yaml</a:t>
            </a:r>
            <a:r>
              <a:t> и </a:t>
            </a:r>
            <a:r>
              <a:rPr>
                <a:latin typeface="Consolas"/>
              </a:rPr>
              <a:t>slides</a:t>
            </a:r>
            <a:r>
              <a:t>»: довод обычно «названы конкретные файлы, промахнуться негде». Первую проверку она и правда проходит. Вторую — нет, и это надо вытащить вопросом: а если попросят поправить опечатку в слайде, что сделает скилл?</a:t>
            </a:r>
          </a:p>
          <a:p/>
          <a:p>
            <a:r>
              <a:t>Если выберут третью, с «используй, когда просят пересобрать деку»: довод — «сказано, когда звать, этого достаточно». Почти достаточно. Спросите, что в ней сказано про случай, когда звать не надо.</a:t>
            </a:r>
          </a:p>
          <a:p/>
          <a:p>
            <a:r>
              <a:t>Если выберут пятую, набор ключевых слов: довод — «модель ищет по словам, значит дадим ей слова». Это самое частое инженерное заблуждение из пяти, и ждать его стоит отдельно. Выбор идёт по смыслу написанного, а не по совпадению слов.</a:t>
            </a:r>
          </a:p>
          <a:p/>
          <a:p>
            <a:r>
              <a:t>Если спросят, почему все пять про один скилл: чтобы разница была только в тексте описания. Файл, тело, имя — одни и те же.</a:t>
            </a:r>
          </a:p>
          <a:p/>
          <a:p>
            <a:r>
              <a:t>Если никто не назовёт четвёртую: это нормальный исход, и разбор от него не ломается. «Когда НЕ звать» почти никогда не приходит залу само — на том и стоит кейс.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колонкам, и колонки отвечают на разные вопросы. Средняя — где эта редакция права; правая — где она промахивается. Выбор выводится из пары, а не объявляется сверху.</a:t>
            </a:r>
          </a:p>
          <a:p/>
          <a:p>
            <a:r>
              <a:t>Первая карточка. Права она там, где слово «презентация» и есть рабочее: в проекте, где так просят. У нас просят «дека» и «слайды», ни одного из них в строке нет. Скилл промолчит там, где нужен.</a:t>
            </a:r>
          </a:p>
          <a:p/>
          <a:p>
            <a:r>
              <a:t>Вторая. Предмет назван словами запроса, и первую проверку она проходит. Ограничение — «поправь опечатку в слайде» тоже про слайды. Откроется там, где не нужен, и будет открываться постоянно.</a:t>
            </a:r>
          </a:p>
          <a:p/>
          <a:p>
            <a:r>
              <a:t>Третья. Назван повод, а не только предмет, и это шаг вперёд. И она законна: в проекте, где спутать скилл не с чем, её достаточно. Ограничение — запрет не сказан, значит не действует.</a:t>
            </a:r>
          </a:p>
          <a:p/>
          <a:p>
            <a:r>
              <a:t>Четвёртая. Повод назван и соседний случай отсечён. Разница с третьей ровно в одном обороте: «но не для правки одного слайда».</a:t>
            </a:r>
          </a:p>
          <a:p/>
          <a:p>
            <a:r>
              <a:t>Пятая. Набор слов работает как подсказка человеку. Модель выбирает по смыслу написанного, и без глагола не сказано, что скилл делает.</a:t>
            </a:r>
          </a:p>
          <a:p/>
          <a:p>
            <a:r>
              <a:t>Отсюда и состав: что делает, когда звать, когда не звать. Длина ни при чём — третья длиннее целевой и всё равно промахивается.</a:t>
            </a:r>
          </a:p>
          <a:p/>
          <a:p>
            <a:r>
              <a:t>Если спросят, почему третья и четвёртая не равны, раз обе законны: они равны ровно до того момента, пока рядом не появился второй скилл про слайды. У нас он есть. Как только сосед появился, разделить их может только текст, и третья этого не делает.</a:t>
            </a:r>
          </a:p>
          <a:p/>
          <a:p>
            <a:r>
              <a:t>Если спросят, почему первое лицо запрещено: описание адресовано модели, и она читает его как сведения о скилле. Обращения к себе она в нём не ищет. Дословные примеры «как не надо» из документации: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</a:t>
            </a:r>
          </a:p>
          <a:p/>
          <a:p>
            <a:r>
              <a:t>Если спросят, что делать, когда соседний скилл описан похоже: текстом это уже не чинится, и об этом будет предел применимости в конце кейса. Короткий ответ: либо развести области, либо выключить автоматический выбор флагом.</a:t>
            </a:r>
          </a:p>
          <a:p/>
          <a:p>
            <a:r>
              <a:t>Если спросят, проверяет ли кто-нибудь описание автоматически: длину — да, валидатор при записи. Смысл — никто. Обе проверки, которые мы сейчас прогнали, делаются руками и голосом.</a:t>
            </a:r>
          </a:p>
          <a:p/>
          <a:p>
            <a:r>
              <a:t>Если выбирали по длине: поставьте третью и четвёртую рядом и прочтите вслух. Третья длиннее, и она проваливается. Решает состав, и длина про него ничего не сообщает.</a:t>
            </a:r>
          </a:p>
          <a:p/>
          <a:p>
            <a:r>
              <a:t>Если спросят, сколько всего таких описаний в репозитории курса: тринадцать, и двенадцать из них описания не имеют вовсе — это мы только что видели в перечне. То есть разбор не умозрительный: по этой же таблице предстоит переписать двенадцать настоящих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наивных варианта на экране целиком, разбираем быстро.</a:t>
            </a:r>
          </a:p>
          <a:p/>
          <a:p>
            <a:r>
              <a:t>Первый: фронтматтера нет, описанием становится заголовок — то, что мы видели в перечне двенадцать раз. Прямой вызов через слэш при этом работает, поэтому автор и не узнаёт, что автоматически скилл не откроется никогда.</a:t>
            </a:r>
          </a:p>
          <a:p/>
          <a:p>
            <a:r>
              <a:t>Второй: описание есть, но общее. «Помогает с деплоем» — буквальный перевод формулировки, которую документация приводит примером «как не надо». Поле не пустое, файл годный, и ровно поэтому дефект незаметен.</a:t>
            </a:r>
          </a:p>
          <a:p/>
          <a:p>
            <a:r>
              <a:t>Третья строка — та, которую мы сейчас соберём. Чем третий вариант обязан отличаться от второго?</a:t>
            </a:r>
          </a:p>
          <a:p/>
          <a:p>
            <a:r>
              <a:rPr i="1"/>
              <a:t>Жду ответ. «Сказать, когда звать» приходит почти всегда.</a:t>
            </a:r>
          </a:p>
          <a:p/>
          <a:p>
            <a:r>
              <a:t>Дальше три вопроса, по одному ответу на каждый. Что этот скилл делает. По каким словам его будут звать. И где он сработать не должен.</a:t>
            </a:r>
          </a:p>
          <a:p/>
          <a:p>
            <a:r>
              <a:rPr i="1"/>
              <a:t>Записываю словами зала, своих формулировок не подставляю.</a:t>
            </a:r>
          </a:p>
          <a:p/>
          <a:p>
            <a:r>
              <a:t>Если спросят, почему именно три вопроса: потому что три части описания, и каждая отвечает на свой. Первое предложение — что делает, третьим лицом. Второе — по каким словам звать. Третье — явное «не для…». Разобранная минуту назад таблица дала ровно этот состав.</a:t>
            </a:r>
          </a:p>
          <a:p/>
          <a:p>
            <a:r>
              <a:t>Если третья часть не приходит: это нормальный и ожидаемый исход. «Когда НЕ звать» почти никогда не называют сами — и это тот самый пропуск, из которого растёт лишнее срабатывание в каждой второй сессии.</a:t>
            </a:r>
          </a:p>
          <a:p/>
          <a:p>
            <a:r>
              <a:t>Если спросят, что за скилл мы пишем: </a:t>
            </a:r>
            <a:r>
              <a:rPr>
                <a:latin typeface="Consolas"/>
              </a:rPr>
              <a:t>deploy</a:t>
            </a:r>
            <a:r>
              <a:t> для демо-репозитория </a:t>
            </a:r>
            <a:r>
              <a:rPr>
                <a:latin typeface="Consolas"/>
              </a:rPr>
              <a:t>signup-landing</a:t>
            </a:r>
            <a:r>
              <a:t>, каталог </a:t>
            </a:r>
            <a:r>
              <a:rPr>
                <a:latin typeface="Consolas"/>
              </a:rPr>
              <a:t>.claude/skills/deploy/</a:t>
            </a:r>
            <a:r>
              <a:t>. На дереве он помечен «по плану, коммита пока нет» — пишем мы его сейчас и по-настоящему.</a:t>
            </a:r>
          </a:p>
          <a:p/>
          <a:p>
            <a:r>
              <a:t>Если спросят про запрещённые формулировки дословно: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 — глагол плюс расплывчатое существительное. «Помогает с деплоем» — их точный перевод, и попал он сюда не случайно.</a:t>
            </a:r>
          </a:p>
          <a:p/>
          <a:p>
            <a:r>
              <a:t>Если спросят, почему прямой вызов работает без фронтматтера: потому что по имени каталог находится и так. Фронтматтер нужен только тому, кто выбирает сам, — модели.</a:t>
            </a:r>
          </a:p>
          <a:p/>
          <a:p>
            <a:r>
              <a:t>Если спросят, обязателен ли порядок частей: порядок именно такой, и причина у него механическая. Перечень обрезает конец, а не начало. Значит, первым идёт то, без чего скилл не позовут вовсе, — что он делает; последним то, что потерять дешевле.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получилось из трёх ответов. Первое предложение — что делает, третьим лицом. Второе — по каким словам звать, и слова настоящие: задеплоить, выкатить, опубликовать. И явное «не для обычных правок кода без деплоя».</a:t>
            </a:r>
          </a:p>
          <a:p/>
          <a:p>
            <a:r>
              <a:t>Сверяем с тем, что продиктовал зал. Если формулировки другие — берём их: важен состав, а слова ваши подойдут лучше моих.</a:t>
            </a:r>
          </a:p>
          <a:p/>
          <a:p>
            <a:r>
              <a:t>Две проверки внизу. Первая очевидная. Вторая — та, которую почти всегда пропускают: просим поправить опечатку в вёрстке, и открыться скилл не должен. Если открылся, описание слишком широкое. И вы купили себе лишнее срабатывание в каждой второй сессии.</a:t>
            </a:r>
          </a:p>
          <a:p/>
          <a:p>
            <a:r>
              <a:t>Обратите внимание: все три части на месте и ни одна не длинная. Тут около двухсот пятидесяти знаков при поле в тысячу двадцать четыре — запас есть, и тратить его на красивые обороты смысла нет.</a:t>
            </a:r>
          </a:p>
          <a:p/>
          <a:p>
            <a:r>
              <a:t>Если спросят про три слова подряд: они не для полноты. Это три разных способа попросить одно и то же, и все три звучат в работе. Чем ближе слова к тем, которыми просят, тем увереннее попадание.</a:t>
            </a:r>
          </a:p>
          <a:p/>
          <a:p>
            <a:r>
              <a:t>Если спросят, что считается «слишком широким»: описание, под которое подходит соседняя задача, которой скилл не занимается. Проверяется это вторым запросом, а не чтением текста. Прочитать своё описание и признать его узким легко — на то оно и своё.</a:t>
            </a:r>
          </a:p>
          <a:p/>
          <a:p>
            <a:r>
              <a:t>Если зал предложил что-то вроде «помогает с деплоем», дословные примеры «как не надо» из документации: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 — глагол плюс расплывчатое существительное.</a:t>
            </a:r>
          </a:p>
          <a:p/>
          <a:p>
            <a:r>
              <a:t>Если спросят, когда правка станет видна: в существующем каталоге — сразу; если каталог только что создан, нужен </a:t>
            </a:r>
            <a:r>
              <a:rPr>
                <a:latin typeface="Consolas"/>
              </a:rPr>
              <a:t>/reload-skills</a:t>
            </a:r>
            <a:r>
              <a:t>, он перечитывает каталог скиллов заново.</a:t>
            </a:r>
          </a:p>
          <a:p/>
          <a:p>
            <a:r>
              <a:t>Если спросят, не слишком ли длинное получилось описание: оно укладывается в оба предела с запасом — тут около двухсот пятидесяти знаков при поле в тысячу двадцать четыре. Запас есть, и тратить его на красивые обороты смысла нет.</a:t>
            </a:r>
          </a:p>
          <a:p/>
          <a:p>
            <a:r>
              <a:t>Если спросят, почему «не для обычных правок кода» сформулировано так широко: потому что отсекать надо класс задач, а не один пример. Перечислить все правки кода нельзя, а назвать их классом — можно.</a:t>
            </a:r>
          </a:p>
          <a:p/>
          <a:p>
            <a:r>
              <a:t>Если спросят, нужно ли перечислять все синонимы подряд: нет, и места на это не хватит. Трёх-четырёх настоящих слов достаточно; придуманные синонимы, которых никто не произносит, только съедают знаки.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t>Наивный вариант коварнее, чем кажется: текст годный, скилл сработает, и поэтому дефект незаметен. Не сказано одного — какой именно командой. Модель угадает заново, и задача угадывания остаётся на месте и переезжает внутрь скилла, где её труднее заметить.</a:t>
            </a:r>
          </a:p>
          <a:p/>
          <a:p>
            <a:r>
              <a:t>Нижняя карточка — пять шагов с пустыми местами. Назовите команду на каждом. Четвёртый и пятый шаг команд не имеют: они исполняются руками.</a:t>
            </a:r>
          </a:p>
          <a:p/>
          <a:p>
            <a:r>
              <a:rPr i="1"/>
              <a:t>Иду по шагам, спрашиваю на каждом: какой командой?</a:t>
            </a:r>
          </a:p>
          <a:p/>
          <a:p>
            <a:r>
              <a:t>Если на четвёртом и пятом шаге начнут придумывать команду: её нет, они исполняются руками, и выдумывать незачем — на слайде её тоже нет.</a:t>
            </a:r>
          </a:p>
          <a:p/>
          <a:p>
            <a:r>
              <a:t>Если спросят, почему нельзя написать «собрать проект» и положиться на модель: потому что в репозитории способов сборки обычно несколько — старый скрипт, новый, и ещё один в документации. Модель выберет любой из них, и выберет заново в каждой сессии. Скилл пишут ровно для того, чтобы выбор был сделан один раз.</a:t>
            </a:r>
          </a:p>
          <a:p/>
          <a:p>
            <a:r>
              <a:t>Если спросят, не устареет ли литеральная команда: устареет, и это честная цена. Зато устаревание видно: команда падает, и её чинят. Угаданная команда не падает — она просто иногда делает не то.</a:t>
            </a:r>
          </a:p>
          <a:p/>
          <a:p>
            <a:r>
              <a:t>Если спросят, откуда взяты сами команды: из демо-репозитория </a:t>
            </a:r>
            <a:r>
              <a:rPr>
                <a:latin typeface="Consolas"/>
              </a:rPr>
              <a:t>signup-landing</a:t>
            </a:r>
            <a:r>
              <a:t>, того самого, с которым мы работаем всё занятие. Это не иллюстрация — это его настоящий порядок выкатки.</a:t>
            </a:r>
          </a:p>
          <a:p/>
          <a:p>
            <a:r>
              <a:t>Если спросят, что делать с шагами, у которых команды нет: оставлять словами и говорить это вслух. Пятый шаг — запись в журнал задач; он ручной, и притворяться, что его можно автоматизировать, не нужно.</a:t>
            </a:r>
          </a:p>
          <a:p/>
          <a:p>
            <a:r>
              <a:t>Если спросят, сколько шагов нормально: столько, сколько в процедуре, но каждый — проверяемый. Шаг, про который нельзя сказать, выполнен он или нет, в теле скилла бесполезен.</a:t>
            </a:r>
          </a:p>
          <a:p/>
          <a:p>
            <a:r>
              <a:t>Если спросят, чем это отличается от обычного скрипта: тем, что скилл читает модель, а не оболочка. Скрипт выполняется целиком и молча; тело скилла — это инструкция агенту, который может остановиться на середине, увидеть красный тест и доложить. Литеральные команды нужны обоим, а решение «идти дальше или нет» есть только у второго.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Сверяем с тем, что назвал зал. Каждый шаг называет действие целиком, а не намерение.</a:t>
            </a:r>
          </a:p>
          <a:p/>
          <a:p>
            <a:r>
              <a:t>Разберём три команды, они не всем одинаково знакомы. </a:t>
            </a:r>
            <a:r>
              <a:rPr>
                <a:latin typeface="Consolas"/>
              </a:rPr>
              <a:t>npm run build</a:t>
            </a:r>
            <a:r>
              <a:t> запускает сборку, описанную в самом проекте: превращает исходники в готовые файлы сайта и складывает их в каталог </a:t>
            </a:r>
            <a:r>
              <a:rPr>
                <a:latin typeface="Consolas"/>
              </a:rPr>
              <a:t>dist</a:t>
            </a:r>
            <a:r>
              <a:t>. Код выхода ноль означает, что сборка дошла до конца.</a:t>
            </a:r>
          </a:p>
          <a:p/>
          <a:p>
            <a:r>
              <a:rPr>
                <a:latin typeface="Consolas"/>
              </a:rPr>
              <a:t>npx playwright test</a:t>
            </a:r>
            <a:r>
              <a:t> открывает сайт в настоящем браузере и проходит форму так, как прошёл бы человек. Зелёным называют прогон, где ни одна проверка не упала.</a:t>
            </a:r>
          </a:p>
          <a:p/>
          <a:p>
            <a:r>
              <a:rPr>
                <a:latin typeface="Consolas"/>
              </a:rPr>
              <a:t>wrangler pages deploy dist</a:t>
            </a:r>
            <a:r>
              <a:t> выкладывает содержимое каталога на хостинг. Дальше ловушка: имя проекта в конце. Почти всегда его забывают, а без него команда публикует не туда.</a:t>
            </a:r>
          </a:p>
          <a:p/>
          <a:p>
            <a:r>
              <a:t>Честная арифметика: шагов пять, литеральных команд три. Четвёртый и пятый исполняются руками. Придумывать им команду незачем — на слайде её нет.</a:t>
            </a:r>
          </a:p>
          <a:p/>
          <a:p>
            <a:r>
              <a:t>И правило с другой стороны, про соблазн быть полным: не предлагать несколько способов без необходимости. Ровно один — тот, что в этом репозитории действительно работает.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npx</a:t>
            </a:r>
            <a:r>
              <a:t>: запускает программу, не устанавливая её в проект насовсем. Берёт нужную версию на время прогона и после себя не оставляет ничего.</a:t>
            </a:r>
          </a:p>
          <a:p/>
          <a:p>
            <a:r>
              <a:t>Если спросят, почему код выхода назван прямо в тексте шага: потому что «собралось» и «команда завершилась» — разные события. Сборка умеет падать и печатать при этом много обнадёживающего текста. Код выхода — то, что проверяется однозначно.</a:t>
            </a:r>
          </a:p>
          <a:p/>
          <a:p>
            <a:r>
              <a:t>Если спросят, обязателен ли именно </a:t>
            </a:r>
            <a:r>
              <a:rPr>
                <a:latin typeface="Consolas"/>
              </a:rPr>
              <a:t>wrangler</a:t>
            </a:r>
            <a:r>
              <a:t>: нет, он привязан к нашему хостингу. У вас будет своя команда выкатки, и правило от этого не меняется: одна команда, названная целиком, вместе с тем параметром, который указывает цель.</a:t>
            </a:r>
          </a:p>
          <a:p/>
          <a:p>
            <a:r>
              <a:t>Если спросят, почему ручные шаги вообще оставлены в скилле: потому что они часть процедуры. Скилл — это записанный порядок, а не только набор команд. Шаг, который делают руками, пропускают ровно тогда, когда он нигде не записан.</a:t>
            </a:r>
          </a:p>
          <a:p/>
          <a:p>
            <a:r>
              <a:t>Если спросят, не устареют ли команды: устареют, и чинить их придётся. Зато устаревшая команда падает заметно, а угаданная моделью — не падает, она просто иногда делает не то.</a:t>
            </a:r>
          </a:p>
          <a:p/>
          <a:p>
            <a:r>
              <a:t>Если спросят, что лежит в </a:t>
            </a:r>
            <a:r>
              <a:rPr>
                <a:latin typeface="Consolas"/>
              </a:rPr>
              <a:t>.tasks/active/</a:t>
            </a:r>
            <a:r>
              <a:t>: журнал выполненных задач репозитория, обычные файлы с датой в имени. Пятый шаг пишет туда строку о выкатке. Нужен он ради следующего раза: когда через месяц понадобится узнать, что именно выложено на прод, ответ будет лежать в репозитории, а не в чьей-то памяти.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приняли минуту назад: описание написали правильно, и дальше рука тянется написать тело полным.</a:t>
            </a:r>
          </a:p>
          <a:p/>
          <a:p>
            <a:r>
              <a:t>Измерение против этого прямое: сфокусированный скилл обгоняет крупные и исчерпывающие наборы. База — та же выборка из восьмидесяти семи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держать файл до пятисот строк, подробности выносить в отдельные файлы. Те самые вложения, которые стоят ноль, пока не открыты.</a:t>
            </a:r>
          </a:p>
          <a:p/>
          <a:p>
            <a:r>
              <a:t>И честная часть, вслух. Направление подтверждено первоисточником. Насколько именно обгоняет — числа в работе нет. Процента здесь не стоит, и придумывать я его не буду.</a:t>
            </a:r>
          </a:p>
          <a:p/>
          <a:p>
            <a:r>
              <a:t>Если спросят, что такое «сфокусированный» и сколько это: в работе сказано «максимум три модуля», но что такое модуль скилла, она не определяет — файл, раздел, вложение? Поэтому число я не называю. Границу мы провели своим правилом: до пятисот строк, остальное во вложения.</a:t>
            </a:r>
          </a:p>
          <a:p/>
          <a:p>
            <a:r>
              <a:t>Если спросят, почему верят направлению без числа: потому что у него есть механизм, который мы только что разобрали, и он объясняет результат независимо от размера эффекта. Число сказало бы, насколько выгодно; механизм говорит, почему выгодно вообще.</a:t>
            </a:r>
          </a:p>
          <a:p/>
          <a:p>
            <a:r>
              <a:t>Если спросят, что такое вложение: отдельный файл рядом со скиллом, на который тело ссылается. Модель открывает его, только если дошла до соответствующего шага. Пока не открыла — он не стоит ничего.</a:t>
            </a:r>
          </a:p>
          <a:p/>
          <a:p>
            <a:r>
              <a:t>Если спросят, как понять, что тело раздуто: по числу случаев, которые оно пытается покрыть. Если в одном скилле и выкатка, и откат, и настройка окружения — это три скилла, у каждого своё описание и свой повод.</a:t>
            </a:r>
          </a:p>
          <a:p/>
          <a:p>
            <a:r>
              <a:t>Если спросят, не противоречит ли это предыдущему слайду, где мы расписывали шаги подробно: нет. Подробность шага и объём тела — разные вещи. Пять точных шагов короче двадцати приблизительных.</a:t>
            </a:r>
          </a:p>
          <a:p/>
          <a:p>
            <a:r>
              <a:t>Если спросят, откуда взялись восемьдесят семь задач: это публичная выборка, на которой меряли скиллы. Важно в ней то, что выборка одна и та же в обоих прогонах — менялась только структура скилла, а задачи оставались прежние. Без этого сравнение не значило бы ничего.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Предел у этого кейса есть, и проходит он там, где описание перестаёт быть тем, что решает.</a:t>
            </a:r>
          </a:p>
          <a:p/>
          <a:p>
            <a:r>
              <a:t>Первая строка — обычный случай: скиллов единицы, спутать не с чем, описание работает.</a:t>
            </a:r>
          </a:p>
          <a:p/>
          <a:p>
            <a:r>
              <a:t>Вторая — то, что чинится дописыванием. Зовут другими словами, чем вы написали. Добавляйте настоящие слова запроса; абзац объяснения здесь не поможет, перечень всё равно обрежет конец.</a:t>
            </a:r>
          </a:p>
          <a:p/>
          <a:p>
            <a:r>
              <a:t>Третья строка снимает ложную безальтернативность, и её обычно не знают. Автовыбор можно просто выключить: флаг </a:t>
            </a:r>
            <a:r>
              <a:rPr>
                <a:latin typeface="Consolas"/>
              </a:rPr>
              <a:t>disable-model-invocation</a:t>
            </a:r>
            <a:r>
              <a:t> со значением «истина». Скилл остаётся, позвать его по имени можно, а модель его описание не видит вовсе — выбрать не может ни правильно, ни ошибочно. Для процедуры, которую нельзя запускать по догадке, это честнее любого описания.</a:t>
            </a:r>
          </a:p>
          <a:p/>
          <a:p>
            <a:r>
              <a:t>Теперь вопрос внизу, и он настоящий. Назовите скилл, который вы бы модели выбирать не дали.</a:t>
            </a:r>
          </a:p>
          <a:p/>
          <a:p>
            <a:r>
              <a:rPr i="1"/>
              <a:t>Пауза. Собираю два-три примера, не оцениваю.</a:t>
            </a:r>
          </a:p>
          <a:p/>
          <a:p>
            <a:r>
              <a:t>Если спросят, что считается «похожим описанием у соседа»: такое, под которое подходит один и тот же запрос. Точное совпадение имён разрешает приоритет уровней — проект выигрывает у пользователя. Похожий смысл не разрешает ничто: модель молча берёт один из двух, и записи об этом нет нигде.</a:t>
            </a:r>
          </a:p>
          <a:p/>
          <a:p>
            <a:r>
              <a:t>Если названные примеры окажутся про необратимые действия — выкатку, миграцию, удаление данных: это и есть правильный ответ, и стоит сказать вслух, почему. Цена ошибочного срабатывания там несимметрична: лишний запуск сборки стоит минуту, лишний запуск миграции стоит вечер.</a:t>
            </a:r>
          </a:p>
          <a:p/>
          <a:p>
            <a:r>
              <a:t>Если спросят, не проще ли всегда ставить этот флаг: нет. Со всеми флагами каталог скиллов превращается в набор команд, которые надо помнить наизусть, и автоматический выбор пропадает там, где он полезен. Флаг ставят точечно, под конкретный риск.</a:t>
            </a:r>
          </a:p>
          <a:p/>
          <a:p>
            <a:r>
              <a:t>Если спросят, видно ли в сессии, что флаг стоит: описание такого скилла в перечень не попадает вовсе. Проверяется тем же </a:t>
            </a:r>
            <a:r>
              <a:rPr>
                <a:latin typeface="Consolas"/>
              </a:rPr>
              <a:t>head -5</a:t>
            </a:r>
            <a:r>
              <a:t>, которым мы начинали кейс: фронтматтер на месте, а в перечне строки нет.</a:t>
            </a:r>
          </a:p>
          <a:p/>
          <a:p>
            <a:r>
              <a:t>Если спросят, что делать с двумя своими похожими скиллами прямо сейчас: свести их в один с общим описанием и развести шагами внутри тела. Разделять текстом два близких описания — работа, которая не кончается.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честная с обеих сторон, и начинать надо с сильной стороны: готовое действительно лучше. Написать разбор PDF с таблицами самому — это недели, и получится хуже.</a:t>
            </a:r>
          </a:p>
          <a:p/>
          <a:p>
            <a:r>
              <a:t>Именно поэтому решение непростое. Если бы чужое было просто хуже, кейса бы не было.</a:t>
            </a:r>
          </a:p>
          <a:p/>
          <a:p>
            <a:r>
              <a:t>Тег наверху: один официальный скилл, два замера одного каталога, три вещи, которые приходят вместе со скиллом.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не про наш репозиторий и не про наши тринадцать скиллов — это другой вопрос, чем в прошлом кейсе. Здесь вы ничего не написали: вы решаете, брать ли чужое.</a:t>
            </a:r>
          </a:p>
          <a:p/>
          <a:p>
            <a:r>
              <a:t>Задача настоящая: разобрать PDF заказчика — текст, таблицы, заполненные формы. Официальный скилл ровно на это существует, и его описание документация приводит как образец, каким описание должно быть.</a:t>
            </a:r>
          </a:p>
          <a:p/>
          <a:p>
            <a:r>
              <a:t>Первые две строки таблицы — честно в пользу готового, и это надо проговорить без иронии. Свой разбор таблиц в PDF — недели, и выйдет хуже. Оговорюсь сразу: «недели» — моя оценка объёма, не замер.</a:t>
            </a:r>
          </a:p>
          <a:p/>
          <a:p>
            <a:r>
              <a:t>Третья строка — единственная, где своё выигрывает, и весь кейс про неё. Вы не знаете, что внутри.</a:t>
            </a:r>
          </a:p>
          <a:p/>
          <a:p>
            <a:r>
              <a:t>И последнее, про момент. Никто не стоит перед выбором «безопасно или опасно». Выбор всегда звучит как «сегодня или через месяц» — поэтому его и делают за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что физически приезжает: не текст и не совет, а каталог. Тело, вложения и, если автор захотел, скрипты. Скрипты идут через оболочку с вашими правами, не с урезанными.</a:t>
            </a:r>
          </a:p>
          <a:p/>
          <a:p>
            <a:r>
              <a:rPr b="1"/>
              <a:t>Справа — то, что упускают почти все.</a:t>
            </a:r>
            <a:r>
              <a:t> Соглашаетесь один раз, права остаются. Содержимое потом может поменяться, и второй раз не спросят.</a:t>
            </a:r>
          </a:p>
          <a:p/>
          <a:p>
            <a:r>
              <a:t>То есть вы одобряете не код, который выполнится, а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Слушаю, назовёт ли кто-нибудь </a:t>
            </a:r>
            <a:r>
              <a:rPr b="1"/>
              <a:t>два действия вместо одного</a:t>
            </a:r>
            <a:r>
              <a:t> — здесь целевой ответ снова порядок. И отдельно жду голосов за пятую: у неё есть законная область, разбор её назовёт.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измерения, и у каждого в правой колонке написано, какое решение оно обслуживает. Это и есть ответ на «откуда цифры и зачем они тут».</a:t>
            </a:r>
          </a:p>
          <a:p/>
          <a:p>
            <a:r>
              <a:t>Первая строка помечена «уже видели» — это тот самый замер из кейса про повод, и повторяю я его намеренно: там он говорил «не любой скилл помогает», здесь он обосновывает «брать готовое». Одно измерение, два решения.</a:t>
            </a:r>
          </a:p>
          <a:p/>
          <a:p>
            <a:r>
              <a:t>Второе — поворот. Тот прирост дал скилл, который кто-то прочитал и отобрал. Средний из каталогов по той же двенадцатибалльной рубрике набирает шесть с небольшим против десяти у отобранных. То есть «взять готовое» и «взять первое готовое» — разные решения с разным ожидаемым исходом.</a:t>
            </a:r>
          </a:p>
          <a:p/>
          <a:p>
            <a:r>
              <a:t>Третье — размер риска, и </a:t>
            </a:r>
            <a:r>
              <a:rPr b="1"/>
              <a:t>здесь другой обход</a:t>
            </a:r>
            <a:r>
              <a:t>. Сорок семь тысяч смотрели на качество, тридцать одна — на уязвимости. Разные работы, разные выборки, разные вопросы; если кто-то заметит, что корпуса не сходятся, — они и не должны. Точность и полноту детектора называю сразу: без них проценты ничего не значат.</a:t>
            </a:r>
          </a:p>
          <a:p/>
          <a:p>
            <a:r>
              <a:t>Четвёртое — самое практичное. Скиллы со скриптом внутри уязвимы вдвое чаще. Отсюда следует не «не ставить», а что читать в первую очередь: скрипты, а не тело.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— первая строка, и это снова порядок: сначала вычитать, потом ставить. Но важнее уточнение внутри неё: вычитывать не всё подряд.</a:t>
            </a:r>
          </a:p>
          <a:p/>
          <a:p>
            <a:r>
              <a:t>Читают то, что исполняется. Скрипты и вложения, на которые ссылается тело. У них и множитель риска вдвое, и именно их обновят потом без вашего согласия.</a:t>
            </a:r>
          </a:p>
          <a:p/>
          <a:p>
            <a:r>
              <a:t>Вторая строка — «взять как есть». Возражение на неё не «а вдруг вирус», а измерение: из ста двадцати пяти разобранных случаев функционального вреда восемьдесят шесть дали скиллы, которые выглядели подходящими задаче. Релевантность проверкой не является.</a:t>
            </a:r>
          </a:p>
          <a:p/>
          <a:p>
            <a:r>
              <a:t>Третья — выключенный автовызов. Это </a:t>
            </a:r>
            <a:r>
              <a:rPr b="1"/>
              <a:t>не замена</a:t>
            </a:r>
            <a:r>
              <a:t> вычитке, а добавка к ней, и я бы не принимал её как самостоятельный ответ. Она закрывает «сработает не там» и не закрывает «внутри чужой код». Там, где действие необратимо, она обязательна.</a:t>
            </a:r>
          </a:p>
          <a:p/>
          <a:p>
            <a:r>
              <a:t>Четвёртая — написать своё. Работает, когда предмет ваш: ваш формат, ваш регламент. Для общей задачи это отказ от измеренного прироста, оплаченный неделями.</a:t>
            </a:r>
          </a:p>
          <a:p/>
          <a:p>
            <a:r>
              <a:t>Пятая, и на ней остановитесь. </a:t>
            </a:r>
            <a:r>
              <a:rPr b="1"/>
              <a:t>«Не ставить» — не осторожность вообще, а три условия.</a:t>
            </a:r>
            <a:r>
              <a:t> Некому вычитать. Скрипт лезет наружу — за сетью или за ключами. Цена ошибки необратима. Если хоть одно есть — отказ правильный ответ, и он дешевле разбирательства. Если ни одного — отказ просто стоит вам прироста.</a:t>
            </a:r>
          </a:p>
          <a:p/>
          <a:p>
            <a:r>
              <a:t>Правило внизу уносят с кейса: читать не «скилл», 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обратный тому, который просится, и в этом вся польза слайда.</a:t>
            </a:r>
          </a:p>
          <a:p/>
          <a:p>
            <a:r>
              <a:t>Просится начать с тела: там же написано, что скилл делает. Начинать надо со скриптов. Тело — это текст, и модель может ему не последовать. Скрипт выполнится обязательно, и с вашими правами. Плюс измерение из свидетельств: со скриптом внутри уязвимость вдвое вероятнее.</a:t>
            </a:r>
          </a:p>
          <a:p/>
          <a:p>
            <a:r>
              <a:t>Что искать в скриптах — вторая таблица, первая строка. Обращения наружу: сеть, переменные окружения, ключи, запись за пределы каталога проекта. Не нужно понимать код целиком, нужно найти эти четыре вещи.</a:t>
            </a:r>
          </a:p>
          <a:p/>
          <a:p>
            <a:r>
              <a:t>Вложения — то же самое плюс ссылки за пределы каталога скилла.</a:t>
            </a:r>
          </a:p>
          <a:p/>
          <a:p>
            <a:r>
              <a:t>Фронтматтер третьим, и здесь смотрят не на безопасность, а на ширину: слишком общее описание заставит скилл срабатывать там, где вы его не звали. Мы это уже разбирали с другой стороны, когда писали своё.</a:t>
            </a:r>
          </a:p>
          <a:p/>
          <a:p>
            <a:r>
              <a:t>Тело — последним.</a:t>
            </a:r>
          </a:p>
          <a:p/>
          <a:p>
            <a:r>
              <a:t>И внизу единственная машинная проверка из всех: команда находит скиллы с нечитаемым фронтматтером, причём без запуска сессии, то есть до установки. Живого снимка её вывода у меня нет — поэтому на слайде только назначение, а не картинка.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вычитали и взяли.</a:t>
            </a:r>
          </a:p>
          <a:p/>
          <a:p>
            <a:r>
              <a:t>Первый случай — самый неудобный из возможных, потому что скилл официальный. Конвертер картинок, открытый, от самого производителя. Внутрь добавили одну функцию, которая тихо скачивает и запускает шифровальщика. Снаружи ничего не поменялось: имя, описание, поведение — те же. Исследователи раскрыли находку производителю; ответ был, что ответственность за запускаемые скиллы лежит на пользователе.</a:t>
            </a:r>
          </a:p>
          <a:p/>
          <a:p>
            <a:r>
              <a:t>Честно про силу: это воспроизведённый пример, доказывающий возможность. Насколько часто так делают в дикой природе — не измерено, и я это не утверждаю.</a:t>
            </a:r>
          </a:p>
          <a:p/>
          <a:p>
            <a:r>
              <a:t>Второе — измерено. Один открытый каталог, сплошной обход: триста сорок один вредоносный из двух тысяч восьмисот. Через одиннадцать дней тот же обход: восемьсот двадцать четыре из десяти тысяч семисот.</a:t>
            </a:r>
          </a:p>
          <a:p/>
          <a:p>
            <a:r>
              <a:t>Обратите внимание, что я считаю вслух: каталог вырос почти вчетверо, а вредоносных стало вдвое больше. </a:t>
            </a:r>
            <a:r>
              <a:rPr b="1"/>
              <a:t>Доля не выросла — двенадцать процентов против восьми.</a:t>
            </a:r>
            <a:r>
              <a:t> Это не «всё стремительно ухудшается», это «растёт вместе с каталогом». Пугать вас ускорением было бы нечестно.</a:t>
            </a:r>
          </a:p>
          <a:p/>
          <a:p>
            <a:r>
              <a:t>И вывод, ради которого провал стоит здесь. Он не «не берите чужое». Он про порядок: вычитка — снимок на сегодня, она ничего не говорит о завтрашнем содержимом. Значит обновление чужого скилла — это новая установка, а не мелочь, которую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не кончается словами «чужое опасно» — он кончается тем, когда чужое правильно. Левая плашка и есть ответ.</a:t>
            </a:r>
          </a:p>
          <a:p/>
          <a:p>
            <a:r>
              <a:t>Три условия, и все три проверяются до установки: предмет общий, исполняемое есть кому вычитать, действие обратимо. Если все три есть — берите; это не компромисс, а лучшее решение.</a:t>
            </a:r>
          </a:p>
          <a:p/>
          <a:p>
            <a:r>
              <a:t>Справа — что делают, когда условие не выполнено. Обратите внимание на вторую строку: «некому вычитать» — самое частое из трёх условий отказа, и самое честное. Не «мы боимся», а «у нас нет человека на это».</a:t>
            </a:r>
          </a:p>
          <a:p/>
          <a:p>
            <a:r>
              <a:t>Четвёртая строка — про масштаб, и её я держу короткой. Когда чужих скиллов набирается десятками, мешать начинает сама библиотека: при росте до двухсот двух на тех же задачах падение доходит до двадцати одного процента, и падает именно точность выбора. Двести два — крайняя точка измерения; где начинается, работа не говорит, и я не буду придумывать порог.</a:t>
            </a:r>
          </a:p>
          <a:p/>
          <a:p>
            <a:r>
              <a:rPr b="1"/>
              <a:t>Последняя строка сводит то, что за занятие ни разу не оказалось рядом, и на ней стоит задержаться.</a:t>
            </a:r>
            <a:r>
              <a:t> Хук мы хвалили за то, что он лежит в репозитории и приезжает с клоном без установки. Это же свойство значит: вместе с чужим репозиторием приезжает чужое исполняемое, и запускается оно с вашими правами — ровно как скрипт в чужом скилле, который мы только что учились вычитывать первым.</a:t>
            </a:r>
          </a:p>
          <a:p/>
          <a:p>
            <a:r>
              <a:t>Разница одна, и она не в пользу хука: скилл вы ставите решением, а хук получаете вместе с </a:t>
            </a:r>
            <a:r>
              <a:rPr>
                <a:latin typeface="Consolas"/>
              </a:rPr>
              <a:t>git clone</a:t>
            </a:r>
            <a:r>
              <a:t>, не приняв никакого решения вообще.</a:t>
            </a:r>
          </a:p>
          <a:p/>
          <a:p>
            <a:r>
              <a:t>Что с этим делать — те же три условия слева. Смотреть при клонировании чужого проекта надо туда же: на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таблицу. Усиления здесь те же пять и в том же порядке, что в начале занятия; тогда у каждого стояла одна строка — что это такое. Теперь у двух из них стоит замер.</a:t>
            </a:r>
          </a:p>
          <a:p/>
          <a:p>
            <a:r>
              <a:t>Хук. Заводим его, когда правило уже нарушено. Устройство обещает: поставили хук — и коммит в главную ветку закрыт. Проверка показала другое.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 вовсе.</a:t>
            </a:r>
          </a:p>
          <a:p/>
          <a:p>
            <a:r>
              <a:t>Скилл. Заводим по сигналу — когда файл инструкций перерос сам себя. Устройство обещает, что решает содержание, а описание можно дописать позже. Проверка показала, что выбор идёт по описанию: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Откуда шесть форм.</a:t>
            </a:r>
            <a:r>
              <a:t> Самотест барьера на ветке </a:t>
            </a:r>
            <a:r>
              <a:rPr>
                <a:latin typeface="Consolas"/>
              </a:rPr>
              <a:t>seminar-5-hook</a:t>
            </a:r>
            <a:r>
              <a:t>, коммит 9803643: девять проверок проходит, пять упираются в предел, ни одна не падает. Шесть форм — это шесть способов записать одну и ту же команду коммита, которые разбирались на ступени хука. Запускается он одной командой из репозитория, и печатает он это сам.</a:t>
            </a:r>
          </a:p>
          <a:p/>
          <a:p>
            <a:r>
              <a:rPr i="1"/>
              <a:t>Если спросят, значит ли это, что хук бесполезен.</a:t>
            </a:r>
            <a:r>
              <a:t> Нет. Он закрывает тот способ, которым агент действительно пишет в главную ветку, и закрывает надёжно. Остальные пять — цена, которую надо знать заранее, а не обнаружить в проекте.</a:t>
            </a:r>
          </a:p>
          <a:p/>
          <a:p>
            <a:r>
              <a:rPr i="1"/>
              <a:t>Если спросят про колонку «что обещает устройство».</a:t>
            </a:r>
            <a:r>
              <a:t> Это не чья-то наивность. Так механизм описан в документации и так он выглядит, пока его не замерили. Разница между этой колонкой и соседней — и есть то, ради чего мы весь час мерили.</a:t>
            </a:r>
          </a:p>
          <a:p/>
          <a:p>
            <a:r>
              <a:rPr i="1"/>
              <a:t>Если спросят, почему строк пять, а закрыто две.</a:t>
            </a:r>
            <a:r>
              <a:t> Пять усилений названы в начале, и названы честно: сегодняшнее занятие берёт два. MCP, субагент и процесс — следующее; доступ наружу уехал туда решением владельца курса целиком.</a:t>
            </a:r>
          </a:p>
          <a:p/>
          <a:p>
            <a:r>
              <a:rPr i="1"/>
              <a:t>Если спросят, где посмотреть замеры.</a:t>
            </a:r>
            <a:r>
              <a:t> Репозиторий публичный, ветка и коммит на предыдущих слайдах. Самотест клонируется и запускается, таблица в нём совпадает с тем, что в этой колонке.</a:t>
            </a:r>
          </a:p>
          <a:p/>
          <a:p>
            <a:r>
              <a:rPr i="1"/>
              <a:t>Остаток себе.</a:t>
            </a:r>
            <a:r>
              <a:t> Пустые слоты не комментирую дольше одной фразы: занятие кончается на том, что проверено, и три незакрытые строки — часть этого результата, а не извинение.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Склонируйте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у него пока нет, и метка стоит прямо на слайде. Занятие было про разницу между «файл лежит» и «механизм срабатывает»; прятать эту разницу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затем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проверяется.</a:t>
            </a:r>
            <a:r>
              <a:t> </a:t>
            </a:r>
            <a:r>
              <a:rPr>
                <a:latin typeface="Consolas"/>
              </a:rPr>
              <a:t>git clone &lt;адрес&gt;</a:t>
            </a:r>
            <a:r>
              <a:t> забирает репозиторий целиком. </a:t>
            </a:r>
            <a:r>
              <a:rPr>
                <a:latin typeface="Consolas"/>
              </a:rPr>
              <a:t>git checkout seminar-5-hook</a:t>
            </a:r>
            <a:r>
              <a:t> переключает рабочую копию на ту ветку, где лежат обе подтверждённые строки, — в главной ветке их нет. </a:t>
            </a:r>
            <a:r>
              <a:rPr>
                <a:latin typeface="Consolas"/>
              </a:rPr>
              <a:t>git log -1</a:t>
            </a:r>
            <a:r>
              <a:t> печатает последний коммит; его номер должен совпасть с тем, что на слайде. Запуск самотеста — одна команда из корня репозитория, и печатает он таблицу проверок сам.</a:t>
            </a:r>
          </a:p>
          <a:p/>
          <a:p>
            <a:r>
              <a:rPr i="1"/>
              <a:t>Если спросят, почему скилл без коммита.</a:t>
            </a:r>
            <a:r>
              <a:t> Потому что его файл написан в плане ступени, а в репозиторий ещё не внесён. Выдавать это за сделанное нет оснований, поэтому на слайде стоит метка. Это тот же критерий, которым мы весь час мерили механизмы.</a:t>
            </a:r>
          </a:p>
          <a:p/>
          <a:p>
            <a:r>
              <a:rPr i="1"/>
              <a:t>Если спросят, почему разделов стало пять, а добавили два.</a:t>
            </a:r>
            <a:r>
              <a:t> Было три, оба новых дал хук: текстовое правило про ветки и описание барьера. Три плюс два — пять; рост файла — с двадцати строк до сорока, проверяется счётом строк.</a:t>
            </a:r>
          </a:p>
          <a:p/>
          <a:p>
            <a:r>
              <a:rPr i="1"/>
              <a:t>Если спросят, зачем правило текстом, раз есть барьер.</a:t>
            </a:r>
            <a:r>
              <a:t> Барьер останавливает агента в момент вызова. Текст объясняет человеку, который откроет репозиторий, почему вызов остановлен и кого барьер не останавливает вовсе. Один работает, другой читается.</a:t>
            </a:r>
          </a:p>
          <a:p/>
          <a:p>
            <a:r>
              <a:rPr i="1"/>
              <a:t>Если спросят про ветку.</a:t>
            </a:r>
            <a:r>
              <a:t> Работа ступени велась в отдельной ветке намеренно: в главную её вливают после проверки, и именно это правило барьер и охраняет.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 Карточки те же пять и в том же порядке: ни одна из них за час не стала правильной.</a:t>
            </a:r>
          </a:p>
          <a:p/>
          <a:p>
            <a:r>
              <a:t>Вопрос тот же, знак в знак, и карточек столько же. Изменилось за этот час только одно: под двумя из пяти теперь лежит файл, который можно открыть.</a:t>
            </a:r>
          </a:p>
          <a:p/>
          <a:p>
            <a:r>
              <a:t>Сначала руки: у кого ответ изменился. Потом два-три голоса — что именно его изменило. Свой ответ не называю, чужие не оцениваю.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обычно меняет ответ, и что на каждое отвечать.</a:t>
            </a:r>
            <a:r>
              <a:t> Чаще всего уходят </a:t>
            </a:r>
            <a:r>
              <a:rPr b="1"/>
              <a:t>от хука</a:t>
            </a:r>
            <a:r>
              <a:t> — после того, как барьер при них показал, на скольких формах команды он молчит. Это движение честное, и я его подтверждаю: механизм закрывает один путь, а не класс. Второе частое — приходят </a:t>
            </a:r>
            <a:r>
              <a:rPr b="1"/>
              <a:t>к процессу</a:t>
            </a:r>
            <a:r>
              <a:t>: раз механизм надо ещё и проверить, нужен порядок, в котором проверка записана. Тоже принимаю. Третье — остаются </a:t>
            </a:r>
            <a:r>
              <a:rPr b="1"/>
              <a:t>на хуке</a:t>
            </a:r>
            <a:r>
              <a:t> с оговоркой «но с узким матчером»; это ровно тот вывод, к которому вела ступень, и я называю его вслух.</a:t>
            </a:r>
          </a:p>
          <a:p/>
          <a:p>
            <a:r>
              <a:rPr i="1"/>
              <a:t>Если ответ сдвинулся к скиллу.</a:t>
            </a:r>
            <a:r>
              <a:t> Спрашиваю, какой сигнал они у себя видят. Если файл инструкций разросся — сигнал настоящий, и это правильный ответ для их проекта.</a:t>
            </a:r>
          </a:p>
          <a:p/>
          <a:p>
            <a:r>
              <a:rPr i="1"/>
              <a:t>Если зал молчит.</a:t>
            </a:r>
            <a:r>
              <a:t> Напоминаю, что появилось за час: два файла в репозитории и две заполненные строки. Больше не подсказываю: здесь работает пауза.</a:t>
            </a:r>
          </a:p>
          <a:p/>
          <a:p>
            <a:r>
              <a:rPr i="1"/>
              <a:t>Если прозвучит «а какой ответ правильный».</a:t>
            </a:r>
            <a:r>
              <a:t> Отвечаю, что его нет и сегодня: выбор зависит от того, какой сигнал в проекте уже прозвучал. Полный разбор всех пяти — в конце следующего занятия, когда будут закрыты оставшиеся три.</a:t>
            </a:r>
          </a:p>
          <a:p/>
          <a:p>
            <a:r>
              <a:rPr i="1"/>
              <a:t>Чего здесь не делаю.</a:t>
            </a:r>
            <a:r>
              <a:t> Итог не подвожу — он на следующем слайде. Ничего сделать после занятия не прошу. Чей ответ «вырос», не оцениваю.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стоят пустые слоты. Разница между ними и есть итог часа.</a:t>
            </a:r>
          </a:p>
          <a:p/>
          <a:p>
            <a:r>
              <a:t>Хук. Барьер стоит, и свои дыры он печатает сам: девять проверок проходит, пять форм молчания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процедуры решает её описание, и лежит оно во фронтматтере файла: видно, не открывая тело.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минуту назад передвинул туда свой ответ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так.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проверяется каждая из двух строк.</a:t>
            </a:r>
            <a:r>
              <a:t> У хука — запуск самотеста из корня репозитория: он печатает таблицу проверок, где у каждой проверки стоит исход, и пять строк с пределом видны в ней прямо. У скилла — чтение фронтматтера файла процедуры: описание и имя лежат там в первых строках, тело при этом не читается вовсе. Обе проверки занимают минуту и не требуют ничего, кроме склонированного репозитория.</a:t>
            </a:r>
          </a:p>
          <a:p/>
          <a:p>
            <a:r>
              <a:rPr i="1"/>
              <a:t>Если спросят, почему строк именно две, а не три.</a:t>
            </a:r>
            <a:r>
              <a:t> Доступ наружу решением владельца курса уехал на следующее занятие целиком. Заявить третью строку и не проверить её значило бы сделать ровно то, против чего построен весь час.</a:t>
            </a:r>
          </a:p>
          <a:p/>
          <a:p>
            <a:r>
              <a:rPr i="1"/>
              <a:t>Если спросят, что считать результатом занятия.</a:t>
            </a:r>
            <a:r>
              <a:t> Не два файла. Результат — то, что про каждый из них можно задать проверяемый вопрос и получить ответ командой. Файл, про который такого вопроса не задать, в этой таблице не стоит.</a:t>
            </a:r>
          </a:p>
          <a:p/>
          <a:p>
            <a:r>
              <a:rPr i="1"/>
              <a:t>Если спросят, что делать дальше.</a:t>
            </a:r>
            <a:r>
              <a:t> Отвечаю словами, без задания: следующее занятие берёт оставшиеся три ступени и закрывает их тем же способом.</a:t>
            </a:r>
          </a:p>
          <a:p/>
          <a:p>
            <a:r>
              <a:rPr i="1"/>
              <a:t>Если прозвучит «а у нас хук уже есть».</a:t>
            </a:r>
            <a:r>
              <a:t> Этот случай встречается чаще прочих. Спрашиваю, на скольких формах команды он молчит, — и обычно ответа нет, потому что никто не мерил. Вот этот вопрос и стоит унести.</a:t>
            </a:r>
          </a:p>
          <a:p/>
          <a:p>
            <a:r>
              <a:rPr i="1"/>
              <a:t>Остаток себе.</a:t>
            </a:r>
            <a:r>
              <a:t> Призыва что-либо сделать не даю: занятие кончается на том, что стало проверяемым.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0" y="54864"/>
            <a:ext cx="3566160" cy="1755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0" b="1" i="0">
                <a:solidFill>
                  <a:srgbClr val="33427C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СЕМИНАР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58368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8202"/>
            <a:ext cx="11183112" cy="2618232"/>
          </a:xfrm>
          <a:prstGeom prst="roundRect">
            <a:avLst>
              <a:gd name="adj" fmla="val 776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61082"/>
            <a:ext cx="10744200" cy="2252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6102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8904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45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6486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197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усилений, которые ставят рядом с файлом инструкций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172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453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Рядом с файлом инструкций ставят пять механизмов. По строке на каждый — что это такое и кто приводит его в действие.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31565"/>
            <a:ext cx="11183112" cy="2566162"/>
          </a:xfrm>
          <a:prstGeom prst="roundRect">
            <a:avLst>
              <a:gd name="adj" fmla="val 1187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14445"/>
            <a:ext cx="82754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УСИЛЕНИЕ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9651" y="3514445"/>
            <a:ext cx="969719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96512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9651" y="3796512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Команда, которую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заданный момент работы агента.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436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43667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9651" y="4143667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Процедура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отдельном файле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агент открывает её сам.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4908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90821"/>
            <a:ext cx="8275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9651" y="4490821"/>
            <a:ext cx="9697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Model Context Protocol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подключение к внешней системе; через него агент достаёт данные, которых в репозитории нет.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50205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5020538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59651" y="5020538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Отдельная роль с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урезанными правами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её запускают на одну задачу и получают обратно только итог.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3676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367693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59651" y="5367693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Порядок работы, записанный файлами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план, запись по ходу, проверка перед сдачей.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1711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7198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38958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766974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6603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6603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6603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6603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6603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6603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6603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6603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6603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6603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51061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5580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561066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69296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Агент не исполняет процедуру работы с репозиторием. Решаем, чем заставить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Процедура записана в инструкциях и загружена, а коммит всё равно уходит в главную ветку. Решаем, чем заставить агента её исполнять.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3 РЕШЕНИЯ СБОРКИ · 6 ЗВЕНЬЕВ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написан явно. Коммит всё равно в </a:t>
            </a:r>
            <a:r>
              <a:rPr sz="2600" b="1" i="0">
                <a:solidFill>
                  <a:srgbClr val="141B2E"/>
                </a:solidFill>
                <a:latin typeface="Consolas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60702"/>
            <a:ext cx="32004" cy="5638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15566"/>
            <a:ext cx="10730484" cy="454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«Ветка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case-…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/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issue-NNN-…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создаётся до первой правки.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Прямо в </a:t>
            </a:r>
            <a:r>
              <a:rPr sz="1300" b="1" i="1">
                <a:solidFill>
                  <a:srgbClr val="6B7685"/>
                </a:solidFill>
                <a:latin typeface="Consolas"/>
              </a:rPr>
              <a:t>main</a:t>
            </a:r>
            <a:r>
              <a:rPr sz="1300" b="1" i="1">
                <a:solidFill>
                  <a:srgbClr val="6B7685"/>
                </a:solidFill>
                <a:latin typeface="Arial"/>
              </a:rPr>
              <a:t> не коммитим.</a:t>
            </a:r>
            <a:r>
              <a:rPr sz="1300" b="0" i="1">
                <a:solidFill>
                  <a:srgbClr val="6B7685"/>
                </a:solidFill>
                <a:latin typeface="Arial"/>
              </a:rPr>
              <a:t>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— файл инструкций проекта, раздел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Repository etiquette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Загружается в начале каждой сессии.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8670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326299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14812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правит проверку формы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src/validate.js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задача рабочая, по делу.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359332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478453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Отдельную ветку не создаёт.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39236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80878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Коммит лежит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02607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15409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Запрет записан. Файл прочитан. Процедура не исполнена.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Цена: показ заказчику завтра — правка уезжает мимо ветки прямо в него.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Событие, матчер,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13915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613915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4193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4193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КОГДА ОН ГОВОРИТ И ЧТО ПРИ ЭТОМ ВИДИТ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613915"/>
            <a:ext cx="7315" cy="39334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613915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25979"/>
            <a:ext cx="5381244" cy="2575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какие вызовы отбирает.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Устройство целиком — дальше.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25979"/>
            <a:ext cx="5381244" cy="342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Момент выбирают при настройке: хук ставят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или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него.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отдельная программа. Она знает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только те параметры, которые ей пришли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какой инструмент, с какими аргументами, в каком каталоге.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об исходе не узнаёт: он высказывается один раз, результата ему не присылают. 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видит результат, когда вызов уже состоялся.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299204"/>
            <a:ext cx="117078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299204"/>
            <a:ext cx="117078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событие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1721" y="4299204"/>
            <a:ext cx="106154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01721" y="4299204"/>
            <a:ext cx="106154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1282" y="4299204"/>
            <a:ext cx="122843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1282" y="4299204"/>
            <a:ext cx="122843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Громче написать уже нельзя.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7597"/>
            <a:ext cx="11183112" cy="8743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84756"/>
            <a:ext cx="10707624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Файл инструкций есть, и инструкция в нём написана настолько громко, насколько это возможно.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 файле инструкций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этого курса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, строка 80: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«NEVER push to main directly … This is NON-NEGOTIABLE, even for "small" fixes»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— заглавными, со словом «никогда» и отдельной оговоркой про мелочи.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19946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674810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757106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Одно из этих слов вы уже слышали. Вопрос в том, почему именно оно, а не четыре соседних.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94531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62254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рядом с такой инструкцией?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сервере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право на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проверка руками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ходов, у каждого свой момент и своя цена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873119"/>
          </a:xfrm>
          <a:prstGeom prst="roundRect">
            <a:avLst>
              <a:gd name="adj" fmla="val 78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153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3641" y="1437132"/>
            <a:ext cx="411605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ОН РАБОТАЕТ — КОНКРЕТНЫЕ СЛУЧАИ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6001" y="1437132"/>
            <a:ext cx="513084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11706"/>
            <a:ext cx="1131537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защита главной ветки на стороне сервера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3641" y="1711706"/>
            <a:ext cx="4116055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правило держится независимо от того, кто и чем работает: агент, человек, другая машина, чужой клон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6001" y="1711706"/>
            <a:ext cx="5130846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узнаёт о нарушении после отправки: коммит уже в локальной истории. Настраивается вне репозитория и другим человеком, с клоном не приезжает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5189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518918"/>
            <a:ext cx="1131537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3641" y="2518918"/>
            <a:ext cx="411605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до выполнения команды (или после) нужна проверка, которая её разрешает, запрещает или отправляет к человеку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6001" y="2518918"/>
            <a:ext cx="513084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видит только агента: та же команда, набранная человеком в оболочке, идёт мимо. Проверяет форму команды, а форм у одной команды несколько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1654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165475"/>
            <a:ext cx="1131537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3641" y="3165475"/>
            <a:ext cx="411605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команды набирает человек, и проверка нужна на самом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одна для всех способов работы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6001" y="3165475"/>
            <a:ext cx="513084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не версионируется: в каждый клон копируется руками. В репозитории этого курса такой хук лежит и не работает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651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651377"/>
            <a:ext cx="1131537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3641" y="3651377"/>
            <a:ext cx="411605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агент не должен трогать историю вообще: пишет код, коммитит человек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6001" y="3651377"/>
            <a:ext cx="513084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 этом проекте агент коммитит по делу всю сессию — запрет на инструмент остановит работу вместе с нарушением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2979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297934"/>
            <a:ext cx="1131537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3641" y="4297934"/>
            <a:ext cx="411605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показы редкие, и за каждым стоит человек, который помнит про ветку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6001" y="4297934"/>
            <a:ext cx="513084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срабатывает после коммита и держится на памяти человека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91962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419978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первые две строки законны обе. На стороне сервера правило держится крепче — его не обойти формой команды. Хук держится раньше — он успевает до появления коммита. Разбираем агентов и момент, в который действует агент, поэтому собираем хук; серверную защиту ставят поверх, вторым слоем.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8" y="1710842"/>
            <a:ext cx="11180815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на что, когда и как реагировать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204078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72890" y="1855825"/>
            <a:ext cx="31794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8611" y="1855825"/>
            <a:ext cx="51582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37892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72890" y="2137892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определённый инструмент · команды оболочки · только правки файлов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8611" y="2137892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чаще запускается хук и тем дороже любая ошибка внутри самой проверки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50172"/>
            <a:ext cx="204078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событие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2890" y="2850172"/>
            <a:ext cx="317941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8611" y="2850172"/>
            <a:ext cx="51582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запись факта: коммит уже в истории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3798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379889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что считать нарушением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2890" y="3379889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любая команда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только коммит · только коммит в защищённой ветке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8611" y="3379889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точнее условие, тем меньше ложных отказов и тем больше форм команды проходит мимо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0921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092168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чем отвечать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72890" y="4092168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 · спросить человека · разрешить и записать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8611" y="4092168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снимает один вызов, работу агента он не останавливает; «спросить» передаёт решение человеку и требует человека на месте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8044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804448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если проверка не смогла ответить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72890" y="4804448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 человека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8611" y="4804448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проверка, которая не смогла ответить и промолчала, снаружи выглядит пройденной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барьер: девять строк, у каждой своя работа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6573"/>
            <a:ext cx="11183112" cy="4867592"/>
          </a:xfrm>
          <a:prstGeom prst="roundRect">
            <a:avLst>
              <a:gd name="adj" fmla="val 62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19453"/>
            <a:ext cx="10366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 КАРТЫ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8705" y="1519453"/>
            <a:ext cx="29351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СТОИТ В ФАЙЛЕ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0143" y="1519453"/>
            <a:ext cx="640670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ЭТА СТРОКА ДЕЛАЕТ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01520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8705" y="1801520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"PreToolUse"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0143" y="1801520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событие: среда запускает проверку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того, как вызов исполнится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31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31237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68705" y="2331237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"matcher": "Bash"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0143" y="2331237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отбирает только вызовы команд оболочки; правки файлов идут мимо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860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860954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8705" y="2860954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1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jq -r '.tool_input.command'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0143" y="2860954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достаёт из описания вызова (блок 3) саму команду одной строкой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3906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390671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68705" y="3390671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2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grep -qE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 этой строке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0143" y="3390671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ищет в ней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начале строки или после разделителя команд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7378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737825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68705" y="3737825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3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rev-parse --is-inside-work-tree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0143" y="3737825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спрашивает, репозиторий ли это вообще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42675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4267542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ответ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68705" y="4267542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"permissionDecision": "ask"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0143" y="4267542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репозитория нет: решение передаётся человеку, молча не пропускаем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461469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4614697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68705" y="4614697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4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symbolic-ref --short HEAD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50143" y="4614697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спрашивает имя текущей ветки; отвечает и на репозитории без коммитов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5800" y="51444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5800" y="5144414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ответ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68705" y="5144414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"permissionDecision": "deny"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50143" y="5144414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ветка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или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master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вызов закрыт, причина уходит агенту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5800" y="54915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85800" y="5491568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68705" y="5491568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"timeout": 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0143" y="5491568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секунд среда ждёт ответа, прежде чем отменить проверку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Барьер стоит. Срабатывает не всегда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Мини-кейс.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Барьер стоит, самотест проходит, а в главной ветке снова чужой коммит. Сообщения об ошибке нет нигде.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90013"/>
            <a:ext cx="11183112" cy="2782316"/>
          </a:xfrm>
          <a:prstGeom prst="roundRect">
            <a:avLst>
              <a:gd name="adj" fmla="val 109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72894"/>
            <a:ext cx="1395225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ЗВЕНО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7329" y="2072894"/>
            <a:ext cx="428786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ПОРВАЛОСЬ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1496" y="2072894"/>
            <a:ext cx="469535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32482"/>
            <a:ext cx="1395225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1 · объявлен среде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7329" y="2332482"/>
            <a:ext cx="428786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записи в файле настроек нет, среда про хук не знает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1496" y="2332482"/>
            <a:ext cx="469535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список настроенных хуков. Нашего в нём нет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7891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789174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2 · запись принята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329" y="2789174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сломанный JSON или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matcher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массивом: среда отклонила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1496" y="2789174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claude doctor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называет отклонённое и причину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1000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100069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3 · матчер совпал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7329" y="3100069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другой регистр или опечатка в имени инструмента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1496" y="3100069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claude --debug-file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в журнале видно, что сверялось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4109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410965"/>
            <a:ext cx="1395225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4 · скрипт запустился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27329" y="3410965"/>
            <a:ext cx="428786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файла нет, нет права на исполнение, нет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jq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1496" y="3410965"/>
            <a:ext cx="469535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прогнать руками: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bash guard-main.sh; echo $?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даёт код возврата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38676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3867657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5 · успел ответить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27329" y="3867657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вышел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"timeout"</a:t>
            </a:r>
            <a:r>
              <a:rPr sz="1000" b="0" i="0">
                <a:solidFill>
                  <a:srgbClr val="141B2E"/>
                </a:solidFill>
                <a:latin typeface="Arial"/>
              </a:rPr>
              <a:t>: хук отменён, вывод отброшен, вызов идёт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1496" y="3867657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time bash guard-main.sh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сколько проверка занимает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41785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4178553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6 · ответ прочитан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27329" y="4178553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поле решения не на своём уровне либо вывод не 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1496" y="4178553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тот же журнал: вывод хука не начинается с фигурной скобки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3692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96493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Проверять сверху вниз: первое порванное звено объясняет всё, что ниже.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Седьмой случай — не поломка: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цепочка цела, проверка сработала и пропустила, потому что ищет форму команды. Это предел, он на следующем слайде.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727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68529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Барьер ставим, список известных дыр записываем и держим на виду. Регулярным выражением его не закрываем: ниже — три предела и то, чем их закрывают.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71546"/>
            <a:ext cx="5454396" cy="2901569"/>
          </a:xfrm>
          <a:prstGeom prst="roundRect">
            <a:avLst>
              <a:gd name="adj" fmla="val 1050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8127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5559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67423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67423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99287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99287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971546"/>
            <a:ext cx="5454396" cy="2901569"/>
          </a:xfrm>
          <a:prstGeom prst="roundRect">
            <a:avLst>
              <a:gd name="adj" fmla="val 1050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08127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355594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правило-суждение формой не выражается: «не делай рискованных правок перед показом» механизировать нечем.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1891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1891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этого события хук не увидит: оно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68223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682236"/>
            <a:ext cx="5088636" cy="10079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env git commit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/usr/bin/git commit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коммит на второй строке составного вызова — проверка на строку их не ловит.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перестал срабатывать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70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85"/>
            <a:ext cx="37667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ВИДЕЛИ · МОМЕНТ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8827" y="2194585"/>
            <a:ext cx="67580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6652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8827" y="2476652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проверял правки файлов и срабатывал на каждой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38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3806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стало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8827" y="2823806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правки идут, хук молчит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709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170961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хуке и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8827" y="3170961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никто не открывал; ошибок и предупреждений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68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96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могло измениться, если сам хук не трогали?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Права изменили — и агент сменил инструмент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4218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25065"/>
            <a:ext cx="40349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ЧТО ИЗМЕНИЛОСЬ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7016" y="2225065"/>
            <a:ext cx="64898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ПОДРОБНОСТИ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07132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изменили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права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7016" y="2507132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включили более широкие права: режим без диалогов подтверждения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542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54286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режиме 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меняет инструмент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7016" y="2854286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вместо правки файла делает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команду оболочки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2014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201441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именах инструментов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7016" y="3201441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есть, команды оболочки —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9898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52700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у всех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указание активно для одной модели, по умолчанию не активно для двух других. «Проверил один раз и успокоился» здесь не работает.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хук отвечает: код и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ГДЕ ЛОМАЕТСЯ ПРИВЫЧКА К UNIX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кодом возврата и объектом решения.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привычный как «упало»,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пропускает действие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Он сильнее даже разрешения, выданного этим же хуком.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 сцене правило было простое: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правки в защищённые файлы идут только через проверку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Матчер вы бы уже поправили — он должен ловить оба пути правки. Осталось второе решение: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Хук, который вообще не запустился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88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5704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Вы выбирали,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когда и насколько жёстко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вмешаться. Но у этого выбора есть условие, которое проверяют раньше: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запустится ли хук вообще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Описанных режимов тихого отказа восемь, и они распадаются на две группы — здесь первая, «не запустился вовсе». Вторая ждёт на провале этого кейса.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8485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576296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67736"/>
            <a:ext cx="39351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НЕ ТАК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7233" y="2667736"/>
            <a:ext cx="58138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ПРИ ЭТОМ ВИДНО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7390" y="2667736"/>
            <a:ext cx="629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49803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7233" y="2949803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есть в списке хуков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не запускается никогда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7390" y="2949803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795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79520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скрипт удалён, переименован или снят исполняемый бит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7233" y="3479520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запуска, действие проходит дальше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7390" y="3479520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09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09237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7233" y="4009237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сразу показывается диалог с ошибкой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7390" y="4009237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38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38954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файле настроек сломан сам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7233" y="4538954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самое: в интерактивной сессии диалог; молча — только в прогоне без человека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7390" y="4538954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смотря где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8022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571738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неверная запись внутри файла, который в остальном работает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Сломанный целиком файл о себе сообщает. Поэтому опасна не поломка, а единственная неверная запись.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1328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4208"/>
            <a:ext cx="16196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764" y="1464208"/>
            <a:ext cx="4096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4824" y="1464208"/>
            <a:ext cx="46620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46275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46275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764" y="1746275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4824" y="1746275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единственная клетка, где правка просто не случится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275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75992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764" y="2275992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4824" y="2275992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исполнения — правка уже в файле. Это протокол: факт записан, действие состоялось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882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88271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1764" y="2988271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4824" y="2988271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05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0551"/>
            <a:ext cx="161966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1764" y="3700551"/>
            <a:ext cx="409675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так отвечает наш барьер ветки из первого кейса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когда репозитория ещё нет: тихо разрешить — значит изобразить защиту, которой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4824" y="3700551"/>
            <a:ext cx="466202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 каждой правке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5953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595393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1764" y="4595393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этой задаче места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4824" y="4595393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402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682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703072"/>
          </a:xfrm>
          <a:prstGeom prst="roundRect">
            <a:avLst>
              <a:gd name="adj" fmla="val 2222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37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репозитория ещё нет   →  "permissionDecision": "ask",   "…Reason": "WARNING: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защищённая ветка      →  "permissionDecision": "deny",  "…Reason": "BLOCKED: …"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21916"/>
            <a:ext cx="11183112" cy="2063623"/>
          </a:xfrm>
          <a:prstGeom prst="roundRect">
            <a:avLst>
              <a:gd name="adj" fmla="val 1477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277364"/>
            <a:ext cx="31475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2194" y="2277364"/>
            <a:ext cx="74320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59430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2194" y="2559430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85356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53563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194" y="2853563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14769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147695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2194" y="3147695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44182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441827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"defer"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194" y="3441827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отложить решение — нишевое, для прогонов без человека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373595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3735958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поля нет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2194" y="3735958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среда идёт обычным порядком разрешений — это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350131"/>
            <a:ext cx="82296" cy="7218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78147"/>
            <a:ext cx="10643616" cy="4658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defer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при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только человеку: текст отказа и есть единственный канал к агенту.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6591"/>
            <a:ext cx="82296" cy="73761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364607"/>
            <a:ext cx="10643616" cy="4815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Диктуйте строку.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Что стоит написать в причине отказа, чтобы агент понял, что делать дальше? Вписываем сюда: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"permissionDecisionReason": "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______________________________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выбрали запрет — а получили разрешение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2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2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Клетку вы выбрали верно: до вызова и запретить.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эта самая клетка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3121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6001"/>
            <a:ext cx="6065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7399" y="2576001"/>
            <a:ext cx="1884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217" y="2576001"/>
            <a:ext cx="24286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58068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не ответил за отведённый 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7399" y="2858068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217" y="2858068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205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205222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 — скрипт умер на первой строке, код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7399" y="3205222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8217" y="3205222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2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2377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на уровень выше, чем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7399" y="3552377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17" y="3552377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095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375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случаях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Запрет, который вы выбрали, остаётся в файле; действием он быть перестаёт.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33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6113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Четвёртый адрес, уже не про клетку: тот же хук, объявленный в шапке субагента — в его собственном файле описания, — не срабатывает, а он же в файле настроек проекта срабатывает.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выбранной клетки достаточно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2940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15742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клетку выбираем один раз, а доказательство её срабатывания обновляем — оно и есть настоящая граница, а не сам выбор.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443681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53409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КЛЕТКИ ДОСТАТОЧНО,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2772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доказано, что хук срабатывает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его заставили отказать громко хотя бы раз, и это повторяют после каждого обновления среды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431871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1871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 нарушения соизмерима с ценой остановки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3443681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3553409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382772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 доказательства нет, «запретить» и «пропустить» снаружи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неразличимы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и то и другое выглядит тишиной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431871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431871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нарушение дороже — клетку дублируют барьером, который от неё не зависит: запрет на стороне платформы срабатывает, даже когда хук промолчал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Скорость выполнения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Барьеры стоят, работают исправно, ошибок не выдают — и работа идёт заметно дольше, чем должна.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Случай преподавателя курса</a:t>
            </a:r>
          </a:p>
        </p:txBody>
      </p:sp>
      <p:pic>
        <p:nvPicPr>
          <p:cNvPr id="4" name="Picture 3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80372"/>
            <a:ext cx="11183112" cy="128605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46323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29203"/>
            <a:ext cx="43981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 · НАБЛЮДЕНИЕ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255" y="3329203"/>
            <a:ext cx="61265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11270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255" y="3611270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одна, по ходу двадцать правок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9584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958425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должна была занять минуты, заняла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255" y="3958425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3055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305579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хуки при этом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255" y="4305579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отработали штатно все двадцать раз, ошибок не выдали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315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443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Куда ушёл этот час?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стоял на любом изменении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81047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63927"/>
            <a:ext cx="4977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ПРИЧИНА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9494" y="2363927"/>
            <a:ext cx="55473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СЛЕДСТВИЕ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45994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любом изменении 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9494" y="2645994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значит, хук срабатывал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двадцать раз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один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9931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93148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внутри хука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полный цикл проверок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9494" y="2993148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каждый прогон умножался на число правок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9069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31871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не был медленным. Хук был нормальным. Дорогим его сделал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множитель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число правок за задачу.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настройки: на что реагирует и сколько ждёт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986" y="1254252"/>
            <a:ext cx="10084979" cy="126062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679466"/>
            <a:ext cx="11183112" cy="119507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770906"/>
            <a:ext cx="68580" cy="101219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834914"/>
            <a:ext cx="236342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99" y="2834914"/>
            <a:ext cx="247063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5037" y="2834914"/>
            <a:ext cx="25254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6743" y="2834914"/>
            <a:ext cx="29275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116981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8099" y="3116981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5037" y="3116981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6743" y="3116981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41803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8034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8099" y="3418034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5037" y="3418034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6743" y="3418034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39128"/>
            <a:ext cx="11183112" cy="1496123"/>
          </a:xfrm>
          <a:prstGeom prst="roundRect">
            <a:avLst>
              <a:gd name="adj" fmla="val 2037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130568"/>
            <a:ext cx="68580" cy="1313243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194576"/>
            <a:ext cx="31412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45962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17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7472" y="4194576"/>
            <a:ext cx="25168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476643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45962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6717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7472" y="4476643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477769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4777696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45962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6717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7472" y="4777696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07875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078750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5962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17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7472" y="5078750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699843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837003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1" i="1">
                <a:solidFill>
                  <a:srgbClr val="6B7685"/>
                </a:solidFill>
                <a:latin typeface="Arial"/>
              </a:rPr>
              <a:t>Откуда берутся минуты: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40 правок ×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1 275 мс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=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(замер). С прогоном тестов на минуту правка стоит ≈61 с: 40 × 61 ≈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41 мин</a:t>
            </a:r>
            <a:r>
              <a:rPr sz="1000" b="0" i="1">
                <a:solidFill>
                  <a:srgbClr val="6B7685"/>
                </a:solidFill>
                <a:latin typeface="Arial"/>
              </a:rPr>
              <a:t>. Два хука — вдвое.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735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2141" y="1437132"/>
            <a:ext cx="7364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2141" y="1719199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2141" y="2409571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2141" y="3275203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начинает задерживать работу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2141" y="3965575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735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2141" y="4831206"/>
            <a:ext cx="73647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38375"/>
          </a:xfrm>
          <a:prstGeom prst="roundRect">
            <a:avLst>
              <a:gd name="adj" fmla="val 1361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375784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2517" y="1409699"/>
            <a:ext cx="6821762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76780"/>
            <a:ext cx="3757845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517" y="1676780"/>
            <a:ext cx="6821762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09549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095499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517" y="2095499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36981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369819"/>
            <a:ext cx="3757845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попросить агента посмотреть журнал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517" y="2369819"/>
            <a:ext cx="6821762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самое дешёвое и самое забываемое: у агента есть доступ к тем же файлам, он прочитает отладочный журнал и назовёт, какие хуки срабатывали и сколько заняли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78853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788539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517" y="2788539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06285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062858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517" y="3062858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21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78523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77233"/>
            <a:ext cx="82296" cy="54312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05249"/>
            <a:ext cx="10643616" cy="2870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Измеренная цена правки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1 275 мс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(сборка 1 137 мс плюс синтаксическая проверка 124 мс), сорок правок дают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51 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984950"/>
            <a:ext cx="11183112" cy="1221359"/>
          </a:xfrm>
          <a:prstGeom prst="roundRect">
            <a:avLst>
              <a:gd name="adj" fmla="val 2495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112966"/>
            <a:ext cx="41695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46763" y="5112966"/>
            <a:ext cx="6464948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51 С СОСТАВЛЯЮТ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5365061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46763" y="5365061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8 %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560280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5602805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46763" y="5602805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28 %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0936" y="584054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0936" y="5840549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46763" y="5840549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85 %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на каждом шаге, а что — один раз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167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6969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не про git и не про конкретный инструмент. Оно про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частоту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проверка, которая срабатывает на каждом шаге, умножается на число шагов, и умножается именно она, а не её цена.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ПРОВЕРЯТЬ НА КАЖДОМ ШАГЕ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без чего следующий шаг опасен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запрет должен сработать в ту секунду, когда действие происходит, иначе он бесполезен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миллисекунды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такую задержку человек не замечает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наш барьер: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27 мс, один раз за работу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он смотрит на одно действие, а не на каждое изменение файла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ПРОВЕРЯТЬ ОДИН РАЗ ЗА РАБОТУ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подтверждает результат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сборка, тесты, разбор кода: их ответ нужен в конце, а не после каждой правки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секунда на шаге при двадцати шагах превращается в полминуты ожидания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сборка проекта: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1 137 мс на каждой правке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двадцать правок — около 23 секунд чистого ожидания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4630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301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1408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23 секунды — арифметика: 1 137 мс сборки × 20 правок,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только сборка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Цены сняты на демо-репозитории, по 100 прогонов на каждый хук.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615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4672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Что это за файл.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постоянная инструкция агенту в этом курсе. Агент читает её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целиком, при старте каждой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— в том числе в той, где его просят поправить отступ в вёрстке.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2611"/>
            <a:ext cx="11183112" cy="2200084"/>
          </a:xfrm>
          <a:prstGeom prst="roundRect">
            <a:avLst>
              <a:gd name="adj" fmla="val 13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5492"/>
            <a:ext cx="640152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НАШЛОСЬ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3632" y="2285492"/>
            <a:ext cx="412321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52573"/>
            <a:ext cx="640152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 «какой длины обязана быть глава методички» объявлено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дважды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копии расходятся: одна про разбиение длинной главы, другая добавляет, что засчитывается в объём, и отменяет прежний ориентир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3632" y="2552573"/>
            <a:ext cx="412321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одного файла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77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77222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правило, которое само пишет, что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перекрывает соседнее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3632" y="3177222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1050" b="0" i="0">
                <a:solidFill>
                  <a:srgbClr val="141B2E"/>
                </a:solidFill>
                <a:latin typeface="Arial"/>
              </a:rPr>
              <a:t>; оговорку дописали руками — после того как конфликт сработал на живой лекции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4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48519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файла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3632" y="3648519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собственный предел курса,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объявлен в этом же файле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67288"/>
            <a:ext cx="11183112" cy="934211"/>
          </a:xfrm>
          <a:prstGeom prst="roundRect">
            <a:avLst>
              <a:gd name="adj" fmla="val 2175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50168"/>
            <a:ext cx="10744200" cy="568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6609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9410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Никто не приходил и не говорил, что сломалось: заметно ничего и не ломалось. Обе копии написаны в разные дни разными заходами и нашлись при подготовке этого слайда.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уровня загрузки — и цена каждого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02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502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7830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67830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ЗА ЧТО ПЛАТЯТ ВСЕГДА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50288"/>
            <a:ext cx="7315" cy="27142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502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62352"/>
            <a:ext cx="5381244" cy="2202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процедура 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отдельном файле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; агент открывает её сам.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уровня: имя и описание (~100 токенов), тело (до ~5 тыс.), вложения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062352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62197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62197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62197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62197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62197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62197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320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869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692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с этим файлом?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6600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61464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Файл перед вами. Одно правило объявлено дважды, копии разошлись, и агент читает обе в каждой сессии — включая ту, где его просят поправить отступ в вёрстке. Файл при этом на 690 строк при собственном пределе в 600.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646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644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в отдельный файл, который грузится по нужде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2852"/>
            <a:ext cx="11183112" cy="3679507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24292"/>
            <a:ext cx="68580" cy="349662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15732"/>
            <a:ext cx="33887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0884" y="1515732"/>
            <a:ext cx="41116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8864" y="1515732"/>
            <a:ext cx="287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ДЕЙСТВИЮ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97799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0884" y="1797799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8864" y="1797799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разводить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конфликтующие копии, а не оставлять как есть: цена спора измерена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100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10078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0884" y="2510078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 на четырёх характеристиках файла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8864" y="2510078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мерить длиной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сокращение файла не улучшает соблюдение, это проверено напрямую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223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22358"/>
            <a:ext cx="338878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дольше идёт сессия, тем хуже соблюдается правило: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−5,6% шансов на каждой следующей написанной функции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0884" y="3222358"/>
            <a:ext cx="411167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1650 сессий; считали так: агент пишет функцию за функцией, и каждую следующую сравнивали с предыдущей в той же сессии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8864" y="3222358"/>
            <a:ext cx="28779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грузить по нужде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чем длиннее сессия, тем меньше стоит то, что лежало в ней с самого начала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172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17200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предела по объёму не имеют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20884" y="4117200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документация; ограничение там не на размер, а на глубину ссылок — один уровень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8864" y="4117200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выносить крупное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не опасаясь объёма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73452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510612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себе; авторы предупреждают об этом первыми.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Свести в одну — и вынести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749166"/>
          </a:xfrm>
          <a:prstGeom prst="roundRect">
            <a:avLst>
              <a:gd name="adj" fmla="val 8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328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4995" y="1437132"/>
            <a:ext cx="31087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ОНО ЧИНИТ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0010" y="1437132"/>
            <a:ext cx="60368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ЧИНИТ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свести копии, а потом вынести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4995" y="1719199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— и это порядок: сначала одна правда, потом её место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0010" y="1719199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сведение убирает спор сегодня, вынос убирает его повторение: правило перестаёт лежать в контексте тех сессий, где оно не нужно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4995" y="2409571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сегодняшний спор — полностью, и это верный первый шаг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0010" y="2409571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не говорит о том, где копии жить дальше: через три месяца рядом появится третья, и всё начнётся заново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2468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24682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4995" y="2924682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работает ровно один раз —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именно это и сделано на строке 216 этого файла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0010" y="2924682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следующую пару правил придётся снова разводить руками; оговорок становится столько же, сколько конфликтов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150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15054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4995" y="3615054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ничего. Это мерка читаемости для человека, а не мерка загрузки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0010" y="3615054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200 строках тот же спор стоил бы столько же. И опровергнуто прямо: устройство и размер файла на соблюдение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 влияют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1650 сессий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054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05426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64995" y="4305426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ничего, и «оно не ломается» проверяемо ложно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0010" y="4305426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цена конфликта измерена: когда два правила сталкиваются, соблюдаются оба сразу в 35,4% случаев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68010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296026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повода вынести, и все три здесь сходятся.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Правило длинное, а нужно редко — только когда пишут главу. Две его версии противоречат друг другу — вынос разводит их по разным загрузкам. А то, что надо исполнять, а не читать, скилл может принести скриптом и вернуть результат вместо текста.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 целиком, одним экраном</a:t>
            </a:r>
          </a:p>
        </p:txBody>
      </p:sp>
      <p:pic>
        <p:nvPicPr>
          <p:cNvPr id="4" name="Picture 3" descr="skilly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84" y="1710842"/>
            <a:ext cx="11167583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7223"/>
            <a:ext cx="11183112" cy="167746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76711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359591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что именно лежит в двух местах: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.claude/skills/pre-user-gate/SKILL.md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2. Notes read: 5-7 случайных заметок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Pre-USER-GATE Walkthrough Rule (ENFORCED)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Mandatory: invoke /pre-user-gate skill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643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444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Копия существует затем, чтобы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первым же пунктом отправить читателя в файл, который лежит рядом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Вынос сделан правильно; не сделана зачистка — и стоило это дороже, чем не выносить вовсе.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7804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668322"/>
            <a:ext cx="11183112" cy="11775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51202"/>
            <a:ext cx="41224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4545" y="3851202"/>
            <a:ext cx="64023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33269"/>
            <a:ext cx="41224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4545" y="4133269"/>
            <a:ext cx="64023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курированного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933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34735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кто-то отобрал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про тот, что вы взяли с полки. Замер поставлен на отобранных: он говорит, чего стоит хороший скилл, и ничего не говорит про средний.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515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3613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3613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712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712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184515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50847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50847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99946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99946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 постоянная плата за первый уровень — те самые ~100 токенов на каждый скилл в каждом ходу — плюс растущая вероятность выбрать не тот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13173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486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32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Возьмите процедуру из своей работы и скажите, в какую строку она попала.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Если ни в какую — назовите её, разберём вслух.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4812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26526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агент не открывает нужный скилл и открывает ненужный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Тело скилла в контексте не лежит. До срабатывания модель видит одну строку — и по ней решает, открывать файл или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089912"/>
          </a:xfrm>
          <a:prstGeom prst="roundRect">
            <a:avLst>
              <a:gd name="adj" fmla="val 972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7241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… ещё восемь строк ровно такого же вида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pre-user-gate: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       before presenting GATE to user.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08756"/>
            <a:ext cx="11183112" cy="1264412"/>
          </a:xfrm>
          <a:prstGeom prst="roundRect">
            <a:avLst>
              <a:gd name="adj" fmla="val 1607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691636"/>
            <a:ext cx="10744200" cy="8986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37760"/>
            <a:ext cx="82296" cy="12979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065776"/>
            <a:ext cx="10643616" cy="1041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она печатает первые пять строк каждого файла скилла, и по ним сразу видно, начинается файл с фронтматтера или сразу с заголовка.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Описание идёт в промпт — и его могут урезать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2293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332293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030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46030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ПРОИСХОДИТ, КОГДА ПЕРЕЧЕНЬ НЕ ПОМЕЩАЕТСЯ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332293"/>
            <a:ext cx="7315" cy="2295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332293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44357"/>
            <a:ext cx="5381244" cy="1531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 системный промпт агента уходят имя и описание — по ним и делается выбор. Тела файла до срабатывания там 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1844357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перечня есть бюджет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1% окна модели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Когда он переполнен, среда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отнимает описания, начиная с тех скиллов, которые вызывают реже всего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сначала теряет текст тот, кто и так ни разу не сработал.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3641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973641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2973641"/>
            <a:ext cx="196785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2973641"/>
            <a:ext cx="19678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бюджет перечня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88877" y="2973641"/>
            <a:ext cx="125502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8877" y="2973641"/>
            <a:ext cx="12550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урезание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4811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00297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08527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длины, и они про разное.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Само поле описания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Одна строка перечня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и при переполнении у неё обрезается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Отсюда правило, которое стоит унести: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ключевой случай — первым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потому что теряете вы хвост.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15004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1208" y="520490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28720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Нашей деке урезание не грозит: тринадцать скиллов — около 1 300 токенов против примерно 2 000 бюджета при окне в 200 тысяч. Порог от нас далёк, знать надо механизм.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Какое описание сработает?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Пишем описание тому самому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build-deck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который сейчас виден в перечне как имя-дубль. Проверок к нему две, и обе обязательны: попросили «пересобери деку лекции» — скилл должен открыться сам; попросили «поправь опечатку в заголовке слайда» — открыться не должен.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строку, которая пройдёт обе.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деку из deck.yaml и slides»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Одна редакция из пяти проходит обе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296031"/>
          </a:xfrm>
          <a:prstGeom prst="roundRect">
            <a:avLst>
              <a:gd name="adj" fmla="val 924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66658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РЕДАКЦИЯ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8685" y="1437132"/>
            <a:ext cx="364926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ОНА РАБОТАЕТ — КОНКРЕТНЫЕ СЛУЧАИ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94253" y="1437132"/>
            <a:ext cx="506259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04212"/>
            <a:ext cx="1666581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98685" y="1704212"/>
            <a:ext cx="364926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там, где «презентация» и есть рабочее слово: им просят, им называют результат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4253" y="1704212"/>
            <a:ext cx="5062594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слов «дека» и «слайды» в строке нет, а просят обычно ими — скилл молчит и там, где нужен. До второй проверки дело не доходит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1755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175510"/>
            <a:ext cx="1666581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«Собирает деку из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slides</a:t>
            </a:r>
            <a:r>
              <a:rPr sz="1050" b="0" i="0">
                <a:solidFill>
                  <a:srgbClr val="141B2E"/>
                </a:solidFill>
                <a:latin typeface="Arial"/>
              </a:rPr>
              <a:t>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8685" y="2175510"/>
            <a:ext cx="364926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когда предмет назван словами запроса: на «пересобери деку» скилл откроется уверенно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4253" y="2175510"/>
            <a:ext cx="5062594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«поправь опечатку в слайде» — тоже про слайды: откроется там, где не нужен, и будет открываться в каждой второй сессии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6468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646807"/>
            <a:ext cx="1666581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8685" y="2646807"/>
            <a:ext cx="364926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когда назван повод, а не только предмет: ловит и «пересобери», и «перекатай деку заново»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4253" y="2646807"/>
            <a:ext cx="506259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запрет не сказан — значит не действует. Лишнее срабатывание на правке одного слайда остаётся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2714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3271456"/>
            <a:ext cx="11055096" cy="47129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271456"/>
            <a:ext cx="1666581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8685" y="3271456"/>
            <a:ext cx="364926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когда назван повод и отсечён соседний случай: правка одного слайда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4253" y="3271456"/>
            <a:ext cx="5062594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описание держит только то, что в нём написано: про соседний скилл с похожим смыслом оно не знает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37427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3742753"/>
            <a:ext cx="1666581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98685" y="3742753"/>
            <a:ext cx="364926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как подсказка человеку, который ищет файл глазами в чужом репозитории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4253" y="3742753"/>
            <a:ext cx="506259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выбор идёт по смыслу написанного, а не по совпадению слов. Без глагола не сказано,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что скилл делает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— официальный пример «как не надо»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714875"/>
            <a:ext cx="82296" cy="84124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4842891"/>
            <a:ext cx="10643616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Из сочетания колонок следует состав, и состав один: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что делает · когда звать · когда не звать. Третья редакция законна — в проекте, где спутать скилл не с чем, её хватает. Четвёртую берём потому, что рядом лежат соседние скиллы по слайдам, и отсечь их должен сам текст описания. Длина при этом ни о чём не говорит: третья длиннее целевой и всё равно промахивается.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720715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84873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Описание пишут в третьем лице: «собирает деку», а не «я помогу собрать».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наивных фронтматтера — и три вопроса к третьему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50759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33639"/>
            <a:ext cx="17496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1768" y="1633639"/>
            <a:ext cx="87750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15706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1768" y="1915706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описанием становится заголовок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дубль имени. По смыслу скилл не откроется никогда, а прямой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4454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445423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1768" y="2445423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не пустое, фронтматтер годный — но не сказано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звать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 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Это запрещённая документацией формулировка, переведённая дословно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751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75140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 — собираем сейчас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1768" y="2975140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он обязан отличаться от второго, называет зал: вопросы ниже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596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26476"/>
            <a:ext cx="511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ВОПРОС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0087" y="4526476"/>
            <a:ext cx="54067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8543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этот скилл делает?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0087" y="4808543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первое предложение, третьим лицом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1556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155698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каким словам его будут звать?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0087" y="5155698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второе, после «используй, когда»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5028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502852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Где он сработать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должен?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0087" y="5502852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явное «не для…» в конце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69846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852726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— собрано из трёх ответов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485055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613071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Проверяется в обе стороны, и вторую проверку почти всегда пропускают.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Просим «выкати сайт» — скилл должен открыться. Просим «поправь опечатку в вёрстке» — открыться не должен. Если открылся, описание слишком широкое, и вы купили себе лишнее срабатывание в каждой второй сессии.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годный текст, в котором нет команд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9607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92487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068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31870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годный, скилл сработает. Не сказано одного: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какой именно командой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Модель угадает заново или возьмёт устаревшую — задача угадывания не решена, а переехала из файла инструкций внутрь скилла, где её труднее заметить.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664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465952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собираем: назовите команду на каждый шаг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    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 и отправить форму руками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Записать, что выложено, когда и какой командой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Тело, которое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536827"/>
          </a:xfrm>
          <a:prstGeom prst="roundRect">
            <a:avLst>
              <a:gd name="adj" fmla="val 1322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1710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55671"/>
            <a:ext cx="11183112" cy="2200084"/>
          </a:xfrm>
          <a:prstGeom prst="roundRect">
            <a:avLst>
              <a:gd name="adj" fmla="val 13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38551"/>
            <a:ext cx="173120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КОМАНДА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3309" y="3138551"/>
            <a:ext cx="879353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ОНА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05632"/>
            <a:ext cx="173120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npm run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3309" y="3405632"/>
            <a:ext cx="879353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запускает сборку, описанную в самом проекте: собирает исходники в готовые файлы сайта и кладёт их в каталог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dist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. Код выхода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0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означает, что сборка дошла до конца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769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76929"/>
            <a:ext cx="173120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npx playwright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3309" y="3876929"/>
            <a:ext cx="879353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открывает сайт в настоящем браузере и проходит форму так, как её прошёл бы человек. «Зелёным» называют прогон, в котором ни одна проверка не упала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3482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348226"/>
            <a:ext cx="173120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wrangler pages deploy dist --project-name signup-landing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3309" y="4348226"/>
            <a:ext cx="879353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выкладывает содержимое каталога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dist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на хостинг. Имя проекта в конце указывает,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куда именно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выкладывать: без него команда опубликует не туда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20347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448363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Ровно один — тот, что в этом репозитории действительно работает.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Шагов пять, литеральных команд три: четвёртый и пятый исполняются руками, и выдуманной команды у них нет.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9923"/>
            <a:ext cx="11183112" cy="2244724"/>
          </a:xfrm>
          <a:prstGeom prst="roundRect">
            <a:avLst>
              <a:gd name="adj" fmla="val 1357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2803"/>
            <a:ext cx="339344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552" y="1552803"/>
            <a:ext cx="713129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0720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552" y="200720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сфокусированный скилл обгоняет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7194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71948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552" y="271948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откроется файл или нет, решает описание; объём тела на это не влияет —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6841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19643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05170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5642330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Докуда судьбу скилла решает описание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ОПИСАНИЯ ХВАТАЕТ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9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единицы, области у них не пересекаются: спутать не с чем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669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6692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его теми же словами, что стоят в описании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855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8556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«открывать или нет» вы готовы отдать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БЕРУТ ВМЕСТО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7594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соседа описание похоже → текстом это уже не чинится. Точное совпадение имён разрешает приоритет уровней, похожий смысл не разрешает ничто; это следующий разговор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392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39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другими → дописать настоящие слова запроса, а не удлинять объяснение: перечень обрезает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на 1536 знаках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302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302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готовы → флаг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disable-model-invocation: true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скилл остаётся вызываемым по имени, а модель его описание не видит вовсе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71619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0594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9107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скилл, который вы бы модели не доверили выбирать.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Третья строка — про него.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2362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2140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 это — про скилл, который вы пишете сами. А его, скорее всего, уже написали до вас.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Такой скилл уже написан — и лучше, чем напишете 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Такой скилл уже написан, и написан лучше, чем напишете вы. Вопрос в том, что вы вместе с ним впускаете.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ОФИЦИАЛЬНЫЙ СКИЛЛ · 4 ЗАМЕРА · 3 УСЛОВИЯ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Своё за недели или готовое сегодня</a:t>
            </a:r>
          </a:p>
        </p:txBody>
      </p:sp>
      <p:pic>
        <p:nvPicPr>
          <p:cNvPr id="4" name="Picture 3" descr="skilly-svoy-ili-gotov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2481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661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463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Разобрать PDF заказчика: текст, таблицы, заполненные формы. Официальный скилл ровно на это уже есть — документация приводит его описание как образец того, каким описание должно быть.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0854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3655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Момент решения — обычный: задача есть сегодня, готовое ставится за минуту, своё писать некогда. Никто не выбирает между «безопасно» и «опасно»: выбирают между «сегодня» и «через месяц».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Приходит каталог с кодом, а разрешение — разовое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14503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14503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УПУСКАЮТ, КОГДА СТАВЯТ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145030"/>
            <a:ext cx="7315" cy="287121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14503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57094"/>
            <a:ext cx="5381244" cy="235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Чужой скилл — не текст,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каталог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тело, вложения и скрипты рядом. Скрипты запускаются через оболочку,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 правами вашей сессии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теми же, что у вас.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657094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Разрешение вы даёте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а права остаются. Содержимое может измениться потом: обновится вложение, обновится скрипт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согласия на это уже не спросят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83558"/>
            <a:ext cx="1124598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83558"/>
            <a:ext cx="11245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каталог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55534" y="4083558"/>
            <a:ext cx="160804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534" y="4083558"/>
            <a:ext cx="160804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права сессии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3910"/>
            <a:ext cx="23358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13910"/>
            <a:ext cx="23358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разовое разрешение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Берёте или пишете своё?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Готовый скилл делает нужное лучше, чем сделаете вы, и ставится за минуту. Вместе с ним устанавливается каталог с кодом, который исполнится с правами вашей сессии. Задача при этом стоит сегодня.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Отобранный помогает, случайный — не обещает ничего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4289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95729"/>
            <a:ext cx="68580" cy="294893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87169"/>
            <a:ext cx="37309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63017" y="1687169"/>
            <a:ext cx="399280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2127" y="1687169"/>
            <a:ext cx="26547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ШАГУ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923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уже видели: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 курированным скиллом решается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задач против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33,9%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без него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3017" y="196923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задач, те же 18 связок модели со средой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127" y="196923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готовое: прирост настоящий и измеренный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81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8151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скилла из каталогов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3017" y="268151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качества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47 150 скиллов по 12-балльной рубрике против верхнего квартиля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2127" y="268151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отбирать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прирост дал не любой, а прошедший отбор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3937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393795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скиллов несут уязвимость,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3017" y="3393795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другой обход,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уязвимостей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31 132 скилла, детектор с точностью 86,7% и полнотой 82,5%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2127" y="3393795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вычитывать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перед установкой, а не после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235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23512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 исполняемым скриптом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3017" y="3923512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обход уязвимостей; различие одно — есть внутри скрипт или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2127" y="3923512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 первую очередь скрипты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тело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03621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440781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Два обхода — не один, и числа у них разные по делу.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47 150 скиллов просмотрены на качество, 31 132 — на уязвимости; это две разные работы, две выборки и два вопроса. Складывать их нельзя, и совпадения долей ждать неоткуда.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Вычитать то, что исполняется, потом ставить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50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7130" y="1437132"/>
            <a:ext cx="2920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4167" y="1437132"/>
            <a:ext cx="63226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7130" y="1719199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 — и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4167" y="1719199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читаются не все строки подряд, а сначала то, что исполняется: скрипты и вложения, на которые ссылается тело. Именно у них множитель риска, и именно их обновят потом без вашего согласия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87663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7130" y="2387663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скилл ваш собственный или вычитан кем-то, кому вы доверяете лично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4167" y="2387663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«по теме» не значит «безвредно»: из 125 разобранных случаев функционального вреда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86 дали скиллы, которые выглядели подходящими задаче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Релевантность — не проверка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561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56128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7130" y="3056128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верная добавка к целевому, а не замена ему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4167" y="3056128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закрывает «сработает не там», но не закрывает «внутри чужой код». Обязательна там, где действие необратимо: выкатка, миграция, удаление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245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24592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7130" y="3724592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предмет — ваша область, а не общая: разбор вашего формата, ваш регламент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4167" y="3724592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для общей задачи вроде разбора PDF это недели работы и результат хуже; отказ от измеренного прироста без причины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930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93056"/>
            <a:ext cx="1135026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7130" y="4393056"/>
            <a:ext cx="292073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когда нет того, кто вычитает; когда скрипт обращается наружу — к сети или к ключам; когда цена ошибки необратима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4167" y="4393056"/>
            <a:ext cx="6322680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это не осторожность как принцип, а три проверяемых условия. Если хоть одно есть — отказ правильный ответ, и он дешевле разбирательства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76951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704967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Правило, которое уносят: читать не «скилл», а то, что в нём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исполняется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Тело — это текст, его модель ещё может не выполнить. Скрипт выполнится обязательно, и с вашими правами.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читать в чужом скилле и в каком порядке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чужой-скилл/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scripts/*.sh, *.py      ← 1. ЧИТАТЬ ПЕРВЫМ: исполнится обязательно,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 правами вашей сессии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вложения (*.md, *.json) ← 2. на что ссылается тело; обновятся без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повторного согласия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SKILL.md — фронтматтер  ← 3. описание: не шире, чем надо, иначе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скилл начнёт срабатывать не там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└── SKILL.md — тело         ← 4. ЧИТАТЬ ПОСЛЕДНИМ: это текст, модель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                         ещё может ему не последовать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43656"/>
            <a:ext cx="11183112" cy="1868932"/>
          </a:xfrm>
          <a:prstGeom prst="roundRect">
            <a:avLst>
              <a:gd name="adj" fmla="val 163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26536"/>
            <a:ext cx="2113640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5744" y="3526536"/>
            <a:ext cx="841110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ИЩУТ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6124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скрипты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5744" y="3786124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обращения наружу: сеть, переменные окружения, ключи, запись за пределы каталога проекта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097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97020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вложения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744" y="4097020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 же самое, плюс ссылки на файлы вне каталога скилла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4079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07916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фронтматтер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5744" y="4407916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слишком широкое описание — оно решает, когда скилл сработает; и нет ли выключенного явного вызова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71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718812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тело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5744" y="4718812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шаги, которые делают необратимое, — и нет ли среди них запуска чего-то ещё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7180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5196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находит скиллы, чей фронтматтер не читается,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без запуска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 есть до установки. Это единственная проверка из перечисленных, которую делает машина; остальные четыре делает человек глазами.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Вычитали и взяли — а потом оно поменялось</a:t>
            </a:r>
          </a:p>
        </p:txBody>
      </p:sp>
      <p:pic>
        <p:nvPicPr>
          <p:cNvPr id="4" name="Picture 3" descr="skilly-chuzhoy-k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6766"/>
            <a:ext cx="11183112" cy="26093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0703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3505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Конвертер картинок — официальный открытый скилл самого производителя. Внутрь добавили одну функцию: тихо скачать и запустить программу-шифровальщика. Снаружи он не изменился: то же имя, то же описание, то же видимое поведение. Исследователи, показавшие это, раскрыли находку производителю; ответ был — ответственность за то, какие скиллы вы запускаете, лежит на вас.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71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51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Отсюда следует не «не берите чужое», а поправка к порядку: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обновление чужого скилла — это новая установка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мелочь, которую пропускают.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чужой скилл — правильный выбор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БЕРИТЕ ЧУЖОЙ — ЭТО ВЕРНОЕ 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983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общий, а не ваш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разбор формата, работа с документами, типовое преобразование — писать своё значит платить неделями за худший результат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131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131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исполняемое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есть кому вычитать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и вычитка сделана до установки, а не после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041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041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обратимо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если нет — ставят с выключенным автовызовом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4951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49511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немного и области не пересекаются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84983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ваш: ваш регламент, ваш формат, ваша предметная область → своё, и тогда недели оправданы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34081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34081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вычитывать некому → не ставить: это одно из трёх условий отказа, и оно самое частое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83179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83179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необратимое действие плюс автовызов → такое сочетание не устанавливают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332277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332277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библиотека начинает мешать сама: при росте до 202 скиллов на тех же задачах падение доходит до 21%, и падает именно точность выбора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36490"/>
            <a:ext cx="11183112" cy="11738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8952" y="537312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055946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 же три условия — про хук из чужого репозитория.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Хук лежит в репозитории и приезжает с клоном: устанавливать нечего, а исполняется он с вашими правами так же, как скрипт в чужом скилле. Клонировали чужой проект — впустили чужое исполняемое, не приняв ни одного решения.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94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96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Те же пять усилений, что в начале занятия, — у двух из них теперь есть замер.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5529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8409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578409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578409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578409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60476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860476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860476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860476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5727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572755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572755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572755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572755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850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8503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35818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35818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35818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6321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63218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70534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70534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70534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97934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97934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505249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505249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505249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7477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92964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