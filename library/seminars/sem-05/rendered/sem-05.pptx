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</a:t>
            </a:r>
            <a:r>
              <a:rPr>
                <a:latin typeface="Consolas"/>
              </a:rPr>
              <a:t>.claude/</a:t>
            </a:r>
            <a:r>
              <a:t>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настоящий: репозиторий публичный, дерево в нём можно пересчитать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экране. Держите ответ при себе — я соберу три-четыре голоса и просто запишу, без оценки: правильного ответа здесь нет ни одного.</a:t>
            </a:r>
          </a:p>
          <a:p/>
          <a:p>
            <a:r>
              <a:t>Если ответ прозвучит про инструменты вообще, я верну к дереву одним словом: «здесь».</a:t>
            </a:r>
          </a:p>
          <a:p/>
          <a:p>
            <a:r>
              <a:t>И про второй раз я говорю дословно — на этом обещании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</a:t>
            </a:r>
            <a:r>
              <a:rPr>
                <a:latin typeface="Consolas"/>
              </a:rPr>
              <a:t>.claude/</a:t>
            </a:r>
            <a:r>
              <a:t>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И сразу к первой развилке.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</a:t>
            </a:r>
            <a:r>
              <a:rPr>
                <a:latin typeface="Consolas"/>
              </a:rPr>
              <a:t>playwright install chromium</a:t>
            </a:r>
            <a:r>
              <a:t>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</a:t>
            </a:r>
            <a:r>
              <a:rPr>
                <a:latin typeface="Consolas"/>
              </a:rPr>
              <a:t>git commit</a:t>
            </a:r>
            <a:r>
              <a:t>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вещь, которая понадобится во всех трёх ближайших разборах.</a:t>
            </a:r>
          </a:p>
          <a:p/>
          <a:p>
            <a:r>
              <a:t>Хук — это команда, которую среда запускает сама, в заданный момент работы агента. Агента об этом не спрашивают и ему об этом не докладывают.</a:t>
            </a:r>
          </a:p>
          <a:p/>
          <a:p>
            <a:r>
              <a:t>Три понятия, и каждое отвечает на свой вопрос. Событие — когда запускается. Матчер — какие вызовы хук отбирает из всех, что идут мимо. Решение — что он отвечает среде. Устройство целиком разберём дальше, сейчас достаточно трёх слов.</a:t>
            </a:r>
          </a:p>
          <a:p/>
          <a:p>
            <a:r>
              <a:t>Справа то, что решает исход всех трёх кейсов. Момент выбирают: хук можно поставить до вызова и можно после. От этого выбора зависит, что он успеет. Поставленный до — успевает вмешаться и об исходе не узнаёт. Поставленный после — видит результат, когда вызов уже состоялся.</a:t>
            </a:r>
          </a:p>
          <a:p/>
          <a:p>
            <a:r>
              <a:t>И последнее. Хук — отдельная программа. Она видит ровно то, что ей прислали: имя инструмента, аргументы, каталог. Ни истории, ни того, что агент собирается делать дальше.</a:t>
            </a:r>
          </a:p>
          <a:p/>
          <a:p>
            <a:r>
              <a:t>Если спросят, какие ещё бывают события: тридцать три, собранные в шесть групп — сессия, ход пользователя, вызовы инструментов, файлы, команда агентов, контекст среды. Нам нужно одно, из группы вызовов инструментов. Полную карту я покажу после первого разбора.</a:t>
            </a:r>
          </a:p>
          <a:p/>
          <a:p>
            <a:r>
              <a:t>Если спросят, на чём пишется хук: на чём угодно, что запускается. Строка для оболочки прямо в файле настроек или отдельный исполняемый файл рядом. Описание вызова приходит ему на стандартный вход, решение он печатает на выход.</a:t>
            </a:r>
          </a:p>
          <a:p/>
          <a:p>
            <a:r>
              <a:t>Если спросят, можно ли поставить два хука на одно событие: можно, и сработают оба, параллельно. Что происходит, когда они отвечают по-разному, разберём во втором кейсе.</a:t>
            </a:r>
          </a:p>
          <a:p/>
          <a:p>
            <a:r>
              <a:t>Если спросят, видит ли хук всю сессию: нет. Один вызов в изоляции. Он не знает, что было до и что планируется после, и не видит соседние вызовы, если среда запустила несколько сразу.</a:t>
            </a:r>
          </a:p>
          <a:p/>
          <a:p>
            <a:r>
              <a:t>Если спросят, узнаёт ли агент, что хук сработал: при запрете узнаёт — причину отказа ему показывают, и он может её учесть. При «разрешить» и при «спросить» причину видит только человек.</a:t>
            </a:r>
          </a:p>
          <a:p/>
          <a:p>
            <a:r>
              <a:t>Если спросят, где лежит файл настроек: </a:t>
            </a:r>
            <a:r>
              <a:rPr>
                <a:latin typeface="Consolas"/>
              </a:rPr>
              <a:t>.claude/settings.json</a:t>
            </a:r>
            <a:r>
              <a:t> внутри репозитория, под контролем версий. Он едет с клоном — барьер ставится один раз на проект и достаётся всем, кто склонировал.</a:t>
            </a:r>
          </a:p>
          <a:p/>
          <a:p>
            <a:r>
              <a:t>Если спросят, почему нельзя просто дописать правило в файл инструкций: это вопрос первого кейса, к нему и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прямо сейчас, двумя командами — попробуйте на перерыве.</a:t>
            </a:r>
          </a:p>
          <a:p/>
          <a:p>
            <a:r>
              <a:t>Правило написано настолько громко, насколько можно, и всё равно осталось текстом. Что поставить рядом с ним? Три-четыре версии, любую беру.</a:t>
            </a:r>
          </a:p>
          <a:p/>
          <a:p>
            <a:r>
              <a:t>Мне интереснее не «что ещё», а «почему именно это».</a:t>
            </a:r>
          </a:p>
          <a:p/>
          <a:p>
            <a:r>
              <a:t>Если прозвучит защита на стороне сервера — хороший ответ, придержим его до разбора: там у него будет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вещи, каждая проверяется, и у каждой есть следствие для нашего выбора. Порядок такой, чтобы к ответу вы пришли сами.</a:t>
            </a:r>
          </a:p>
          <a:p/>
          <a:p>
            <a:r>
              <a:t>Первое. Текст себя не исполняет. Это видно не в теории, а в этом самом курсе: правило про ветки написано заглавными, со словом «никогда», и рядом лежит пустой файл настроек. Написать громче — значит остаться в том же слое, который уже не сработал.</a:t>
            </a:r>
          </a:p>
          <a:p/>
          <a:p>
            <a:r>
              <a:t>Второе, и его лучше проговорить примером, а не числом. Механизм умеет отказывать молча. Скажем, опечатка в имени инструмента: хук виден в списке, выглядит установленным — и не запускается никогда. Ни ошибки, ни предупреждения. Таких описанных мест восемь, но важно не число, а то, что список </a:t>
            </a:r>
            <a:r>
              <a:rPr b="1"/>
              <a:t>конечен и записан</a:t>
            </a:r>
            <a:r>
              <a:t>: их можно проверить по одному.</a:t>
            </a:r>
          </a:p>
          <a:p/>
          <a:p>
            <a:r>
              <a:t>Третье бьёт по нам. Внешний тест против кода этого курса нашёл формы, которые барьер пропускает: тот же коммит через полный путь, через префиксную команду. Мы к ним вернёмся на провале.</a:t>
            </a:r>
          </a:p>
          <a:p/>
          <a:p>
            <a:r>
              <a:t>Вывод под таблицей. Механизм сильнее текста — и именно поэтому его надо заставить отказать, прежде чем считать поставленным.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верную: у каждой есть место, где она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один из остальных четырёх не даёт всех трёх.</a:t>
            </a:r>
          </a:p>
          <a:p/>
          <a:p>
            <a:r>
              <a:t>Серверная защита. Скажу честно: как барьер она сильнее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репозитории, её настраивает другой человек в другом месте. Кто назвал её — назвал более прочную вещь, просто не на этот момент времени.</a:t>
            </a:r>
          </a:p>
          <a:p/>
          <a:p>
            <a:r>
              <a:t>Хук в служебном каталоге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</a:t>
            </a:r>
          </a:p>
          <a:p/>
          <a:p>
            <a:r>
              <a:t>Забрать право на команды git — сработает, если агент не должен трогать историю вовсе. У нас он коммитит по делу, и запрет остановит работу вместе с нарушением.</a:t>
            </a:r>
          </a:p>
          <a:p/>
          <a:p>
            <a:r>
              <a:t>Проверять руками — работает, пока показов мало.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Вся конструкция сразу, шесть частей. Дальше мы разбираем их по одной, и я буду возвращаться к этому экрану.</a:t>
            </a:r>
          </a:p>
          <a:p/>
          <a:p>
            <a:r>
              <a:t>Где объявляется — файл настроек внутри репозитория, под контролем версий. У каждой строки написано, что она делает: событие, матчер, что запустить, сколько ждать.</a:t>
            </a:r>
          </a:p>
          <a:p/>
          <a:p>
            <a:r>
              <a:t>Когда запускается. Событий тридцать три, они собраны в шесть корзин, и в каждой корзине их несколько — счёт напечатан. Нам нужна одна корзина, вызовы инструментов, и из неё одно событие.</a:t>
            </a:r>
          </a:p>
          <a:p/>
          <a:p>
            <a:r>
              <a:t>Что приходит на вход.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Сам код — шестая часть, справа. Это обычная программа: строка для оболочки прямо в настройках или отдельный файл рядом.</a:t>
            </a:r>
          </a:p>
          <a:p/>
          <a:p>
            <a:r>
              <a:t>Чем отвечает — два канала, и они разные. Код возврата принимает три значения. Объект решения — четыре состояния.</a:t>
            </a:r>
          </a:p>
          <a:p/>
          <a:p>
            <a:r>
              <a:t>И что среда делает дальше: пять шагов от собранных аргументов до исполнения или отказа.</a:t>
            </a:r>
          </a:p>
          <a:p/>
          <a:p>
            <a:r>
              <a:t>Если спросят про матчер подробнее: он решает, сколько раз хук сработает за задачу. Речь именно о числе срабатываний; скорость хука — отдельная величина. Эта формулировка понадобится в третьем кейсе.</a:t>
            </a:r>
          </a:p>
          <a:p/>
          <a:p>
            <a:r>
              <a:t>Если спросят, почему код один не блокирует: так написано в спецификации. Код два — единственный, который блокирует сам по себе. Код один среда считает неблокирующей ошибкой и вызов пропускает, хотя по привычке Unix единица означает «упало». Так устроена среда; авторы хука здесь ни при чём.</a:t>
            </a:r>
          </a:p>
          <a:p/>
          <a:p>
            <a:r>
              <a:t>Если спросят, что будет при коде два и одновременном решении «разрешить»: вызов всё равно заблокируют. Код два сильнее решения, напечатанного этим же хуком.</a:t>
            </a:r>
          </a:p>
          <a:p/>
          <a:p>
            <a:r>
              <a:t>Если спросят, чем «поля нет» отличается от «разрешить»: «разрешить» снимает вопрос о правах. «Поля нет» означает, что хук решения не принял, и среда идёт обычным порядком — может и спросить, и отказать по своим правилам.</a:t>
            </a:r>
          </a:p>
          <a:p/>
          <a:p>
            <a:r>
              <a:t>Если спросят, останавливает ли запрет агента: нет. Снимается один вызов — тот, на котором сработал хук. Агент продолжает работу и читает причину отказа — её при запрете показывают именно ему.</a:t>
            </a:r>
          </a:p>
          <a:p/>
          <a:p>
            <a:r>
              <a:t>Если спросят про таймаут: это срок, который среда ждёт ответа. Что происходит, когда он вышел, разберём в третьем кейсе — там на этом стоит целый случай.</a:t>
            </a:r>
          </a:p>
          <a:p/>
          <a:p>
            <a:r>
              <a:t>Если спросят, можно ли поставить два хука на одно событие: можно, сработают оба, параллельно. Как среда сводит их ответы — во втором кейсе.</a:t>
            </a:r>
          </a:p>
          <a:p/>
          <a:p>
            <a:r>
              <a:t>Если спросят, на каком языке пишут хук: на любом, который запускается. Оболочка, Python, скомпилированный файл. Описание вызова приходит на стандартный вход, решение печатается на стандартный выход.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проектируем. Пять решений, и варианты в средней колонке настоящие — каждый где-то применяют.</a:t>
            </a:r>
          </a:p>
          <a:p/>
          <a:p>
            <a:r>
              <a:t>Когда вмешиваться. «После» даёт запись факта, уведомление, откат. Чего не даёт — предотвращения.</a:t>
            </a:r>
          </a:p>
          <a:p/>
          <a:p>
            <a:r>
              <a:t>На что реагировать. Тут важна не правильность, а цена: чем шире матчер, тем чаще хук срабатывает впустую и тем дороже любая ошибка внутри него. К этой цене вернёмся в третьем кейсе.</a:t>
            </a:r>
          </a:p>
          <a:p/>
          <a:p>
            <a:r>
              <a:t>Откуда взять команду. Журнал появится позже, агент — участник, а не источник. Описание вызова приходит само, на стандартный ввод.</a:t>
            </a:r>
          </a:p>
          <a:p/>
          <a:p>
            <a:r>
              <a:t>Как узнать ветку. Любой из трёх звучит разумно, и разницу я покажу на следующем слайде — на выводе самих команд, она неочевидна.</a:t>
            </a:r>
          </a:p>
          <a:p/>
          <a:p>
            <a:r>
              <a:t>И последнее: что ответить, если репозитория ещё нет. Разрешить молча — защиты не будет, а выглядеть она будет стоящей. Запретить — остановить работу там, где нарушения нет. Остаётся третий ответ.</a:t>
            </a:r>
          </a:p>
          <a:p/>
          <a:p>
            <a:r>
              <a:t>Выбор группы я записываю, и на следующем слайде мы сверим его с тем, что лежит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спроектировали. Слева подписаны группы, и названы они теми же словами, что на карте: событие, матчер, команда, таймаут.</a:t>
            </a:r>
          </a:p>
          <a:p/>
          <a:p>
            <a:r>
              <a:t>Событие и матчер — две верхние строки. Дальше четыре шага команды, это третья часть: достать команду из описания вызова, проверить, что это коммит, проверить, что репозиторий есть, узнать ветку. Каждая строка делает ровно одно.</a:t>
            </a:r>
          </a:p>
          <a:p/>
          <a:p>
            <a:r>
              <a:t>Два ответа — четвёртая часть. Репозитория нет — спрашиваем человека. Ветка защищённая — запрещаем. Тексты причин сокращены, целиком они будут во втором кейсе.</a:t>
            </a:r>
          </a:p>
          <a:p/>
          <a:p>
            <a:r>
              <a:t>Таймаут снизу: десять секунд вместо шестисот по умолчанию. Зачем урезали в шестьдесят раз — в третьем кейсе.</a:t>
            </a:r>
          </a:p>
          <a:p/>
          <a:p>
            <a:r>
              <a:t>Адрес под кодом: склонируйте и запустите самотест, в свежем клоне барьер работает сам.</a:t>
            </a:r>
          </a:p>
          <a:p/>
          <a:p>
            <a:r>
              <a:t>Сноска важнее, чем выглядит. Привычная команда определения ветки на репозитории без коммитов падает с кодом сто двадцать восемь, менее привычная отдаёт ветку и ноль. Упавшая проверка ничего не блокирует — она просто не срабатывает, и снаружи выглядит как пройденная.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</a:t>
            </a:r>
            <a:r>
              <a:rPr>
                <a:latin typeface="Consolas"/>
              </a:rPr>
              <a:t>git</a:t>
            </a:r>
            <a:r>
              <a:t>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видно снаружи, — ни одного объяснения.</a:t>
            </a:r>
          </a:p>
          <a:p/>
          <a:p>
            <a:r>
              <a:t>Хук проверял правки файлов и срабатывал. Потом правки пошли, а он замолчал. В самом хуке ничего не меняли, файл никто не открывал. В журнале чисто.</a:t>
            </a:r>
          </a:p>
          <a:p/>
          <a:p>
            <a:r>
              <a:t>Ответа на этом экране нет, и до следующего слайда я его не покажу.</a:t>
            </a:r>
          </a:p>
          <a:p/>
          <a:p>
            <a:r>
              <a:t>Что заподозрите первым? Обычно называют сломанный синтаксис настроек, опечатку в матчере, обновление версии, отключённые хуки. Две-три версии, любую принимаю.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Меняли не хук, а права: включили режим без диалогов подтверждения.</a:t>
            </a:r>
          </a:p>
          <a:p/>
          <a:p>
            <a:r>
              <a:t>И вот неочевидное. Режим </a:t>
            </a:r>
            <a:r>
              <a:rPr b="1"/>
              <a:t>не заглушает</a:t>
            </a:r>
            <a:r>
              <a:t> хуки — документация говорит обратное: хук с запретом блокирует вызов даже в нём. Произошло другое: на части моделей режим добавляет агенту указание предпочитать команды оболочки. Агент перестал звать правку файла и стал делать то же через </a:t>
            </a:r>
            <a:r>
              <a:rPr>
                <a:latin typeface="Consolas"/>
              </a:rPr>
              <a:t>sed</a:t>
            </a:r>
            <a:r>
              <a:t>.</a:t>
            </a:r>
          </a:p>
          <a:p/>
          <a:p>
            <a:r>
              <a:t>Матчер стоял на именах инструментов. Правка файла в списке была, команда оболочки — нет.</a:t>
            </a:r>
          </a:p>
          <a:p/>
          <a:p>
            <a:r>
              <a:t>Последняя строка: у одной модели указание активно, у двух других нет. Проверить один раз недостаточно.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Клеток пять из шести возможных — шестая вырождена, до неё дойдём на разборе.</a:t>
            </a:r>
          </a:p>
          <a:p/>
          <a:p>
            <a:r>
              <a:t>Три-четыре версии, любую беру. Мне интереснее не «правильно ли», а «что это даст».</a:t>
            </a:r>
          </a:p>
          <a:p/>
          <a:p>
            <a:r>
              <a:t>Если сойдётесь на одной клетке сразу — тогда скажите,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только что выбирали клетку. Прежде чем разбирать выбор, проверим условие, которое стоит раньше него: запустится ли хук вообще. Любая клетка ничего не стоит, если до неё не дошло.</a:t>
            </a:r>
          </a:p>
          <a:p/>
          <a:p>
            <a:r>
              <a:t>Режимов восемь, они делятся на две группы. Здесь первая — когда хук не запустился вовсе. Вторая, когда он запустился и не подействовал, будет на провале, и она окажется страшнее.</a:t>
            </a:r>
          </a:p>
          <a:p/>
          <a:p>
            <a:r>
              <a:t>Первая строка — самая частая. Опечатка или не тот регистр в имени инструмента. Хук при этом </a:t>
            </a:r>
            <a:r>
              <a:rPr b="1"/>
              <a:t>виден в списке</a:t>
            </a:r>
            <a:r>
              <a:t>, выглядит установленным,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Вторая: скрипта нет на месте или снят исполняемый бит. Действие проходит дальше.</a:t>
            </a:r>
          </a:p>
          <a:p/>
          <a:p>
            <a:r>
              <a:t>Третью и четвёртую я поставил ради контраста — посмотрите на последнюю колонку. Сломанный формат файла и матчер, заданный списком, </a:t>
            </a:r>
            <a:r>
              <a:rPr b="1"/>
              <a:t>не тихи</a:t>
            </a:r>
            <a:r>
              <a:t>: в интерактивной сессии диалог вылезает сразу при старте.</a:t>
            </a:r>
          </a:p>
          <a:p/>
          <a:p>
            <a:r>
              <a:t>Отсюда вывод, и он против интуиции. Опасна не поломка — поломка о себе сообщает. Опасна одна неверная запись внутри файла, который в остальном прекрасно работает: про неё не скажет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правки не случится. Остальные четыре не про это.</a:t>
            </a:r>
          </a:p>
          <a:p/>
          <a:p>
            <a:r>
              <a:t>После вызова и запретить. Клетка рабочая, просто не для запрета: она для того, чтобы поймать факт и отреагировать — уведомить, откатить, записать. Но правка к этому моменту уже в файле.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смысл, пока обкатываете новое правило и не уверены в ложных срабатываниях. Но предупреждение — снова текст, а что бывает с текстом, мы видели час назад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вариант. Именно так наш барьер ветки отвечает, когда репозитория ещё нет: тихо разрешить там значило бы изобразить защиту, которой нет. Но для основного случая эта клетка означает вопрос человеку на каждую правку, а это дорого.</a:t>
            </a:r>
          </a:p>
          <a:p/>
          <a:p>
            <a:r>
              <a:t>После вызова и спросить — спрашивать разрешения на случившееся бессмысленно.</a:t>
            </a:r>
          </a:p>
          <a:p/>
          <a:p>
            <a:r>
              <a:t>И теперь строка внизу. Хук из нашей сцены стоял в правильной клетке и всё равно не сработал: матчер выбирается отдельно, и ошибиться можно в любом из двух. Выглядит это одинаково — тишиной.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спросить. Тихо разрешить здесь значило бы изобразить защиту, которой нет.</a:t>
            </a:r>
          </a:p>
          <a:p/>
          <a:p>
            <a:r>
              <a:t>Вторая: мы на защищённой ветке. Решение — запретить, с текстом причины.</a:t>
            </a:r>
          </a:p>
          <a:p/>
          <a:p>
            <a:r>
              <a:t>В таблице полей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Если хуков несколько, запрет сильнее всего: личный и проектный сработают оба, и запрет одного перебьёт разрешение другого.</a:t>
            </a:r>
          </a:p>
          <a:p/>
          <a:p>
            <a:r>
              <a:t>Теперь соберём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Плохо — одно слово «BLOCKED»: агент знает, что его остановили, и не знает, что делать. Хорошо — что нарушено и что сделать вместо. Вписываем то, что прозвучало, и оставляем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мы выбрали, и она правильная. До какого момента её хватает.</a:t>
            </a:r>
          </a:p>
          <a:p/>
          <a:p>
            <a:r>
              <a:t>Хватает ровно пока есть доказательство, что хук срабатывает. Без него «запретить» и «пропустить» снаружи одинаковы — тишина. Мы это видели на трёх способах.</a:t>
            </a:r>
          </a:p>
          <a:p/>
          <a:p>
            <a:r>
              <a:t>Доказательство не разовое: среду обновили, права поменяли — проверяем заново.</a:t>
            </a:r>
          </a:p>
          <a:p/>
          <a:p>
            <a:r>
              <a:t>Вторая строка про случай, когда нарушение дороже остановки. Тогда одной клетки мало: нужен второй барьер, не зависящий от первого. Запрет на стороне платформы сработает и тогда, когда хук промолчал.</a:t>
            </a:r>
          </a:p>
          <a:p/>
          <a:p>
            <a:r>
              <a:t>Клетка выбирается один раз, доказательство обновляется.</a:t>
            </a:r>
          </a:p>
          <a:p/>
          <a:p>
            <a:r>
              <a:t>Барьер отвечает правильно и вовремя. Сколько он стоит?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Вот главное в этом кейсе: хук не был медленным. Хук был нормальным. Дорогим его сделал множитель.</a:t>
            </a:r>
          </a:p>
          <a:p/>
          <a:p>
            <a:r>
              <a:t>Если среди версий прозвучал тяжёлый проект — проект тот же, что и вчера.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спрашивается порядок, а не одна карточка: назовите первое действие и второе.</a:t>
            </a:r>
          </a:p>
          <a:p/>
          <a:p>
            <a:r>
              <a:t>Три-четыре версии, любую беру.</a:t>
            </a:r>
          </a:p>
          <a:p/>
          <a:p>
            <a:r>
              <a:t>Если кто-то возьмёт «увеличить таймаут» — придержим: на разборе это окажется самым поучительным ответом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три таблицы, и в них важно, где замер, а где счёт. Это не формальность: в прошлой редакции одну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Считаю вслух, чтобы минуты не появились из воздуха: сорок правок по тысяче двести семьдесят пять миллисекунд — пятьдесят одна секунда. Добавьте прогон тестов на минуту, и правка стоит уже около шестидесяти одной: сорок на шестьдесят одну — сорок одна минута. Два хука — вдвое.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одна секунда суммарно — это восемь процентов десятиминутной задачи, почти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частота,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t>Двадцать три секунды здесь — арифметика, и это только сборка, без остальных проверок.</a:t>
            </a:r>
          </a:p>
          <a:p/>
          <a:p>
            <a:r>
              <a:t>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постоянная инструкция агенту</a:t>
            </a:r>
            <a:r>
              <a:t> — как вести работу, что считать готовым, чего не делать. Читается целиком при старте каждой сессии: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они расходятся.</a:t>
            </a:r>
            <a:r>
              <a:t> Один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одновременно; команда на экране это показывает.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Третью строку не делайте главной.</a:t>
            </a:r>
            <a:r>
              <a:t> 690 при пределе 600 — это то, что бросается в глаза первым, и это не находка. Длина здесь ни при чём, и через два слайда мы это проверим.</a:t>
            </a:r>
          </a:p>
          <a:p/>
          <a:p>
            <a:r>
              <a:rPr b="1"/>
              <a:t>Если спросят, почему не починили раньше:</a:t>
            </a:r>
            <a:r>
              <a:t> никто не приходил. Заметно ничего не 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Скилл — это процедура, записанная отдельным файлом. Агент открывает её сам, когда она понадобилась: вы не зовёте скилл руками и не вставляете его в запрос.</a:t>
            </a:r>
          </a:p>
          <a:p/>
          <a:p>
            <a:r>
              <a:t>Грузится он тремя уровнями, и цена между ними различается качественно. Имя и описание — около ста токенов. Тело файла — до пяти тысяч, и только когда скилл выбран. Вложения — ноль, пока их не открыли.</a:t>
            </a:r>
          </a:p>
          <a:p/>
          <a:p>
            <a:r>
              <a:t>Справа то, из-за чего «поставлю на всякий случай» обходится дороже, чем кажется. Дешёвым выглядит скилл, который лежит и ждёт; платите вы за него ровно столько же, сколько за рабочий. Первый уровень платится на каждом ходу, вызовется скилл или нет. А третий не платится вовсе, пока не открыт, и практического предела по объёму у него нет.</a:t>
            </a:r>
          </a:p>
          <a:p/>
          <a:p>
            <a:r>
              <a:t>Выписка внизу — дословная цитата документации. Формулировка там прямая: перечень прибавляется к контексту на каждом ходу, и условий при этом не оговорено никаких.</a:t>
            </a:r>
          </a:p>
          <a:p/>
          <a:p>
            <a:r>
              <a:t>Если спросят, сколько это в сумме: десять установленных скиллов — около тысячи токенов в каждом ходу, при том что вызовете вы за сессию один или ни одного. Сто токенов поодиночке незаметны; счёт идёт по числу скиллов и по числу ходов сразу.</a:t>
            </a:r>
          </a:p>
          <a:p/>
          <a:p>
            <a:r>
              <a:t>Если спросят, почему тело не грузится заранее: потому что оно раз в пятьдесят тяжелее описания. Пять тысяч токенов на каждый скилл в каждом ходу — это цена, которую никто не станет платить за процедуру, нужную раз в неделю.</a:t>
            </a:r>
          </a:p>
          <a:p/>
          <a:p>
            <a:r>
              <a:t>Если спросят, что считается вложением: любой файл рядом со скиллом. Обычный читается, когда тело на него сослалось. Скрипт запускается, и в контекст попадает только то, что он напечатал, — поэтому скрипт на сто мегабайт данных стоит столько же, сколько строчка его вывода.</a:t>
            </a:r>
          </a:p>
          <a:p/>
          <a:p>
            <a:r>
              <a:t>Если спросят, где скиллы лежат: каталог внутри проекта, и имя каталога есть имя скилла. Устройство разберём на карте через несколько слайдов.</a:t>
            </a:r>
          </a:p>
          <a:p/>
          <a:p>
            <a:r>
              <a:t>Если спросят, можно ли позвать скилл вручную: можно, по имени через косую черту. Способов вызова два, и разберём их на карте устройства; у ручного есть собственное неприятное свойство, на котором стоит пятый кейс.</a:t>
            </a:r>
          </a:p>
          <a:p/>
          <a:p>
            <a:r>
              <a:t>Если спросят, чем это отличается от файла инструкций: файл инструкций читается целиком и всегда. Скилл читается по нужде. На этой разнице и стоит кейс, к которому мы 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«свести копии». Это верно и это половина ответа — слушаю, назовёт ли кто-нибудь вторую. И отдельно жду голосов за «сократить»: карточка соблазнительная, и разбор адресован 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Правая колонка — главное в слайде: у каждого замера написано, какое действие он поддерживает. Цифра, которая никуда не ведёт, сюда не попала.</a:t>
            </a:r>
          </a:p>
          <a:p/>
          <a:p>
            <a:r>
              <a:rPr b="1"/>
              <a:t>Вторая строка — ради неё слайд стоит перед разбором.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То есть «сделаю короче, и станет соблюдаться» опровергнуто напрямую, а не на рассуждении.</a:t>
            </a:r>
          </a:p>
          <a:p/>
          <a:p>
            <a:r>
              <a:rPr b="1"/>
              <a:t>Первая — цена спора.</a:t>
            </a:r>
            <a:r>
              <a:t> Два правила сталкиваются, соблюдаются оба сразу в 35,4% испытаний. Это наша сцена, посчитанная.</a:t>
            </a:r>
          </a:p>
          <a:p/>
          <a:p>
            <a:r>
              <a:rPr b="1"/>
              <a:t>Третья — почему «по нужде» лучше, чем «всегда».</a:t>
            </a:r>
            <a:r>
              <a:t> Считали буквально: агент пишет функцию за функцией, и с каждой следующей шансы соблюсти правило падают примерно на 5,6% против предыдущей. То, что лежало в контексте с самого начала, к концу сессии работает хуже всего. Авторы отмечают, что нашли эффект при анализе, а не заявили заранее.</a:t>
            </a:r>
          </a:p>
          <a:p/>
          <a:p>
            <a:r>
              <a:rPr b="1"/>
              <a:t>Если прозвучит 64,6%</a:t>
            </a:r>
            <a:r>
              <a:t> — оговорка внизу: это та же выборка, зеркальная величина, и столкновения в ней сконструированы. Как «частота нарушений вообще» не годится, и авторы говорят это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со второй строки, потому что за неё голосует большинство и она почти права.</a:t>
            </a:r>
          </a:p>
          <a:p/>
          <a:p>
            <a:r>
              <a:t>«Свести копии» — верный первый шаг, целиком. Спор сегодня он убирает. Чего он не делает: не отвечает, где этой процедуре жить дальше. Через три месяца рядом напишут третью версию — я именно так и получил вторую.</a:t>
            </a:r>
          </a:p>
          <a:p/>
          <a:p>
            <a:r>
              <a:t>Первая строка — целевая, и это порядок: сначала одна правда, потом её место.</a:t>
            </a:r>
          </a:p>
          <a:p/>
          <a:p>
            <a:r>
              <a:t>Третья строка — не выдуманный неверный вариант, а то, что я сделал на самом деле. Строка 216 этого файла: оговорка, какое правило главнее. Работает ровно один раз. На следующей паре правил придётся дописывать снова, и оговорок станет столько же, сколько конфликтов.</a:t>
            </a:r>
          </a:p>
          <a:p/>
          <a:p>
            <a:r>
              <a:t>Четвёртая — самая соблазнительная, и ради неё разбор существует. Шестьсот строк — мерка читаемости: сколько текста человек готов держать в одном документе. Наш вопрос другой. Доведите до крайности: пусть файл был бы двести строк, а спор тот же — убыток тот же, а мерка говорит «норма». И это не рассуждение: 1650 сессий, устройство и размер файла на соблюдение не влияют.</a:t>
            </a:r>
          </a:p>
          <a:p/>
          <a:p>
            <a:r>
              <a:t>Пятая: «не ломается» проверяемо ложно. Когда два правила сталкиваются, соблюдаются оба сразу в 35,4% случаев.</a:t>
            </a:r>
          </a:p>
          <a:p/>
          <a:p>
            <a:r>
              <a:t>Рамка внизу — три повода вынести, и на этом файле сходятся все три. Длинное и редкое. Противоречивое. И исполняемое, а не читаемое.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на весь раздел. Дальше я буду называть эти слова, не объясняя их заново.</a:t>
            </a:r>
          </a:p>
          <a:p/>
          <a:p>
            <a:r>
              <a:t>Первая часть. Скилл — каталог, и имя каталога есть имя скилла. Внутри обязателен ровно один файл. Фронтматтер — то, что между двумя тройками дефисов сверху: имя и описание. Тело — всё, что ниже, обычный текст по шагам. Вложение — файл рядом.</a:t>
            </a:r>
          </a:p>
          <a:p/>
          <a:p>
            <a:r>
              <a:t>Вторая часть, и места ей отдано больше других.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</a:t>
            </a:r>
          </a:p>
          <a:p/>
          <a:p>
            <a:r>
              <a:t>Третья. Вызвать можно двумя способами: модель выбирает сама по описанию, или человек зовёт по имени через косую черту.</a:t>
            </a:r>
          </a:p>
          <a:p/>
          <a:p>
            <a:r>
              <a:t>Четвёртая — перечень. По строке на скилл, и это всё, из чего делается выбор.</a:t>
            </a:r>
          </a:p>
          <a:p/>
          <a:p>
            <a:r>
              <a:t>Пятая — тот же путь одной линией: запрос, перечень, выбор, тело, вложения.</a:t>
            </a:r>
          </a:p>
          <a:p/>
          <a:p>
            <a:r>
              <a:t>Если спросят, что делает команда с косой чертой: открывает скилл с этим именем сразу, минуя выбор по описанию. Отсюда целый класс поломок: автор у себя всегда зовёт скилл вручную, поэтому негодного описания у себя никогда не увидит. У всех остальных скилл молча не выбирается.</a:t>
            </a:r>
          </a:p>
          <a:p/>
          <a:p>
            <a:r>
              <a:t>Если спросят, почему описание пишут третьим лицом: оно ложится в системный промпт рядом с чужими описаниями. Разнобой в лице сбивает выбор: модель читает подряд десяток строк, и строка от первого лица выпадает из ряда. Так требует документация.</a:t>
            </a:r>
          </a:p>
          <a:p/>
          <a:p>
            <a:r>
              <a:t>Если спросят, видно ли модели тело до выбора: нет. До выбора видно имя и описание, и больше ничего — ни тела, ни того, что скилл умеет на самом деле. Поэтому описание и решает всё.</a:t>
            </a:r>
          </a:p>
          <a:p/>
          <a:p>
            <a:r>
              <a:t>Если спросят про скрипт во вложении: он запускается, и в контекст попадает только то, что он напечатал. Скрипт, перемалывающий сто мегабайт, стоит столько же, сколько строчка его вывода.</a:t>
            </a:r>
          </a:p>
          <a:p/>
          <a:p>
            <a:r>
              <a:t>Если спросят, где среда ищет скиллы: в каталоге проекта и в личном каталоге пользователя. Оба перечня складываются, и в системный промпт уходят вместе — личный скилл виден модели в любом проекте, проектный достаётся всем, кто склонировал репозиторий.</a:t>
            </a:r>
          </a:p>
          <a:p/>
          <a:p>
            <a:r>
              <a:t>Если спросят, сколько скиллов разумно держать: столько, сколько вы готовы оплачивать в каждом ходу. Счёт простой — около ста токенов на скилл, умножить на число ходов.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Ключевое слово — </a:t>
            </a:r>
            <a:r>
              <a:rPr b="1"/>
              <a:t>курированный</a:t>
            </a:r>
            <a:r>
              <a:t>. Замер поставлен на скиллах, которые кто-то прочитал и отобрал. Что бывает вместо отобранного — измерено отдельно, и до этого мы дойдём в кейсе про чужой скилл; здесь важно только то, что шестнадцать пунктов обещаны не любому.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не оговорка «бывают исключения», а предел: вот докуда скилл окупается, вот что берут дальше.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rPr b="1"/>
              <a:t>Нижняя строка — настоящий вопрос, не риторический.</a:t>
            </a:r>
            <a:r>
              <a:t> Просите процедуру из их работы и раскладывайте вслух: у практикующих инженеров такие процедуры есть, и чаще всего это выкатка или разбор инцидента. Случай «ни в какую строку не попало» тоже разбирайте — обычно это процедура, у которой нет своего повторяющегося запуска.</a:t>
            </a:r>
          </a:p>
          <a:p/>
          <a:p>
            <a:r>
              <a:t>Переход: повод нашли, и он не про длину. Теперь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кейса: файл можно написать безупречно и не запустить ни разу. Решает это не содержимое.</a:t>
            </a:r>
          </a:p>
          <a:p/>
          <a:p>
            <a:r>
              <a:t>Дальше — перечень скиллов этой самой сессии, на экране и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</a:t>
            </a:r>
            <a:r>
              <a:rPr>
                <a:latin typeface="Consolas"/>
              </a:rPr>
              <a:t>pre-user-gate</a:t>
            </a:r>
            <a:r>
              <a:t>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</a:t>
            </a:r>
            <a:r>
              <a:rPr>
                <a:latin typeface="Consolas"/>
              </a:rPr>
              <a:t>build-deck</a:t>
            </a:r>
            <a:r>
              <a:t> целиком. Первая строка — заголовок </a:t>
            </a:r>
            <a:r>
              <a:rPr>
                <a:latin typeface="Consolas"/>
              </a:rPr>
              <a:t># build-deck</a:t>
            </a:r>
            <a:r>
              <a:t>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Слева: описание вставляется в системный промпт, выбор делается по нему.</a:t>
            </a:r>
          </a:p>
          <a:p/>
          <a:p>
            <a:r>
              <a:rPr b="1"/>
              <a:t>Справа — петля, замкнутая сама на себя.</a:t>
            </a:r>
            <a:r>
              <a:t> При переполнении бюджета описания отнимают у наименее вызываемых: первым теряет текст тот, кто ни разу не сработал, — и дальше не сработает уже поэтому.</a:t>
            </a:r>
          </a:p>
          <a:p/>
          <a:p>
            <a:r>
              <a:t>У нас тринадцать скиллов, до порога далеко.</a:t>
            </a:r>
          </a:p>
          <a:p/>
          <a:p>
            <a:r>
              <a:rPr i="1"/>
              <a:t>Про длины: 1024 знака у поля, 1536 у строки перечня — на одну запись, не на весь перечень.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строки.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Две проверки на слайде — по ним и разбираем. Пятая — набор ключевых слов; её выбирают те, кто думает, что скилл ищут поиском. Жду её отдельно: это самое частое инженерное заблуждение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двум проверкам, они же колонки таблицы. Это и есть ответ на «почему одна редакция лучше другой» — не вкусовой.</a:t>
            </a:r>
          </a:p>
          <a:p/>
          <a:p>
            <a:r>
              <a:rPr b="1"/>
              <a:t>Первая карточка</a:t>
            </a:r>
            <a:r>
              <a:t> проваливает уже первую проверку: слов, которыми реально просят, в ней нет. Просят «пересобери деку», а написано «презентация».</a:t>
            </a:r>
          </a:p>
          <a:p/>
          <a:p>
            <a:r>
              <a:rPr b="1"/>
              <a:t>Вторая</a:t>
            </a:r>
            <a:r>
              <a:t> первую проверку проходит — и на второй ломается. «Поправь опечатку в слайде» тоже про слайды, скилл откроется зря. Это и есть цена описания, которое выглядит подходящим чаще, чем нужно.</a:t>
            </a:r>
          </a:p>
          <a:p/>
          <a:p>
            <a:r>
              <a:rPr b="1"/>
              <a:t>Третья</a:t>
            </a:r>
            <a:r>
              <a:t> — почти целевая, и в маленьком проекте её хватит. Назван повод, а не только предмет. Но запрет не сказан, а значит не действует.</a:t>
            </a:r>
          </a:p>
          <a:p/>
          <a:p>
            <a:r>
              <a:rPr b="1"/>
              <a:t>Четвёртая — целевая, и единственная, проходящая обе.</a:t>
            </a:r>
            <a:r>
              <a:t> Разница с третьей ровно в одном обороте: «но не для правки одного слайда».</a:t>
            </a:r>
          </a:p>
          <a:p/>
          <a:p>
            <a:r>
              <a:rPr b="1"/>
              <a:t>Пятая — самое частое инженерное заблуждение:</a:t>
            </a:r>
            <a:r>
              <a:t> описание принимают за поисковый запрос. Набор ключевых слов не говорит, что скилл делает, и совпасть может с чем угодно про слайды. Это буквально официальный пример «как не надо»: выбор идёт по смыслу, а не по совпадению слов.</a:t>
            </a:r>
          </a:p>
          <a:p/>
          <a:p>
            <a:r>
              <a:rPr b="1"/>
              <a:t>Если выбирали по длине</a:t>
            </a:r>
            <a:r>
              <a:t> — покажите, что третья длиннее целевой и всё равно проваливает вторую проверку. Работает состав, а не объём.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на экране целиком, разбираем быстро.</a:t>
            </a:r>
          </a:p>
          <a:p/>
          <a:p>
            <a:r>
              <a:rPr b="1"/>
              <a:t>Первый:</a:t>
            </a:r>
            <a:r>
              <a:t> фронтматтера нет, описанием становится заголовок — то, что мы видели в перечне двенадцать раз. Прямой вызов через слэш при этом работает, поэтому автор не узнаёт, что автоматически скилл не откроется никогда.</a:t>
            </a:r>
          </a:p>
          <a:p/>
          <a:p>
            <a:r>
              <a:rPr b="1"/>
              <a:t>Второй:</a:t>
            </a:r>
            <a:r>
              <a:t> описание есть, но общее. «Помогает с деплоем» — буквальный перевод формулировки, которую документация приводит примером «как не надо».</a:t>
            </a:r>
          </a:p>
          <a:p/>
          <a:p>
            <a:r>
              <a:rPr b="1"/>
              <a:t>Третью строку вслух не закрывайте — это работа зала.</a:t>
            </a:r>
            <a:r>
              <a:t> Чем третий вариант обязан отличаться от второго? «Сказать, когда звать» приходит почти всегда; «когда НЕ звать» — почти никогда, и вот его ждите.</a:t>
            </a:r>
          </a:p>
          <a:p/>
          <a:p>
            <a:r>
              <a:rPr b="1"/>
              <a:t>Дальше три вопроса, по одному ответу на каждый, записываем словами зала.</a:t>
            </a:r>
            <a:r>
              <a:t> Что получилось — на следующем слайде; не показывайте его, пока не собрали три ответа.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Показывайте этот слайд </a:t>
            </a:r>
            <a:r>
              <a:rPr b="1"/>
              <a:t>после</a:t>
            </a:r>
            <a:r>
              <a:t> того, как собрали три ответа, а не вместо них.</a:t>
            </a:r>
          </a:p>
          <a:p/>
          <a:p>
            <a:r>
              <a:rPr b="1"/>
              <a:t>Сверяем с тем, что продиктовал зал.</a:t>
            </a:r>
            <a:r>
              <a:t> Если формулировки другие — берите их: важен состав, а не слова. Первое предложение — что делает, третьим лицом. Второе — по каким словам звать, настоящими словами запроса. И явное «не для…».</a:t>
            </a:r>
          </a:p>
          <a:p/>
          <a:p>
            <a:r>
              <a:rPr b="1"/>
              <a:t>Пометку «рабочий» ставьте здесь</a:t>
            </a:r>
            <a:r>
              <a:t>, а не на прошлом слайде: она заработана, третью часть назвал зал.</a:t>
            </a:r>
          </a:p>
          <a:p/>
          <a:p>
            <a:r>
              <a:rPr b="1"/>
              <a:t>Три запрещённые формулировки, дословно,</a:t>
            </a:r>
            <a:r>
              <a:t> если зал предложил похожее: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одинаково: глагол плюс расплывчатое существительное. «Помогает с деплоем» — их точный перевод.</a:t>
            </a:r>
          </a:p>
          <a:p/>
          <a:p>
            <a:r>
              <a:rPr b="1"/>
              <a:t>Две проверки внизу.</a:t>
            </a:r>
            <a:r>
              <a:t> Первая очевидная. Вторая — та, которую почти всегда пропускают: просим поправить опечатку, скилл открываться не должен. Если открылся, описание слишком широкое, и вы купили лишнее срабатывание в каждой второй сессии.</a:t>
            </a:r>
          </a:p>
          <a:p/>
          <a:p>
            <a:r>
              <a:rPr b="1"/>
              <a:t>Если спросят, когда правка станет видна:</a:t>
            </a:r>
            <a:r>
              <a:t> в существующем каталоге — сразу; если каталог только что создан — нужен </a:t>
            </a:r>
            <a:r>
              <a:rPr>
                <a:latin typeface="Consolas"/>
              </a:rPr>
              <a:t>/reload-skills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rPr b="1"/>
              <a:t>Наивный вариант коварнее, чем кажется.</a:t>
            </a:r>
            <a:r>
              <a:t> Текст годный, скилл сработает, пункты осмысленные. Дефект в том, чего в нём нет: чем именно собирать. Модель угадает заново или возьмёт устаревшую команду — задачу угадывания мы не решили, а перенесли внутрь скилла, где её труднее заметить.</a:t>
            </a:r>
          </a:p>
          <a:p/>
          <a:p>
            <a:r>
              <a:rPr b="1"/>
              <a:t>Нижняя карточка — работа зала, по шагу.</a:t>
            </a:r>
            <a:r>
              <a:t> Спрашивайте на каждом: какой командой?</a:t>
            </a:r>
          </a:p>
          <a:p/>
          <a:p>
            <a:r>
              <a:rPr b="1"/>
              <a:t>Четвёртый и пятый шаг команды не имеют</a:t>
            </a:r>
            <a:r>
              <a:t> — они исполняются руками. Если зал пытается придумать команду и им, скажите прямо: её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</a:t>
            </a:r>
          </a:p>
          <a:p/>
          <a:p>
            <a:r>
              <a:rPr b="1"/>
              <a:t>Каждый шаг называет действие целиком, а не намерение.</a:t>
            </a:r>
            <a:r>
              <a:t> Сборка — команда и ожидаемый код выхода. Проверка формы — команда и критерий «зелёное».</a:t>
            </a:r>
          </a:p>
          <a:p/>
          <a:p>
            <a:r>
              <a:rPr b="1"/>
              <a:t>Публикация — ловушка, и её стоит поймать голосом:</a:t>
            </a:r>
            <a:r>
              <a:t> почти всегда забывают имя проекта, а без него команда публикует не туда.</a:t>
            </a:r>
          </a:p>
          <a:p/>
          <a:p>
            <a:r>
              <a:rPr b="1"/>
              <a:t>Честная арифметика, её надо сказать.</a:t>
            </a:r>
            <a:r>
              <a:t> Шагов пять, литеральных команд три. Четвёртый и пятый исполняются руками, и придумывать им команду незачем — на слайде её нет.</a:t>
            </a:r>
          </a:p>
          <a:p/>
          <a:p>
            <a:r>
              <a:rPr b="1"/>
              <a:t>Правило с другой стороны</a:t>
            </a:r>
            <a:r>
              <a:t> —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rPr b="1"/>
              <a:t>Честная часть, вслух.</a:t>
            </a:r>
            <a:r>
              <a:t>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rPr b="1"/>
              <a:t>Если спросят «а что такое сфокусированный, сколько это»</a:t>
            </a:r>
            <a:r>
              <a:t> — честный ответ: в работе сказано «максимум три модуля», но что такое модуль скилла, она не определяет. Поэтому число я не называю, а границу мы уже провели своим правилом: до пятисот строк, остальное во вложения.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 Вторая — то, что чинится дописыванием: зовут другими словами, чем вы написали. Добавляйте настоящие слова запроса, а не абзац объяснения: перечень обрезает конец.</a:t>
            </a:r>
          </a:p>
          <a:p/>
          <a:p>
            <a:r>
              <a:rPr b="1"/>
              <a:t>Третья строка снимает ложную безальтернативность, и её обычно не знают.</a:t>
            </a:r>
            <a:r>
              <a:t>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вызвать его по имени можно, а модель его описание не видит вовсе — то есть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rPr b="1"/>
              <a:t>Вопрос внизу — настоящий.</a:t>
            </a:r>
            <a:r>
              <a:t> Просите пример скилла, который они бы модели выбирать не дали. Обычно называют что-то с необратимым действием: выкатку, миграцию, удаление.</a:t>
            </a:r>
          </a:p>
          <a:p/>
          <a:p>
            <a:r>
              <a:t>Переход: всё, что мы разбирали, — про скилл, который вы пишете сами. А такой скилл, скорее всего, уже написан до вас, и написан лучше.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Первая строка помечена «уже видели» — это тот самый замер из кейса про повод, и повторяю я его намеренно: там он говорил «не любой скилл помогает», здесь он обосновывает «брать готовое». Одно измерение, два решения.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риска, и </a:t>
            </a:r>
            <a:r>
              <a:rPr b="1"/>
              <a:t>здесь другой обход</a:t>
            </a:r>
            <a:r>
              <a:t>. Сорок семь тысяч смотрели на качество, тридцать одна — на уязвимости. Разные работы, разные выборки, разные вопросы; если кто-то заметит, что корпуса не сходятся, — они и не должны. Точность и полноту детектора называю сразу: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установки: предмет общий, исполняемое есть кому вычитать, действие обратимо. Если все три есть — берите; это не компромисс, а лучшее решение.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rPr b="1"/>
              <a:t>Последняя строка сводит то, что за занятие ни разу не оказалось рядом, и на ней стоит задержаться.</a:t>
            </a:r>
            <a:r>
              <a:t> Хук мы хвалили за то, что он лежит в репозитории и приезжает с клоном без установки. Это же свойство значит: вместе с чужим репозиторием приезжает чужое исполняемое, и запускается оно с вашими правами — ровно как скрипт в чужом скилле, который мы только что учились вычитывать первым.</a:t>
            </a:r>
          </a:p>
          <a:p/>
          <a:p>
            <a:r>
              <a:t>Разница одна, и она не в пользу хука: скилл вы ставите решением, а хук получаете вместе с </a:t>
            </a:r>
            <a:r>
              <a:rPr>
                <a:latin typeface="Consolas"/>
              </a:rPr>
              <a:t>git clone</a:t>
            </a:r>
            <a:r>
              <a:t>, не приняв никакого решения вообще.</a:t>
            </a:r>
          </a:p>
          <a:p/>
          <a:p>
            <a:r>
              <a:t>Что с этим делать — те же три условия слева. Смотреть при клонировании чужого проекта надо туда же: на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так: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чем его действие отличается от ожидаемого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его действие отличается от ожидаемого.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заполняются сегодня, по одной за ступень; три — на следующем занятии.»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99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2695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08181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16411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Выбор на каждой развилке делает зал. Ответ предъявляется только после ответа зала.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824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8373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196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main, и это не нарушение: правила про ветки в файле инструкций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6662"/>
            <a:ext cx="11183112" cy="4236211"/>
          </a:xfrm>
          <a:prstGeom prst="roundRect">
            <a:avLst>
              <a:gd name="adj" fmla="val 479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69542"/>
            <a:ext cx="10744200" cy="3870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76849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89650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13915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613915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4193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41931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КОГДА ОН ГОВОРИТ И ЧТО ПРИ ЭТОМ ВИДИТ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613915"/>
            <a:ext cx="7315" cy="39334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613915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25979"/>
            <a:ext cx="5381244" cy="2575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какие вызовы отбирает.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Устройство целиком — дальше.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25979"/>
            <a:ext cx="5381244" cy="34213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Момент выбирают при настройке: хук ставят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или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него.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отдельная программа. Она знает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только те параметры, которые ей пришли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какой инструмент, с какими аргументами, в каком каталоге.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 об исходе не узнаёт: он высказывается один раз, результата ему не присылают. Поставленный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видит результат, когда вызов уже состоялся.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299204"/>
            <a:ext cx="117078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299204"/>
            <a:ext cx="117078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событие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01721" y="4299204"/>
            <a:ext cx="106154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01721" y="4299204"/>
            <a:ext cx="106154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1282" y="4299204"/>
            <a:ext cx="122843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1282" y="4299204"/>
            <a:ext cx="12284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уже проверено — и что из этого следует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031"/>
            <a:ext cx="11183112" cy="3149790"/>
          </a:xfrm>
          <a:prstGeom prst="roundRect">
            <a:avLst>
              <a:gd name="adj" fmla="val 967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663471"/>
            <a:ext cx="68580" cy="296691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54911"/>
            <a:ext cx="16704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ПРОВЕРЕНО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2507" y="1754911"/>
            <a:ext cx="5858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НА ЧЁМ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7578" y="1754911"/>
            <a:ext cx="28492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36978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текст правила не исполняет себя сам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507" y="2036978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курсе правило написано заглавными, со словом «никогда» — и файл настроек рядом пустой: механизма, который бы его исполнял,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7578" y="2036978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громче — значит остаться в том же слое. Нужен другой слой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7492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749257"/>
            <a:ext cx="1670403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механизм отказывает молча, и эти места перечислимы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507" y="2749257"/>
            <a:ext cx="5858767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пример: хук с опечаткой в имени инструмента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 в списке хуков и не запускается никогда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ни ошибки, ни предупреждения. Таких описанных мест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7578" y="2749257"/>
            <a:ext cx="284926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механизм ставят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проверяют отказом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фактом установки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26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26662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барьер этого класса обходят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507" y="3826662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внешний тест против кода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нашёл формы вроде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барьер их пропускает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7578" y="3826662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дыры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записывают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списком, а не закрывают регулярным выражением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89333"/>
            <a:ext cx="11183112" cy="46164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526493"/>
            <a:ext cx="10707624" cy="187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 сильнее текста — и требует доказательства, что он работает. Установка доказательством не является.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4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6399" y="1855825"/>
            <a:ext cx="24301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2834" y="1855825"/>
            <a:ext cx="62640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6399" y="213789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2834" y="213789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399" y="285017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2834" y="285017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6399" y="356245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2834" y="356245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6399" y="427473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2834" y="427473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остановит работу вместе с нарушением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429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6399" y="4987010"/>
            <a:ext cx="24301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2834" y="4987010"/>
            <a:ext cx="62640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было;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710842"/>
            <a:ext cx="11180815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пять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8109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0989"/>
            <a:ext cx="15395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1657" y="1620989"/>
            <a:ext cx="3677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088" y="1620989"/>
            <a:ext cx="51617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3056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вмешиваться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657" y="1903056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5088" y="1903056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только записать: коммит уже в истории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32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32773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657" y="2432773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только команды оболочки · только правки файлов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5088" y="2432773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больше ложных срабатываний и тем дороже ошибка внутри самой проверки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624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62490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откуда взять команду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1657" y="2962490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описание вызова · читать журнал · спросить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5088" y="2962490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вызова приходит само, на стандартный ввод; журнал появится позже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922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92207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узнать ветку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657" y="3492207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symbolic-ref --short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переменная окружения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5088" y="3492207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репозитории без коммитов первая падает, вторая отвечает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21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021924"/>
            <a:ext cx="153955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ответить, если репозитория 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657" y="4021924"/>
            <a:ext cx="367712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5088" y="4021924"/>
            <a:ext cx="51617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молча разрешить — значит не иметь защиты и выглядеть защищённым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4132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6933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Выбираем вслух по одному. Собранный файл — на следующем слайде.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Готовый файл — по тем же пяти частям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385947"/>
          </a:xfrm>
          <a:prstGeom prst="roundRect">
            <a:avLst>
              <a:gd name="adj" fmla="val 600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020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┌─ событие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матчер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"hooks": [ { "type": "command", "command":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шаг 1 — достать команду из описания вызова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шаг 2 — это вообще коммит?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if echo "$cmd" | grep -qE '(^|[;&amp;|]\s*)git\s+commit\b';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шаг 3 — а репозиторий тут есть?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ответ 1 — репозитория нет: спросить человека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"permissionDecision":"ask" 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шаг 4 — какая сейчас ветка?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branch=$(git symbolic-ref --short HEAD 2&gt;/dev/null)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ответ 2 — ветка защищённая: запретить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"permissionDecision":"deny" …}'; exit 0; fi; fi;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└─ таймаут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"timeout": 10 } ] }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804791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932807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Файл целиком: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seminar-5-hook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Склонируйте — барьер уже стоит, ставить ничего не надо.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67867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695883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065" y="1254252"/>
            <a:ext cx="9092820" cy="121995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3879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6681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пройдено,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588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3868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в репозитории этого курса, исполняемый бит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78825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006841"/>
            <a:ext cx="57474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63" y="4006841"/>
            <a:ext cx="48870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288908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-хук, среде он не зарегистрирован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4663" y="4288908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455459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4554592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663" y="4554592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482027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4820276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4663" y="4820276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 …viz.sh; echo $?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8568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6584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Слева барьер, пропускающий пять форм из шести; справа файл, который выглядит барьером и не работал никогда.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Снаружи оба молчат одинаково.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Значит: заставить барьер отказать громко и записать рядом список форм, где он молчит.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перестал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3766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МОМЕНТ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8827" y="2194585"/>
            <a:ext cx="6758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8827" y="2476652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проверял правки файлов и срабатывал на каждой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8827" y="2823806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правки идут, хук молчит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хуке и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8827" y="3170961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никто не открывал; ошибок и предупреждений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могло измениться, если сам хук не трогали?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Права изменили — и агент сменил инструмент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4218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25065"/>
            <a:ext cx="40349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ЧТО ИЗМЕНИЛОСЬ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7016" y="2225065"/>
            <a:ext cx="64898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ПОДРОБНОСТИ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7132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изменили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права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7016" y="2507132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включили более широкие права: режим без диалогов подтверждения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54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54286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меняет инструмент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7016" y="2854286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вместо правки файла делает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команду оболочки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201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201441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именах инструментов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7016" y="3201441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есть, команды оболочки —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9898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2700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«Проверил один раз и успокоился» здесь не работает.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сцене правило было простое: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правки в защищённые файлы идут только через проверку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Матчер вы бы уже поправили — он должен ловить оба пути правки. Осталось второе решение: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Хук, который вообще не запустился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88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5704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Вы выбирали,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когда и насколько жёстко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вмешаться. Но у этого выбора есть условие, которое проверяют раньше: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запустится ли хук вообще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Описанных режимов тихого отказа восемь, и они распадаются на две группы — здесь первая, «не запустился вовсе». Вторая ждёт на провале этого кейса.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8485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576296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7736"/>
            <a:ext cx="39351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НЕ ТАК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7233" y="2667736"/>
            <a:ext cx="58138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ПРИ ЭТОМ ВИДНО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7390" y="2667736"/>
            <a:ext cx="629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49803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7233" y="2949803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есть в списке хуков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не запускается никогда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7390" y="2949803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95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9520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скрипт удалён, переименован или снят исполняемый бит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7233" y="3479520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запуска, действие проходит дальше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7390" y="3479520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09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09237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7233" y="4009237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сразу показывается диалог с ошибкой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7390" y="4009237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38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38954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файле настроек сломан сам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7233" y="4538954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самое: в интерактивной сессии диалог; молча — только в прогоне без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7390" y="4538954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смотря где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8022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1738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неверная запись внутри файла, который в остальном работает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Сломанный целиком файл о себе сообщает. Поэтому опасна не поломка, а единственная неверная запись.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1328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4208"/>
            <a:ext cx="16196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764" y="1464208"/>
            <a:ext cx="4096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4824" y="1464208"/>
            <a:ext cx="46620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46275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46275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764" y="1746275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4824" y="1746275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единственная клетка, где правка просто не случится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75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75992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764" y="2275992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4824" y="2275992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исполнения — правка уже в файле. Это протокол: факт записан, действие состоялось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88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88271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1764" y="2988271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4824" y="2988271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0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0551"/>
            <a:ext cx="161966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1764" y="3700551"/>
            <a:ext cx="409675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так отвечает наш барьер ветки из первого кейса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когда репозитория ещё нет: тихо разрешить — значит изобразить защиту, которой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4824" y="3700551"/>
            <a:ext cx="466202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каждой правке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5953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595393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1764" y="4595393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4824" y="4595393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02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682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703072"/>
          </a:xfrm>
          <a:prstGeom prst="roundRect">
            <a:avLst>
              <a:gd name="adj" fmla="val 2222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37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репозитория ещё нет   →  "permissionDecision": "ask",   "…Reason":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защищённая ветка      →  "permissionDecision": "deny",  "…Reason":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21916"/>
            <a:ext cx="11183112" cy="2063623"/>
          </a:xfrm>
          <a:prstGeom prst="roundRect">
            <a:avLst>
              <a:gd name="adj" fmla="val 1477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77364"/>
            <a:ext cx="31475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277364"/>
            <a:ext cx="74320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59430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2559430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85356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853563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2853563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314769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3147695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147695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344182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441827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"defer"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441827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отложить решение — нишевое, для прогонов без человека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373595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3735958"/>
            <a:ext cx="3147522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2194" y="3735958"/>
            <a:ext cx="7432085" cy="2941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50131"/>
            <a:ext cx="82296" cy="7218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78147"/>
            <a:ext cx="10643616" cy="4658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при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только человеку: текст отказа и есть единственный канал к агенту.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6591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5364607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хук, объявленный в шапке субагента — в его собственном файле описания, — не срабатывает, а он же в файле настроек проекта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выбранной клетки достаточно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2940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15742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клетку выбираем один раз, а доказательство её срабатывания обновляем — оно и есть настоящая граница, а не сам выбор.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43681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53409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КЛЕТКИ ДОСТАТОЧНО,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2772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доказано, что хук срабатывает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его заставили отказать громко хотя бы раз, и это повторяют после каждого обновления среды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431871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1871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 нарушения соизмерима с ценой остановки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3443681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3553409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382772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 доказательства нет, «запретить» и «пропустить» снаружи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неразличимы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и то и другое выглядит тишиной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431871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431871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нарушение дороже — клетку дублируют барьером, который от неё не зависит: запрет на стороне платформы срабатывает, даже когда хук промолчал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80372"/>
            <a:ext cx="11183112" cy="128605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46323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29203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255" y="3329203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611270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255" y="3611270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9584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958425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255" y="3958425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305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305579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255" y="4305579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15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443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Куда ушёл этот час?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81047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63927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9494" y="2363927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45994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9494" y="2645994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9931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931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9494" y="29931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906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3187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986" y="1254252"/>
            <a:ext cx="10084979" cy="126062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79466"/>
            <a:ext cx="11183112" cy="119507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770906"/>
            <a:ext cx="68580" cy="101219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834914"/>
            <a:ext cx="236342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99" y="2834914"/>
            <a:ext cx="24706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2834914"/>
            <a:ext cx="25254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6743" y="2834914"/>
            <a:ext cx="29275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16981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099" y="3116981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116981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6743" y="3116981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41803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418034"/>
            <a:ext cx="236342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68099" y="3418034"/>
            <a:ext cx="2470633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418034"/>
            <a:ext cx="2525402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6743" y="3418034"/>
            <a:ext cx="2927536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39128"/>
            <a:ext cx="11183112" cy="1496123"/>
          </a:xfrm>
          <a:prstGeom prst="roundRect">
            <a:avLst>
              <a:gd name="adj" fmla="val 203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130568"/>
            <a:ext cx="68580" cy="1313243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194576"/>
            <a:ext cx="31412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45962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194576"/>
            <a:ext cx="23144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7472" y="4194576"/>
            <a:ext cx="25168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476643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5962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476643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7472" y="4476643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77769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777696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45962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777696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7472" y="4777696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07875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078750"/>
            <a:ext cx="314129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5962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078750"/>
            <a:ext cx="2314450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7472" y="5078750"/>
            <a:ext cx="2516807" cy="3010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69984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83700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40 правок ×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1 275 мс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=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100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100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10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38375"/>
          </a:xfrm>
          <a:prstGeom prst="roundRect">
            <a:avLst>
              <a:gd name="adj" fmla="val 1361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84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517" y="1409699"/>
            <a:ext cx="6821762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76780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517" y="1676780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9549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9549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517" y="209549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6981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69819"/>
            <a:ext cx="3757845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517" y="2369819"/>
            <a:ext cx="6821762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78853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788539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517" y="2788539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06285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062858"/>
            <a:ext cx="375784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517" y="3062858"/>
            <a:ext cx="682176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2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7852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77233"/>
            <a:ext cx="82296" cy="54312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05249"/>
            <a:ext cx="10643616" cy="2870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Измеренная цена правки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1 275 мс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(сборка 1 137 мс плюс синтаксическая проверка 124 мс), сорок правок дают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51 с</a:t>
            </a:r>
            <a:r>
              <a:rPr sz="110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84950"/>
            <a:ext cx="11183112" cy="1221359"/>
          </a:xfrm>
          <a:prstGeom prst="roundRect">
            <a:avLst>
              <a:gd name="adj" fmla="val 2495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112966"/>
            <a:ext cx="41695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6763" y="5112966"/>
            <a:ext cx="646494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51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65061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46763" y="5365061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602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602805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46763" y="5602805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28 %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0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0549"/>
            <a:ext cx="416952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46763" y="5840549"/>
            <a:ext cx="64649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85 %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261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5492"/>
            <a:ext cx="640152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3632" y="2285492"/>
            <a:ext cx="412321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52573"/>
            <a:ext cx="640152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3632" y="2552573"/>
            <a:ext cx="412321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77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77222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3632" y="3177222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05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4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48519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3632" y="3648519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67288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50168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6609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9410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02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502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7830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67830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50288"/>
            <a:ext cx="7315" cy="27142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502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62352"/>
            <a:ext cx="5381244" cy="2202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процедура 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отдельном файле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; агент открывает её сам.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уровня: имя и описание (~100 токенов), тело (до ~5 тыс.), вложения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062352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62197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62197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62197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62197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62197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62197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320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869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692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6600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61464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64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644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отдельный файл, который грузится по нужде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2852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24292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5732"/>
            <a:ext cx="33887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0884" y="1515732"/>
            <a:ext cx="41116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8864" y="1515732"/>
            <a:ext cx="287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ДЕЙСТВИЮ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97799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0884" y="1797799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8864" y="1797799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разводить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конфликтующие копии, а не оставлять как есть: цена спора измерена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100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10078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0884" y="2510078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8864" y="2510078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мерить длиной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сокращение файла не улучшает соблюдение, это проверено напрямую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223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22358"/>
            <a:ext cx="338878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дольше идёт сессия, тем хуже соблюдается правило: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−5,6% шансов на каждой следующей написанной функции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0884" y="3222358"/>
            <a:ext cx="41116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считали так: агент пишет функцию за функцией, и каждую следующую сравнивали с предыдущей в той же сессии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8864" y="3222358"/>
            <a:ext cx="28779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грузить по нужде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чем длиннее сессия, тем меньше стоит то, что лежало в ней с самого начала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17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17200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0884" y="4117200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8864" y="4117200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выносить крупное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не опасаясь объёма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734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5106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Свести в одну — и вынести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328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4995" y="1437132"/>
            <a:ext cx="31087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ОНО ЧИНИТ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0010" y="1437132"/>
            <a:ext cx="60368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ЧИНИТ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свести копии, а потом вынести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4995" y="1719199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порядок: сначала одна правда, потом её место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0010" y="1719199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сведение убирает спор сегодня, вынос убирает его повторение: правило перестаёт лежать в контексте тех сессий, где оно не нужно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4995" y="2409571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сегодняшний спор — полностью, и это верный первый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0010" y="2409571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говорит о том, где копии жить дальше: через три месяца рядом появится третья, и всё начнётся заново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246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24682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4995" y="2924682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0010" y="2924682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следующую пару правил придётся снова разводить руками; оговорок становится столько же, сколько конфликтов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150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15054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4995" y="3615054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ничего. Это мерка читаемости для человека, а не мерка загрузки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0010" y="3615054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200 строках тот же спор стоил бы столько же. И опровергнуто прямо: устройство и размер файла на соблюдение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 влияют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1650 сессий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054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05426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4995" y="4305426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ничего, и «оно не ломается» проверяемо ложно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0010" y="4305426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цена конфликта измерена: когда два правила сталкиваются, соблюдаются оба сразу в 35,4% случаев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68010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296026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повода вынести, и все три здесь сходятся.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Правило длинное, а нужно редко — только когда пишут главу. Две его версии противоречат друг другу — вынос разводит их по разным загрузкам. А то, что надо исполнять, а не читать, скилл может принести скриптом и вернуть результат вместо текста.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4" name="Picture 3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710842"/>
            <a:ext cx="11167583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7223"/>
            <a:ext cx="11183112" cy="16774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76711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359591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именно лежит в двух местах: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2. Notes read: 5-7 случайных заметок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643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444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Копия существует затем, чтобы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первым же пунктом отправить читателя в файл, который лежит рядом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Вынос сделан правильно; не сделана зачистка — и стоило это дороже, чем не выносить вовсе.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7804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322"/>
            <a:ext cx="11183112" cy="11775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51202"/>
            <a:ext cx="41224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4545" y="3851202"/>
            <a:ext cx="64023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33269"/>
            <a:ext cx="41224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4545" y="4133269"/>
            <a:ext cx="64023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курированного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93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73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кто-то отобрал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про тот, что вы взяли с полки. Замер поставлен на отобранных: он говорит, чего стоит хороший скилл, и ничего не говорит про средний.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51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361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3613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712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712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184515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5084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50847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9994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9994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 постоянная плата за первый уровень — те самые ~100 токенов на каждый скилл в каждом ходу — плюс растущая вероятность выбрать не тот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3173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48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32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481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26526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Процедура написана правильно. Кто решит, что её пора открыть?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72462"/>
          </a:xfrm>
          <a:prstGeom prst="roundRect">
            <a:avLst>
              <a:gd name="adj" fmla="val 935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8067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91306"/>
            <a:ext cx="11183112" cy="1305686"/>
          </a:xfrm>
          <a:prstGeom prst="roundRect">
            <a:avLst>
              <a:gd name="adj" fmla="val 155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774186"/>
            <a:ext cx="10744200" cy="9399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61585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189600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7514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27514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275143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27514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87207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1787207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0851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10851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510851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510851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88877" y="3510851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8877" y="3510851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956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17442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5672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длины, и они про разное.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Само поле описания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Одна строка перечня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при переполнении у неё обрезается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Отсюда правило, которое стоит унести: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ключевой случай — первым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потому что теряете вы хвост.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0719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8" y="526205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34435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около 1 300 токенов против примерно 2 000 бюджета при окне в 200 тысяч. Порог от нас далёк, знать надо механизм.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109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9989"/>
            <a:ext cx="23860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156" y="1489989"/>
            <a:ext cx="35829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ПЕРВАЯ ПРОВЕРКА: ОТКРОЕТСЯ, КОГДА НАДО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7396" y="1489989"/>
            <a:ext cx="44094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ВТОРАЯ: ПРОМОЛЧИТ, КОГДА НЕ НАДО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2056"/>
            <a:ext cx="2386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156" y="1772056"/>
            <a:ext cx="35829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«дека» и «слайды» в строке не звучат, а просят обычно этими словами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7396" y="1772056"/>
            <a:ext cx="44094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 проверять нечего, до второй проверки дело не доходит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43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4335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156" y="2484335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да: слова запроса совпали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7396" y="2484335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«поправь опечатку в слайде» тоже про слайды — откроется там, где не нужен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14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14052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156" y="3014052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да, увереннее: назван сам повод, а не только предмет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7396" y="3014052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по-прежнему нет: запрет не сказан, значит не действует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3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543769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43769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18156" y="3543769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7396" y="3543769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 — и это единственная редакция, проходящая обе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0734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073486"/>
            <a:ext cx="2386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156" y="4073486"/>
            <a:ext cx="35829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набор слов без глагола не говорит,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что скилл делает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совпасть может с чем угодно про слайды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7396" y="4073486"/>
            <a:ext cx="44094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это ровно официальный пример «как не надо», выбор идёт по смыслу, а не по совпадению слов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653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933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 Целевая редакция — третья по длине из пяти, и это не совпадение: работает не объём, а состав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что делает · когда звать · когда не звать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5075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3639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1768" y="1633639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15706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768" y="1915706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4454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445423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1768" y="2445423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5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5140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768" y="2975140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596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26476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СПРАШИВАЕМ У ЗАЛА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0087" y="4526476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8543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0087" y="4808543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55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55698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0087" y="5155698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028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028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0087" y="55028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984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85272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485055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13071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960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9248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068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31870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664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65952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173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200461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5721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8523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9923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2803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552" y="1552803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720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52" y="200720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194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1948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552" y="271948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8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196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517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4233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9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669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669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855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855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7594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392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39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30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302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619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0594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9107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2362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2140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4" name="Picture 3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481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661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463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0854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3655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450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1450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145030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1450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7094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657094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83558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83558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55534" y="4083558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534" y="4083558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3910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13910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4289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95729"/>
            <a:ext cx="68580" cy="29489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87169"/>
            <a:ext cx="37309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3017" y="1687169"/>
            <a:ext cx="39928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127" y="1687169"/>
            <a:ext cx="26547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923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уже видели: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 курированным скиллом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задач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3017" y="196923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127" y="196923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81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8151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017" y="268151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качества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47 150 скиллов по 12-балльной рубрике против верхнего квартиля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127" y="268151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9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93795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3017" y="3393795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другой обход,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уязвимостей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31 132 скилла, детектор с точностью 86,7% и полнотой 82,5%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2127" y="3393795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23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23512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017" y="3923512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обход уязвимостей; различие одно — есть внутри скрипт или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2127" y="3923512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0362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44078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Два обхода — не один, и числа у них разные по делу.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47 150 скиллов просмотрены на качество, 31 132 — на уязвимости; это две разные работы, две выборки и два вопроса. Складывать их нельзя, и совпадения долей ждать неоткуда.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5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7130" y="1437132"/>
            <a:ext cx="2920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4167" y="1437132"/>
            <a:ext cx="63226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130" y="1719199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4167" y="1719199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7663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7130" y="2387663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4167" y="2387663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561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56128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7130" y="3056128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4167" y="3056128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24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24592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7130" y="3724592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4167" y="3724592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930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93056"/>
            <a:ext cx="11350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7130" y="4393056"/>
            <a:ext cx="292073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4167" y="4393056"/>
            <a:ext cx="6322680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76951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704967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3656"/>
            <a:ext cx="11183112" cy="1868932"/>
          </a:xfrm>
          <a:prstGeom prst="roundRect">
            <a:avLst>
              <a:gd name="adj" fmla="val 163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26536"/>
            <a:ext cx="21136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5744" y="3526536"/>
            <a:ext cx="841110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6124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5744" y="3786124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97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7020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744" y="4097020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079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07916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5744" y="4407916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1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718812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5744" y="4718812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718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519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4" name="Picture 3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6766"/>
            <a:ext cx="11183112" cy="2609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0703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3505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71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51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98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131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131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041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041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4951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49511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4983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34081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34081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83179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83179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332277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332277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36490"/>
            <a:ext cx="11183112" cy="11738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537312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055946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 же три условия — про хук из чужого репозитория.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Хук лежит в репозитории и приезжает с клоном: устанавливать нечего, а исполняется он с вашими правами так же, как скрипт в чужом скилле. Клонировали чужой проект — впустили чужое исполняемое, не приняв ни одного решения.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Таблица та же, что открывала занятие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