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прямо сейчас, двумя командами — попробуйте на перерыве.</a:t>
            </a:r>
          </a:p>
          <a:p/>
          <a:p>
            <a:r>
              <a:t>Правило написано настолько громко, насколько можно, и всё равно осталось текстом. Что поставить рядом с ним? Три-четыре версии, любую беру.</a:t>
            </a:r>
          </a:p>
          <a:p/>
          <a:p>
            <a:r>
              <a:t>Мне интереснее не «что ещё», а «почему именно это».</a:t>
            </a:r>
          </a:p>
          <a:p/>
          <a:p>
            <a:r>
              <a:t>Если прозвучит защита на стороне сервера — хороший ответ, придержим его до разбора: там у него будет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верную: у каждой есть место, где она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один из остальных четырёх не даёт всех трёх.</a:t>
            </a:r>
          </a:p>
          <a:p/>
          <a:p>
            <a:r>
              <a:t>Серверная защита. Скажу честно: как барьер она сильнее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репозитории, её настраивает другой человек в другом месте. Кто назвал её — назвал более прочную вещь, просто не на этот момент времени.</a:t>
            </a:r>
          </a:p>
          <a:p/>
          <a:p>
            <a:r>
              <a:t>Хук в служебном каталоге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</a:t>
            </a:r>
          </a:p>
          <a:p/>
          <a:p>
            <a:r>
              <a:t>Забрать право на команды git — сработает, если агент не должен трогать историю вовсе. У нас он коммитит по делу, и запрет остановит работу вместе с нарушением.</a:t>
            </a:r>
          </a:p>
          <a:p/>
          <a:p>
            <a:r>
              <a:t>Проверять руками — работает, пока показов мало.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проектируем. Пять решений, и варианты в средней колонке настоящие — каждый где-то применяют.</a:t>
            </a:r>
          </a:p>
          <a:p/>
          <a:p>
            <a:r>
              <a:t>Когда вмешиваться. «После» даёт запись факта, уведомление, откат. Чего не даёт — предотвращения.</a:t>
            </a:r>
          </a:p>
          <a:p/>
          <a:p>
            <a:r>
              <a:t>На что реагировать. Тут важна не правильность, а цена: чем шире матчер, тем чаще хук срабатывает впустую и тем дороже любая ошибка внутри него. К этой цене вернёмся в третьем кейсе.</a:t>
            </a:r>
          </a:p>
          <a:p/>
          <a:p>
            <a:r>
              <a:t>Откуда взять команду. Журнал появится позже, агент — участник, а не источник. Описание вызова приходит само, на стандартный ввод.</a:t>
            </a:r>
          </a:p>
          <a:p/>
          <a:p>
            <a:r>
              <a:t>Как узнать ветку. Любой из трёх звучит разумно, и разницу я покажу на следующем слайде — на выводе самих команд, она неочевидна.</a:t>
            </a:r>
          </a:p>
          <a:p/>
          <a:p>
            <a:r>
              <a:t>И последнее: что ответить, если репозитория ещё нет. Разрешить молча — защиты не будет, а выглядеть она будет стоящей. Запретить — остановить работу там, где нарушения нет. Остаётся третий ответ.</a:t>
            </a:r>
          </a:p>
          <a:p/>
          <a:p>
            <a:r>
              <a:t>Выбор группы я записываю, и на следующем слайде мы сверим его с тем, что лежит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подписаны группы, и названы они теми же словами, что на карте: событие, матчер, команда, таймаут.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Клеток пять из шести возможных — шестая вырождена, до неё дойдём на разборе.</a:t>
            </a:r>
          </a:p>
          <a:p/>
          <a:p>
            <a:r>
              <a:t>Три-четыре версии, любую беру. Мне интереснее не «правильно ли», а «что это даст».</a:t>
            </a:r>
          </a:p>
          <a:p/>
          <a:p>
            <a:r>
              <a:t>Если сойдётесь на одной клетке сразу — тогда скажите,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правки не случится. Остальные четыре не про это.</a:t>
            </a:r>
          </a:p>
          <a:p/>
          <a:p>
            <a:r>
              <a:t>После вызова и запретить. Клетка рабочая, просто не для запрета: она для того, чтобы поймать факт и отреагировать — уведомить, откатить, записать. Но правка к этому моменту уже в файле.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смысл, пока обкатываете новое правило и не уверены в ложных срабатываниях. Но предупреждение — снова текст, а что бывает с текстом, мы видели час назад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вариант. Именно так наш барьер ветки отвечает, когда репозитория ещё нет: тихо разрешить там значило бы изобразить защиту, которой нет. Но для основного случая эта клетка означает вопрос человеку на каждую правку, а это дорого.</a:t>
            </a:r>
          </a:p>
          <a:p/>
          <a:p>
            <a:r>
              <a:t>После вызова и спросить — спрашивать разрешения на случившееся бессмысленно.</a:t>
            </a:r>
          </a:p>
          <a:p/>
          <a:p>
            <a:r>
              <a:t>И теперь строка внизу. Хук из нашей сцены стоял в правильной клетке и всё равно не сработал: матчер выбирается отдельно, и ошибиться можно в любом из двух. Выглядит это одинаково — тишиной.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Тихо разрешить здесь значило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В таблице полей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Если хуков несколько, запрет сильнее всего: личный и проектный сработают оба, и запрет одного перебьёт разрешение другого.</a:t>
            </a:r>
          </a:p>
          <a:p/>
          <a:p>
            <a:r>
              <a:t>Теперь соберём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Плохо — одно слово «BLOCKED»: агент знает, что его остановили, и не знает, что делать. Хорошо — что нарушено и что сделать вместо. Вписываем то, что прозвучало, и оставляем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выбрали, и она правильная. До какого момента её хватает.</a:t>
            </a:r>
          </a:p>
          <a:p/>
          <a:p>
            <a:r>
              <a:t>Хватает ровно пока есть доказательство, что хук срабатывает. Без него «запретить» и «пропустить» снаружи одинаковы — тишина. Мы это видели на трёх способах.</a:t>
            </a:r>
          </a:p>
          <a:p/>
          <a:p>
            <a:r>
              <a:t>Доказательство не разовое: среду обновили, права поменяли — проверяем заново.</a:t>
            </a:r>
          </a:p>
          <a:p/>
          <a:p>
            <a:r>
              <a:t>Вторая строка про случай, когда нарушение дороже остановки. Тогда одной клетки мало: нужен второй барьер, не зависящий от первого. Запрет на стороне платформы сработает и тогда, когда хук промолчал.</a:t>
            </a:r>
          </a:p>
          <a:p/>
          <a:p>
            <a:r>
              <a:t>Клетка выбирается один раз, доказательство обновляется.</a:t>
            </a:r>
          </a:p>
          <a:p/>
          <a:p>
            <a:r>
              <a:t>Барьер отвечает правильно и вовремя. Сколько он стоит?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скилл, и это всё, из чего делается выбор.</a:t>
            </a:r>
          </a:p>
          <a:p/>
          <a:p>
            <a:r>
              <a:rPr b="1"/>
              <a:t>Часть пятая</a:t>
            </a:r>
            <a:r>
              <a:t> — тот же путь одной линией: запрос, перечень, выбор, тело,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0307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37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репозитория ещё нет   →  "permissionDecision": "ask",   "…Reason":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защищённая ветка      →  "permissionDecision": "deny",  "…Reason":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21916"/>
            <a:ext cx="11183112" cy="2063623"/>
          </a:xfrm>
          <a:prstGeom prst="roundRect">
            <a:avLst>
              <a:gd name="adj" fmla="val 1477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77364"/>
            <a:ext cx="31475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277364"/>
            <a:ext cx="74320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59430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2559430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85356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53563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2853563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476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147695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147695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418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441827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"defer"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441827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отложить решение — нишевое, для прогонов без человека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37359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735958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2194" y="3735958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50131"/>
            <a:ext cx="82296" cy="7218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78147"/>
            <a:ext cx="10643616" cy="4658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только человеку: текст отказа и есть единственный канал к агенту.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659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36460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хук, объявленный в шапке субагента — в его собственном файле описания, — не срабатывает, а он же в файле настроек проекта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выбранной клетки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294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1574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клетку выбираем один раз, а доказательство её срабатывания обновляем — оно и есть настоящая граница, а не сам выбор.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КЛЕТКИ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хук срабатывает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его заставили отказать громко хотя бы раз, и это повторяют после каждого обновления среды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1871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нарушения соизмерима с ценой остановки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неразличимы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3187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нарушение дороже — клетку дублируют барьером, который от неё не зависит: запрет на стороне платформы срабатывает, даже когда хук промолчал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