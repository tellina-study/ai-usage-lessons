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показывайте.</a:t>
            </a:r>
          </a:p>
          <a:p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Подчеркните последнюю строку, это главное в кейсе: хук не был медленным, хук был нормальным. Дорогим его сделал множитель.</a:t>
            </a:r>
          </a:p>
          <a:p/>
          <a:p>
            <a:r>
              <a:t>Если кто-то из зала назвал «тяжёлый проект» — верните ему: проект тот же, что и вчера,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Начните с того, что это за файл.</a:t>
            </a:r>
            <a:r>
              <a:t> Постоянная инструкция агенту: как вести работу, что считать готовым, чего не делать. Читается целиком при старте каждой сессии —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Чем длиннее сессия, тем хуже соблюдается то, что лежало в ней с самого начала: минус примерно 5,6% шансов с каждой следующей функцией.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каждый установленный скилл. Это всё, из чего делается выбор: ни тела, ни файлов внутри до выбора не видно.</a:t>
            </a:r>
          </a:p>
          <a:p/>
          <a:p>
            <a:r>
              <a:rPr b="1"/>
              <a:t>Часть пятая, внизу</a:t>
            </a:r>
            <a:r>
              <a:t> — тот же путь одной линией: запрос, перечень, выбор, чтение тела,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Жду, заметит ли кто-нибудь, что пятая карточка длиннее четвёртой: если выбирают по длине, это видно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про форму.</a:t>
            </a:r>
            <a:r>
              <a:t> Первое лицо запрещено отдельным правилом, и причина не косметическая: описание ложится в системный промпт рядом с чужими описаниями, разнобой в лице сбивает выбор. Плохо: «я помогу», «вы можете этим». Хорошо: «собирает».</a:t>
            </a:r>
          </a:p>
          <a:p/>
          <a:p>
            <a:r>
              <a:rPr b="1"/>
              <a:t>Если выбирали по длине</a:t>
            </a:r>
            <a:r>
              <a:t> — покажите, что пятая длиннее четвёртой и при этом запрещена.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разбираем быстро, они на экране целиком.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заголовок. Ровно то, что мы видели в перечне двенадцать раз. Коварство в том, что прямой вызов через слэш работает — автор пробует, всё хорошо, и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а триггера нет.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Спросите прямо: чем третий вариант обязан отличаться от второго? «Сказать, когда звать» приходит почти всегда; «сказать, 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делает — третьим лицом. По каким словам звать — нужны настоящие слова запроса. Где не должен — явное «не для…».</a:t>
            </a:r>
          </a:p>
          <a:p/>
          <a:p>
            <a:r>
              <a:rPr b="1"/>
              <a:t>Что получилось — на следующем слайде.</a:t>
            </a:r>
            <a:r>
              <a:t> Не показывайте его, пока не собрали три ответа.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предложит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их, а не мои: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здесь, а не на прошлом слайде.</a:t>
            </a:r>
            <a:r>
              <a:t> Она заработана: третья часть названа залом.</a:t>
            </a:r>
          </a:p>
          <a:p/>
          <a:p>
            <a:r>
              <a:rPr b="1"/>
              <a:t>Две проверки внизу — то, чем это проверяют.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правку в существующем каталоге среда подхватит без перезапуска. Если каталога </a:t>
            </a:r>
            <a:r>
              <a:rPr>
                <a:latin typeface="Consolas"/>
              </a:rPr>
              <a:t>.claude/skills/</a:t>
            </a:r>
            <a:r>
              <a:t> на старте сессии не было — нужен </a:t>
            </a:r>
            <a:r>
              <a:rPr>
                <a:latin typeface="Consolas"/>
              </a:rPr>
              <a:t>/reload-skills</a:t>
            </a:r>
            <a:r>
              <a:t>, и после каждой правки заново.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Задачу угадывания мы не решили, а перенесли внутрь скилла.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 Сборка — команда и ожидаемый код выхода. Проверка формы — команда и критерий «зелёное». Публикация — тут почти всегда забывают имя проекта, а без него публикует не туда; это ловится голосом.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нет, и выдумывать незачем.</a:t>
            </a:r>
          </a:p>
          <a:p/>
          <a:p>
            <a:r>
              <a:rPr b="1"/>
              <a:t>Что получилось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критерий. Публикация — команда с именем проекта: без имени она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Первое — в пользу готового, и его надо назвать первым. С курированным скиллом решается половина задач против трети. База сильная: те же 87 задач, те же 18 связок модели со средой, менялось одно.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риска. Четверть скиллов открытого реестра несёт уязвимость, каждый двадцатый — признаки злого умысла. Сразу называю точность и полноту детектора: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установки. Предмет общий, а не ваш: разбор формата, работа с документами, типовое преобразование. Исполняемое есть кому вычитать — и вычитано до, а не после. Действие обратимо; если необратимо, ставят с выключенным автовызовом.</a:t>
            </a:r>
          </a:p>
          <a:p/>
          <a:p>
            <a:r>
              <a:t>Если все три есть — берите, и это не компромисс, а лучшее решение: прирост измерен, недели сэкономлены.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t>Вопрос внизу настоящий: просите задачу с их работы и проверяйте три условия вслух. У практикующих инженеров такие задачи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219458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247665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82380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317096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2243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6405" y="1515732"/>
            <a:ext cx="40823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5078" y="1515732"/>
            <a:ext cx="30717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6405" y="1797799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5078" y="1797799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22430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6405" y="2510078"/>
            <a:ext cx="408236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5078" y="2510078"/>
            <a:ext cx="30717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4049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40492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соблюдение падает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~5,6% шансов с каждой следующей функцией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6405" y="340492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база — шансы соблюдения того же правила на предыдущей функции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5078" y="340492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2243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6405" y="4117200"/>
            <a:ext cx="40823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5078" y="4117200"/>
            <a:ext cx="30717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854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353919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6799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          165 строк, фронтматтер есть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описание попадает в перечень; агент открывает файл сам,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CLAUDE.md, строки 252–279                      28 строк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704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985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824096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824096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это около 1 300 токенов против примерно 2 000 бюджета при окне в 200 тысяч. Механизм знать нужно, но порог от нас далёк — числа приведены именно для этого.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443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5397" y="1489989"/>
            <a:ext cx="42890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0702" y="1489989"/>
            <a:ext cx="3646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5397" y="1772056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0702" y="1772056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01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01773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5397" y="2301773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0702" y="2301773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5397" y="3014052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0702" y="3014052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4432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5397" y="3543769"/>
            <a:ext cx="42890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0702" y="3543769"/>
            <a:ext cx="36461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44329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«Я помогу собрать деку»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5397" y="4073486"/>
            <a:ext cx="42890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нет, и вдобавок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запрещено отдельным правилом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описание ложится в системный промпт, разнобой в лице сбивает выбор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0702" y="4073486"/>
            <a:ext cx="3646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7314"/>
            <a:ext cx="11183112" cy="2949257"/>
          </a:xfrm>
          <a:prstGeom prst="roundRect">
            <a:avLst>
              <a:gd name="adj" fmla="val 1033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8754"/>
            <a:ext cx="68580" cy="276637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0194"/>
            <a:ext cx="37977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29822" y="1760194"/>
            <a:ext cx="4047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177" y="1760194"/>
            <a:ext cx="25336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42261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 курированным скиллом задач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9822" y="2042261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средой; менялось одно — наличие скилла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177" y="2042261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719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71978"/>
            <a:ext cx="37977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9822" y="2571978"/>
            <a:ext cx="404705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весь просмотренный корпус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177" y="2571978"/>
            <a:ext cx="2533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84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84258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открытого реестра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822" y="3284258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корпус 31 132 скилла;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177" y="3284258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13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13975"/>
            <a:ext cx="37977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822" y="3813975"/>
            <a:ext cx="404705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корпус; единственное различие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177" y="3813975"/>
            <a:ext cx="25336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9408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33124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Оговорка: 26,1% и 5,2% не ставятся рядом с известной другой парой чисел по тому же вопросу — там другая методика обнаружения и, судя по всему, другой срез каталогов. Называем одну пару и её источник.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6750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67500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16598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16598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6569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65696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627632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73736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0116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50266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50266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99364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99364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4846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4846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98339"/>
            <a:ext cx="11183112" cy="76923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326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21779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задачу со своей работы, где чужой скилл — очевидно верное решение.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Проверим три условия вслух.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