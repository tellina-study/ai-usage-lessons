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Весь сегодняшний час стоит на одном вопросе: что поставить рядом с ней, чтобы правило исполнялось без доброй воли агента.</a:t>
            </a:r>
          </a:p>
          <a:p/>
          <a:p>
            <a:r>
              <a:t>Задержитесь на слове «рядом». Файл остаётся как есть, к нему добавляется слой, который срабатывает сам.</a:t>
            </a:r>
          </a:p>
          <a:p/>
          <a:p>
            <a:r>
              <a:t>Внизу пять таких слоёв. Два залиты: их мы сегодня заведём и проверим. Три пунктиром — они на следующем занятии.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«так напишите правило жёстче».</a:t>
            </a:r>
            <a:r>
              <a:t> Эта мысль появляется первой и она законная. Говорю, что мы её проверим на этом репозитории через несколько слайдов и увидим, докуда её хватает. Раньше времени не опровергаю: на этой проверке стоит весь первый кейс.</a:t>
            </a:r>
          </a:p>
          <a:p/>
          <a:p>
            <a:r>
              <a:rPr i="1"/>
              <a:t>Почему речь на обложке короткая.</a:t>
            </a:r>
            <a:r>
              <a:t> Слот — сорок пять секунд, и это весь бюджет слайда. Всё, что сюда не влезло, лежит ниже и берётся по месту, если зал даст паузу.</a:t>
            </a:r>
          </a:p>
          <a:p/>
          <a:p>
            <a:r>
              <a:rPr i="1"/>
              <a:t>Про пять сегментов внизу.</a:t>
            </a:r>
            <a:r>
              <a:t> Каждый срабатывает по-своему и ломается по-своему. Два залитых различаются уже тем, кто их запускает: один срабатывает сам, второй агент открывает себе сам. Имена и определения — через два слайда.</a:t>
            </a:r>
          </a:p>
          <a:p/>
          <a:p>
            <a:r>
              <a:rPr i="1"/>
              <a:t>Про объём этой заметки.</a:t>
            </a:r>
            <a:r>
              <a:t> Речевая часть короче ста двадцати слов намеренно: в сорок пять секунд больше не входит.</a:t>
            </a:r>
          </a:p>
          <a:p/>
          <a:p>
            <a:r>
              <a:rPr i="1"/>
              <a:t>Откуда двадцать строк.</a:t>
            </a:r>
            <a:r>
              <a:t> Файл инструкций демо-репозитория, ветка </a:t>
            </a:r>
            <a:r>
              <a:rPr>
                <a:latin typeface="Consolas"/>
              </a:rPr>
              <a:t>main</a:t>
            </a:r>
            <a:r>
              <a:t>, коммит </a:t>
            </a:r>
            <a:r>
              <a:rPr>
                <a:latin typeface="Consolas"/>
              </a:rPr>
              <a:t>d41f779</a:t>
            </a:r>
            <a:r>
              <a:t>: двадцать строк, шестнадцать непустых, три раздела. Репозиторий публичный, сосчитать можно самому. Это размер настоящего файла, с которым занятие работает весь час.</a:t>
            </a:r>
          </a:p>
          <a:p/>
          <a:p>
            <a:r>
              <a:rPr i="1"/>
              <a:t>Если спросят, почему именно пять.</a:t>
            </a:r>
            <a:r>
              <a:t> Пять — все слои, которые сегодня можно поставить рядом с файлом инструкций, не меняя сам файл. Шестой назовут — разбираем на перерыве.</a:t>
            </a:r>
          </a:p>
          <a:p/>
          <a:p>
            <a:r>
              <a:rPr i="1"/>
              <a:t>Если спросят, зачем два, а не все пять за раз.</a:t>
            </a:r>
            <a:r>
              <a:t> Каждый из двух мы ещё и замерим: посмотрим, что он обещает и что делает. На пять таких замеров часа не хватит. Пять незамеренных механизмов — ровно то состояние, из-за которого занятие и собрано.</a:t>
            </a:r>
          </a:p>
          <a:p/>
          <a:p>
            <a:r>
              <a:rPr i="1"/>
              <a:t>Если спросят, при чём тут прошлое занятие.</a:t>
            </a:r>
            <a:r>
              <a:t> На нём этот репозиторий собрали, и на последней сцене агент записал в главную ветку вопреки записанному правилу. Начинаем мы с этого места, но знать прошлое занятие для участия не нужно: всё необходимое напечатано на следующем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завершается с кодом 0, набор тестов проходит полностью и форма отправлена вручную — в заполненном и в пустом виде.</a:t>
            </a:r>
          </a:p>
          <a:p/>
          <a:p>
            <a:r>
              <a:t>Смотрим, из чего он состоит. Наверху — что строим: описание, спецификация, журнал решений. Рядом файл инструкций и ссылка на него под вторым именем: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важнее всего остального. Каталога </a:t>
            </a:r>
            <a:r>
              <a:rPr>
                <a:latin typeface="Consolas"/>
              </a:rPr>
              <a:t>.claude/</a:t>
            </a:r>
            <a:r>
              <a:t> в этом репозитории нет: ни хука, ни скилла, ни субагента, ни настроенного сервера. Механический слой мы заводим с нуля.</a:t>
            </a:r>
          </a:p>
          <a:p/>
          <a:p>
            <a:r>
              <a:t>Адрес под деревом настоящий, репозиторий публичный: дерево в нём пересчитывается построчно.</a:t>
            </a:r>
          </a:p>
          <a:p/>
          <a:p>
            <a:r>
              <a:t>Всё перечисленное — текст. Агент может его учесть. Может и не учесть.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дерево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к себе целиком, вместе с историей. </a:t>
            </a:r>
            <a:r>
              <a:rPr>
                <a:latin typeface="Consolas"/>
              </a:rPr>
              <a:t>ls -a</a:t>
            </a:r>
            <a:r>
              <a:t> в корне печатает содержимое каталога, включая скрытые имена с точкой впереди, — без флага </a:t>
            </a:r>
            <a:r>
              <a:rPr>
                <a:latin typeface="Consolas"/>
              </a:rPr>
              <a:t>-a</a:t>
            </a:r>
            <a:r>
              <a:t> каталога </a:t>
            </a:r>
            <a:r>
              <a:rPr>
                <a:latin typeface="Consolas"/>
              </a:rPr>
              <a:t>.claude/</a:t>
            </a:r>
            <a:r>
              <a:t> не было бы видно, даже если бы он там лежал. </a:t>
            </a:r>
            <a:r>
              <a:rPr>
                <a:latin typeface="Consolas"/>
              </a:rPr>
              <a:t>wc -l CLAUDE.md</a:t>
            </a:r>
            <a:r>
              <a:t> считает строки в файле инструкций, их двадцать. Все три проверяются на своей машине за минуту.</a:t>
            </a:r>
          </a:p>
          <a:p/>
          <a:p>
            <a:r>
              <a:rPr i="1"/>
              <a:t>Если спросят, почему двадцать строк, а непустых шестнадцать.</a:t>
            </a:r>
            <a:r>
              <a:t> Четыре строки — пустые разделители между разделами. Считаю обе величины, потому что дальше мы будем смотреть, насколько файл вырос, и расти он будет содержанием, а не разделителями.</a:t>
            </a:r>
          </a:p>
          <a:p/>
          <a:p>
            <a:r>
              <a:rPr i="1"/>
              <a:t>Если спросят про второе имя файла инструкций.</a:t>
            </a:r>
            <a:r>
              <a:t> Это символическая ссылка: один и тот же файл доступен под двумя именами, чтобы его нашли разные инструменты. Содержимое одно, и правится оно в одном месте.</a:t>
            </a:r>
          </a:p>
          <a:p/>
          <a:p>
            <a:r>
              <a:rPr i="1"/>
              <a:t>Если спросят, что такое задачная память в `.tasks/`.</a:t>
            </a:r>
            <a:r>
              <a:t> Каталог с файлами задач: что делается, что сделано. Он появился на прошлом занятии и к механическому слою отношения не имеет — это текст, как и всё остальное на этом экране.</a:t>
            </a:r>
          </a:p>
          <a:p/>
          <a:p>
            <a:r>
              <a:rPr i="1"/>
              <a:t>Если спросят, что такое ADR в листинге.</a:t>
            </a:r>
            <a:r>
              <a:t> Запись архитектурного решения: по файлу на решение — что выбрали, из чего выбирали, почему. Здесь их три и шаблон для новых. Имена трёх не называю: в сверенном источнике список обрезан, и выдумывать их на занятии я не буду.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Рядом с файлом инструкций можно поставить пять разных механизмов. Прежде чем выбирать между ними, договоримся, что каждый из них такое — по одной строке, без устройства.</a:t>
            </a:r>
          </a:p>
          <a:p/>
          <a:p>
            <a:r>
              <a:t>Хук — команда, которую среда запускает сама, в заданный момент работы агента. Агента об этом не спрашивают.</a:t>
            </a:r>
          </a:p>
          <a:p/>
          <a:p>
            <a:r>
              <a:t>Скилл — процедура, записанная отдельным файлом. Агент открывает её сам, когда она понадобилась.</a:t>
            </a:r>
          </a:p>
          <a:p/>
          <a:p>
            <a:r>
              <a:t>MCP, Model Context Protocol — подключение к внешней системе. Через него агент достаёт данные, которых в репозитории физически нет.</a:t>
            </a:r>
          </a:p>
          <a:p/>
          <a:p>
            <a:r>
              <a:t>Субагент — отдельная роль с урезанными правами. Её запускают на одну задачу и получают обратно только итог работы.</a:t>
            </a:r>
          </a:p>
          <a:p/>
          <a:p>
            <a:r>
              <a:t>Процесс — порядок работы, записанный файлами: план, запись по ходу, проверка перед сдачей.</a:t>
            </a:r>
          </a:p>
          <a:p/>
          <a:p>
            <a:r>
              <a:t>Пять строк — пять разных ответов на один вопрос: кто приводит механизм в действие. У хука это среда, у скилла сам агент, у MCP внешняя система, у субагента отдельная роль, у процесса — заведённый порядок.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так коротко.</a:t>
            </a:r>
            <a:r>
              <a:t> Здесь обозначение, а не устройство. Устройство хука разберём перед первым кейсом, устройство скилла — перед четвёртым, и там будет по целому слайду на каждое. Сейчас хватит одной строки на инструмент: дальше она понадобится вся пятёрка сразу.</a:t>
            </a:r>
          </a:p>
          <a:p/>
          <a:p>
            <a:r>
              <a:rPr i="1"/>
              <a:t>Если спросят, чем хук отличается от процесса.</a:t>
            </a:r>
            <a:r>
              <a:t> Хук срабатывает внутри одного действия агента и успевает вмешаться в него. Процесс живёт поверх всей работы и проверяется глазами и командами уже по её следам. Один механизм — момент, другой — порядок.</a:t>
            </a:r>
          </a:p>
          <a:p/>
          <a:p>
            <a:r>
              <a:rPr i="1"/>
              <a:t>Если спросят, почему MCP латиницей.</a:t>
            </a:r>
            <a:r>
              <a:t> Это имя протокола, у него нет принятого русского имени. Раскрытие на слайде стоит ровно для того, чтобы буквы не остались тремя буквами.</a:t>
            </a:r>
          </a:p>
          <a:p/>
          <a:p>
            <a:r>
              <a:rPr i="1"/>
              <a:t>Если спросят, можно ли обойтись одним.</a:t>
            </a:r>
            <a:r>
              <a:t> Можно, и большинство проектов именно так и живёт. Весь вопрос в том, каким и по какому сигналу, — это и есть содержание сегодняшнего занятия.</a:t>
            </a:r>
          </a:p>
          <a:p/>
          <a:p>
            <a:r>
              <a:rPr i="1"/>
              <a:t>Если прозвучит «а что из этого мы ставим».</a:t>
            </a:r>
            <a:r>
              <a:t> Отвечаю, что про это говорим через слайд, и не называю ничего раньше времени: следующий слайд — вопрос, и ответ на нём даёт зал.</a:t>
            </a:r>
          </a:p>
          <a:p/>
          <a:p>
            <a:r>
              <a:rPr i="1"/>
              <a:t>Порядок строк.</a:t>
            </a:r>
            <a:r>
              <a:t> Он тот же, что порядок карточек на следующем слайде и на повторе вопроса в конце. Менять его нельзя: на совпадении держится возврат.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экране, и слова для ответа у вас уже есть — все пять только что названы.</a:t>
            </a:r>
          </a:p>
          <a:p/>
          <a:p>
            <a:r>
              <a:t>Держите ответ при себе. Я соберу три-четыре голоса и просто запишу, без оценки: правильного ответа здесь нет ни одного. Выбор зависит от того, какой сигнал в проекте уже прозвучал, а про сигналы мы сегодня и говорим.</a:t>
            </a:r>
          </a:p>
          <a:p/>
          <a:p>
            <a:r>
              <a:t>И про второй раз я говорю дословно: этот вопрос прозвучит сегодня ещё раз, в самом конце.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назовёт и что отвечать на каждое.</a:t>
            </a:r>
            <a:r>
              <a:t> </a:t>
            </a:r>
            <a:r>
              <a:rPr b="1"/>
              <a:t>Хук</a:t>
            </a:r>
            <a:r>
              <a:t> называют чаще других — те, кто уже ловил агента на нарушении: сигнал к нему пришёл на прошлом занятии, правило нарушено в последней сцене. Принимаю и записываю. </a:t>
            </a:r>
            <a:r>
              <a:rPr b="1"/>
              <a:t>Скилл</a:t>
            </a:r>
            <a:r>
              <a:t> — ответ тех, у кого файл инструкций разросся: сигнал настоящий, но придёт он по ходу сегодняшнего занятия, не раньше. </a:t>
            </a:r>
            <a:r>
              <a:rPr b="1"/>
              <a:t>MCP</a:t>
            </a:r>
            <a:r>
              <a:t> — ответ тех, кому агент нужен за пределами репозитория; половина этой ступени, дисциплина минимальных прав, вообще не ждёт сигнала. </a:t>
            </a:r>
            <a:r>
              <a:rPr b="1"/>
              <a:t>Субагент</a:t>
            </a:r>
            <a:r>
              <a:t> — одна и та же роль повторяется из сессии в сессию; сигнал приходит на следующем занятии. </a:t>
            </a:r>
            <a:r>
              <a:rPr b="1"/>
              <a:t>Процесс</a:t>
            </a:r>
            <a:r>
              <a:t> — заводится на день 0, независимо от проекта: утверждение агента «готово» — самоотчёт, и проверить его нечем, пока не записан порядок.</a:t>
            </a:r>
          </a:p>
          <a:p/>
          <a:p>
            <a:r>
              <a:rPr i="1"/>
              <a:t>Если прозвучит «всё сразу».</a:t>
            </a:r>
            <a:r>
              <a:t> Отвечаю, что так и делают, и цена этому — пять механизмов, ни один из которых не проверен; сегодня мы заведём два и оба проверим.</a:t>
            </a:r>
          </a:p>
          <a:p/>
          <a:p>
            <a:r>
              <a:rPr i="1"/>
              <a:t>Если ответ прозвучит про инструменты вообще.</a:t>
            </a:r>
            <a:r>
              <a:t> Возвращаю к дереву одним словом: «здесь». Вопрос про этот репозиторий, с его формой заявки, тестами и двадцатью строками инструкций.</a:t>
            </a:r>
          </a:p>
          <a:p/>
          <a:p>
            <a:r>
              <a:rPr i="1"/>
              <a:t>Если зал молчит.</a:t>
            </a:r>
            <a:r>
              <a:t> Называю сам первую карточку и спрашиваю, кто бы с неё начал. Дальше голоса идут.</a:t>
            </a:r>
          </a:p>
          <a:p/>
          <a:p>
            <a:r>
              <a:rPr i="1"/>
              <a:t>Чего здесь не делаю.</a:t>
            </a:r>
            <a:r>
              <a:t> Не оцениваю ответы, не называю свой и не свожу к одному. Ответ по всем пяти зал получит не сегодня: сегодня закрываются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весь маршрут занятия.</a:t>
            </a:r>
          </a:p>
          <a:p/>
          <a:p>
            <a:r>
              <a:t>Верхняя строка каждой карточки — то, что видит человек, работающий с агентом. Не название механизма и не его починка: симптом, с которым приходят. Агент записал в главную ветку, хотя это запрещено. Защита работала и перестала. Работа замедлилась. Под симптомом строка «решаем» — что именно на этой развилке выбирается.</a:t>
            </a:r>
          </a:p>
          <a:p/>
          <a:p>
            <a:r>
              <a:t>Ответов на карточках нет ни на одной. На каждой развилке вы сначала отвечаете сами, и только потом видите разбор.</a:t>
            </a:r>
          </a:p>
          <a:p/>
          <a:p>
            <a:r>
              <a:t>Внизу,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И последняя строка, её стоит запомнить. К концу занятия дерево репозитория будет отличаться от того, что вы видели на втором слайде, ровно на две строки. Две — а не десять и не «каталог с настройками»: мы будем считать то, что реально добавилось.</a:t>
            </a:r>
          </a:p>
          <a:p/>
          <a:p>
            <a:r>
              <a:t>Маршрут занятия на этом кончается. Дальше сразу первая развилка.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развилок шесть, а ступеней две.</a:t>
            </a:r>
            <a:r>
              <a:t> Ступень — это инструмент, развилка — решение, которое на нём принимается. У хука их три, потому что хук ломается тремя разными способами: не поставлен вовсе, поставлен и молчит, поставлен и мешает. У скилла тоже три: что выносить, по чему его откроют, брать готовое или писать своё.</a:t>
            </a:r>
          </a:p>
          <a:p/>
          <a:p>
            <a:r>
              <a:rPr i="1"/>
              <a:t>Если спросят, почему именно эти шесть.</a:t>
            </a:r>
            <a:r>
              <a:t> Каждая взята из реальной работы с демо-репозиторием, и у каждой есть артефакт, который можно открыть. Придуманных развилок здесь нет.</a:t>
            </a:r>
          </a:p>
          <a:p/>
          <a:p>
            <a:r>
              <a:rPr i="1"/>
              <a:t>Если спросят про три нижние ступени.</a:t>
            </a:r>
            <a:r>
              <a:t> MCP, субагент и процесс — следующее занятие целиком. Сегодня про них говорится только то, что они есть; доступ наружу решением владельца курса уехал туда полностью.</a:t>
            </a:r>
          </a:p>
          <a:p/>
          <a:p>
            <a:r>
              <a:rPr i="1"/>
              <a:t>Про две строки разницы.</a:t>
            </a:r>
            <a:r>
              <a:t> Строки две, и это проверяемое число: файл настроек и самотест хука, оба подтверждены коммитом. Файл скилла — по плану, коммита у него нет, и на итоговом слайде это будет написано прямо.</a:t>
            </a:r>
          </a:p>
          <a:p/>
          <a:p>
            <a:r>
              <a:rPr i="1"/>
              <a:t>Если спросят, зачем шесть развилок на два инструмента.</a:t>
            </a:r>
            <a:r>
              <a:t> Потому что инструмент сам по себе ничего не решает: решают выборы, которые на нём делаются. Шесть развилок — шесть таких выборов, и каждый встречается в работе чаще, чем сам инструмент.</a:t>
            </a:r>
          </a:p>
          <a:p/>
          <a:p>
            <a:r>
              <a:rPr i="1"/>
              <a:t>Остаток себе.</a:t>
            </a:r>
            <a:r>
              <a:t> Выбор на каждой развилке делает зал, и ответ я предъявляю только после того, как он прозвучал. На слайде этого нет намеренно: когда понадобится ответ зала, я его спрошу.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начинается с состояния, в котором виноватых нет. Проверка на месте, написана правильно, однажды проверена и работала. Файл её никто не редактировал. Она перестала срабатывать, и ни одного сообщения об ошибке при этом не появилось.</a:t>
            </a:r>
          </a:p>
          <a:p/>
          <a:p>
            <a:r>
              <a:t>Разбираться будем до низа: что изменилось в среде, почему проверка этого не увидела, что с этим делают и как убедиться, что сделанное работает.</a:t>
            </a:r>
          </a:p>
          <a:p/>
          <a:p>
            <a:r>
              <a:t>Если спросят, не повтор ли это первого случая: там правило не исполнялось с самого начала и мы ставили барьер с нуля. Здесь барьер уже стоит и однажды работал. Ломается другое: он продолжает ловить ровно то, на что его настроили, пока вокруг всё поменялось.</a:t>
            </a:r>
          </a:p>
          <a:p/>
          <a:p>
            <a:r>
              <a:t>Если спросят, сколько времени прошло между «работало» и «перестало»: в разбираемом обращении — около двух недель, и всё это время никто ничего не замечал. Срок важен не сам по себе: внутри него не было ни одного сигнала, по которому стоило бы пойти и посмотреть.</a:t>
            </a:r>
          </a:p>
          <a:p/>
          <a:p>
            <a:r>
              <a:t>Если спросят, чем этот случай кончится: решением, которое принимает зал, и проверкой, которой это решение подтверждают. Проверка тут не формальность — без неё принятое решение и неработающее решение выглядят одинаково, то есть никак.</a:t>
            </a:r>
          </a:p>
          <a:p/>
          <a:p>
            <a:r>
              <a:t>Если спросят, почему я не называю инструмент в заголовке: потому что в работе вы его тоже не знаете заранее. Видно одно — барьер молчит, а нарушения идут. С этого места и начинается работа.</a:t>
            </a:r>
          </a:p>
          <a:p/>
          <a:p>
            <a:r>
              <a:t>Если спросят, пригодится ли это тем, у кого хуков нет: да. Разбираемая ошибка живёт в условии срабатывания, записанном через имя инструмента. Она повторяется везде, где проверка опознаёт работу по имени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только то, что видно снаружи.</a:t>
            </a:r>
          </a:p>
          <a:p/>
          <a:p>
            <a:r>
              <a:t>Две недели назад проверку поставили и тут же убедились, что она работает: правку остановила, причину напечатала. После этого к ней не возвращались — обычное дело, барьер на то и ставят, чтобы о нём не думать.</a:t>
            </a:r>
          </a:p>
          <a:p/>
          <a:p>
            <a:r>
              <a:t>Сегодня в защищённом файле обнаружились новые строки. Заметили случайно, глазами: ничего нигде не загорелось. И это важная часть картины — между «работало» и «перестало» не нашлось ни одной точки, в которой стоило бы пойти и посмотреть.</a:t>
            </a:r>
          </a:p>
          <a:p/>
          <a:p>
            <a:r>
              <a:t>Пошли смотреть сами. Запись о проверке лежит на месте, файл с того дня никто не открывал, в журнале за две недели чисто. Виноватых нет, и сломанного тоже нет.</a:t>
            </a:r>
          </a:p>
          <a:p/>
          <a:p>
            <a:r>
              <a:t>Ответа на этом экране нет, и до следующего слайда я его не покажу. Что заподозрите первым? Две-три версии, любую принимаю.</a:t>
            </a:r>
          </a:p>
          <a:p/>
          <a:p>
            <a:r>
              <a:t>Если спросят, какие версии называют обычно: сломанный синтаксис в файле настроек, опечатку в условии срабатывания, обновление среды, выключенные хуки целиком, кто-то закомментировал и забыл. Все пять — рабочие гипотезы, каждая из них случается, и ни одна здесь не верна. Говорить это стоит после того, как их назвали, а не вместо.</a:t>
            </a:r>
          </a:p>
          <a:p/>
          <a:p>
            <a:r>
              <a:t>Если спросят, почему не заметили раньше: замечать было нечем. Сработавшая проверка печатает отказ, не сработавшая не печатает ничего — и «ничего» выглядит ровно так же, как «нарушений не было». Эту мысль мы доставали в первом случае и достанем ещё раз в конце этого.</a:t>
            </a:r>
          </a:p>
          <a:p/>
          <a:p>
            <a:r>
              <a:t>Если спросят, проверяли ли вообще что-нибудь после установки: однократно, в день установки. Этого хватает, чтобы убедиться, что проверка написана верно, и не хватает, чтобы знать, что она работает сегодня. Разницу разберём на пределе применимости.</a:t>
            </a:r>
          </a:p>
          <a:p/>
          <a:p>
            <a:r>
              <a:t>Если спросят, что значит «защищённый файл»: файл, правки которого в этом проекте идут только через подтверждение. Список проектный, не общий — у каждого он свой, и обычно в нём лежат настройки развёртывания, миграции и файлы сборки.</a:t>
            </a:r>
          </a:p>
          <a:p/>
          <a:p>
            <a:r>
              <a:t>Если спросят, сколько правок прошло за эти две недели: в обращении счёт не вёлся, и это тоже часть картины — счётчика не было. Что считать и чем, разберём в третьем случае, там счёт прогонов и станет предметом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что оказалось. Три звена, и каждое следующее тянется из предыдущего.</a:t>
            </a:r>
          </a:p>
          <a:p/>
          <a:p>
            <a:r>
              <a:t>Первое. Изменили права. Кому — агенту в этом проекте. На что — запускать команды оболочки без подтверждения. Где — в режиме запуска сессии; файл хука никто не открывал, и это правда. Как — одним переключением, сразу на всю сессию.</a:t>
            </a:r>
          </a:p>
          <a:p/>
          <a:p>
            <a:r>
              <a:t>Второе, и вот оно неочевидное. Режим хуки не глушит: документация говорит прямо, что проверка с запретом останавливает вызов и в нём. Происходит другое. В этом режиме среда добавляет агенту указание предпочитать команды оболочки. Агент перестал звать правку файла и стал делать ту же правку через </a:t>
            </a:r>
            <a:r>
              <a:rPr>
                <a:latin typeface="Consolas"/>
              </a:rPr>
              <a:t>sed</a:t>
            </a:r>
            <a:r>
              <a:t> — это команда, которая подменяет строку прямо в файле.</a:t>
            </a:r>
          </a:p>
          <a:p/>
          <a:p>
            <a:r>
              <a:t>Третье. Условие срабатывания перечисляет имена инструментов. Правка и запись в перечне есть, оболочки нет. Проверка не сломалась — до неё просто не дошло.</a:t>
            </a:r>
          </a:p>
          <a:p/>
          <a:p>
            <a:r>
              <a:t>И нижняя строка. У одной модели указание активно, у двух других нет.</a:t>
            </a:r>
          </a:p>
          <a:p/>
          <a:p>
            <a:r>
              <a:t>Если спросят, зачем вообще включали этот режим: чтобы агент не переспрашивал на каждой команде. Причина бытовая и честная — режим включают ради скорости работы, а не ради обхода проверок, и в этом вся неприятность: никто не принимал решения ослабить барьер.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sed -i</a:t>
            </a:r>
            <a:r>
              <a:t>: потоковый редактор, который применяет правило замены к файлу. Ключ </a:t>
            </a:r>
            <a:r>
              <a:rPr>
                <a:latin typeface="Consolas"/>
              </a:rPr>
              <a:t>-i</a:t>
            </a:r>
            <a:r>
              <a:t> означает «править файл на месте», без копии. То есть результат ровно тот же, что у инструмента правки, — другой только путь, которым агент до файла добрался.</a:t>
            </a:r>
          </a:p>
          <a:p/>
          <a:p>
            <a:r>
              <a:t>Если спросят, почему проверку не предупредили: предупреждать некому. Условие срабатывания — это строка в файле настроек, она ни за чем не следит и ни о чём не узнаёт. Совпало имя — запустились, не совпало — ничего не произошло, и «ничего не произошло» наружу не печатается.</a:t>
            </a:r>
          </a:p>
          <a:p/>
          <a:p>
            <a:r>
              <a:t>Если спросят, не ошибка ли это среды: обращение по этому поводу заведено и закрыто. Обход известен — указание отключается настройкой. Но полагаться на это как на решение нельзя: режимов и указаний будет больше, а условие срабатывания по имени инструмента останется таким же хрупким.</a:t>
            </a:r>
          </a:p>
          <a:p/>
          <a:p>
            <a:r>
              <a:t>Если спросят, как это ловится вообще: подробным журналом запуска — в нём видно, какой инструмент вызывался и с чем сверялось условие. Команду назову на слайде свидетельств.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ходов. Каждый из них кто-то уже делал у себя, и каждый в своём случае правильный.</a:t>
            </a:r>
          </a:p>
          <a:p/>
          <a:p>
            <a:r>
              <a:t>Называйте любой и говорите, что он вам даст. Мне интереснее второе: из «что он даст» и вырастает выбор.</a:t>
            </a:r>
          </a:p>
          <a:p/>
          <a:p>
            <a:r>
              <a:t>Если сойдётесь на одном сразу — скажите тогда, в каком случае вы взяли бы соседний.</a:t>
            </a:r>
          </a:p>
          <a:p/>
          <a:p>
            <a:r>
              <a:t>И отдельно: эти решения друг друга не исключают. Можно назвать два, и пара тоже бывает верным ответом.</a:t>
            </a:r>
          </a:p>
          <a:p/>
          <a:p>
            <a:r>
              <a:t>Если спросят, что значит «расширить матчер»: дописать в перечень имён ещё одно — команды оболочки. Проверка после этого запускается и на них.</a:t>
            </a:r>
          </a:p>
          <a:p/>
          <a:p>
            <a:r>
              <a:t>Если спросят, чем от этого отличается «переписать логику»: матчер только отбирает вызовы, решение принимает скрипт. Переписать логику — значит смотреть на то, какой файл вызов собирается менять, и перестать опираться на имя инструмента. Тогда путь перестаёт иметь значение.</a:t>
            </a:r>
          </a:p>
          <a:p/>
          <a:p>
            <a:r>
              <a:t>Если спросят, зачем второй хук, если можно расширить первый: потому что проверки разные по сути. Одна читает готовые аргументы правки — имя файла там лежит прямым полем. Вторая получает строку команды и должна разобрать её сама. Это две разные программы, и держать их в одной — лишняя работа. Второй довод практический: первый хук работает, и его не хочется трогать.</a:t>
            </a:r>
          </a:p>
          <a:p/>
          <a:p>
            <a:r>
              <a:t>Если прозвучит «ничего не делать» — это честный ответ, и его надо разобрать вслух: он означает, что цена нарушения ниже цены починки. Здесь это не так, но сам ход законный, и в четвёртом случае мы его возьмём всерьёз.</a:t>
            </a:r>
          </a:p>
          <a:p/>
          <a:p>
            <a:r>
              <a:t>Если прозвучит «запретить агенту оболочку совсем»: сработает и сломает работу — сборку и тесты агент запускает той же оболочкой. Это тот случай, когда барьер останавливает нарушение вместе со всем остальным, и цену такого хода мы назовём на пределе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Теперь то, чем его проверяют, и то, во что обходится проверка пропущенная.</a:t>
            </a:r>
          </a:p>
          <a:p/>
          <a:p>
            <a:r>
              <a:t>В первом случае была цепочка из шести звеньев от объявления проверки до прочитанного ответа. Здесь я раскрываю одно звено — то, где сверяется условие срабатывания. Четырьмя способами оно не совпадает, и ни один из них не печатает ошибки.</a:t>
            </a:r>
          </a:p>
          <a:p/>
          <a:p>
            <a:r>
              <a:t>Первое: опечатка или другой регистр. Сверяются строки. Проверка при этом видна в списке, выглядит установленной и не запускается никогда.</a:t>
            </a:r>
          </a:p>
          <a:p/>
          <a:p>
            <a:r>
              <a:t>Второе — наш случай: имя правильное, инструмент другой.</a:t>
            </a:r>
          </a:p>
          <a:p/>
          <a:p>
            <a:r>
              <a:t>Третье: перечень задан списком вместо строки. Это ошибка схемы, и среда отклоняет весь файл настроек целиком.</a:t>
            </a:r>
          </a:p>
          <a:p/>
          <a:p>
            <a:r>
              <a:t>Четвёртое — то, что вы только что себе устроили, расширив перечень. Он теперь совпадает на каждом вызове оболочки.</a:t>
            </a:r>
          </a:p>
          <a:p/>
          <a:p>
            <a:r>
              <a:t>И вывод внизу. Условие, которое ничего не отбирает, и условие, которому нечего отбирать, снаружи неразличимы.</a:t>
            </a:r>
          </a:p>
          <a:p/>
          <a:p>
            <a:r>
              <a:t>Если спросят, как заставить проверку отказать нарочно: взять случай, который она обязана остановить, и выполнить его. Отказ должен быть виден сразу — текстом причины. Негативный контроль не менее важен: взять случай, который она обязана пропустить, и убедиться, что он прошёл. Проверено только то, что проверено с обеих сторон.</a:t>
            </a:r>
          </a:p>
          <a:p/>
          <a:p>
            <a:r>
              <a:t>Если спросят про журнал подробнее: ключ </a:t>
            </a:r>
            <a:r>
              <a:rPr>
                <a:latin typeface="Consolas"/>
              </a:rPr>
              <a:t>--debug-file</a:t>
            </a:r>
            <a:r>
              <a:t> сам в терминал ничего не печатает, журнал надо открыть отдельно. Строка, которую вы там ищете, называет имя инструмента и перечень, с которым оно сверялось.</a:t>
            </a:r>
          </a:p>
          <a:p/>
          <a:p>
            <a:r>
              <a:t>Если спросят, почему третий способ стоит рядом с остальными, если он ломает файл целиком: потому что в интерактивной сессии он не тихий — диалог с ошибкой показывается сразу при старте. Тихим он становится в запуске без человека. Разницу мы называли в первом случае, и она того стоит: по-настоящему молча рвётся одна неверная запись внутри файла, который в остальном работает.</a:t>
            </a:r>
          </a:p>
          <a:p/>
          <a:p>
            <a:r>
              <a:t>Если спросят, сколько совпадений набегает за задачу: это предмет следующего случая, там будет счёт и цена одного прогона.</a:t>
            </a:r>
          </a:p>
          <a:p/>
          <a:p>
            <a:r>
              <a:t>Если спросят, какую из четырёх проверок делать первой: ту, что сверху. Порядок строк здесь тот же, что в цепочке первого случая, — сверху вниз, и первое порванное звено объясняет всё, что под ним. Начинать с журнала запуска, пока проверка даже не видна в списке, значит читать подробности о том, чего не произошло.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Расширить матчер. Работает, когда путей к одному и тому же действию несколько и все они перечислимы. Это одна строка в настройках. Ограничение двойное: перечень закрыт, и широкий перечень запускает проверку на каждом вызове оболочки. Запомните второе — в следующем случае мы посчитаем, во что это обходится.</a:t>
            </a:r>
          </a:p>
          <a:p/>
          <a:p>
            <a:r>
              <a:t>Переписать логику. Проверяем предмет: какой файл правка трогает, а имя вызова перестаёт играть роль. Ограничение — предмет надо достать из строки команды, а форм у неё несколько.</a:t>
            </a:r>
          </a:p>
          <a:p/>
          <a:p>
            <a:r>
              <a:t>Поправить инструкции. Работает на мягком правиле и работает рядом с барьером. В одиночку — текст, и чем это кончается, мы видели.</a:t>
            </a:r>
          </a:p>
          <a:p/>
          <a:p>
            <a:r>
              <a:t>Поставить второй хук. Когда проверки разные по существу. Ограничение — сработают оба, и ответы надо свести.</a:t>
            </a:r>
          </a:p>
          <a:p/>
          <a:p>
            <a:r>
              <a:t>Вернуть режим. Закрывает сегодня один способ, не класс.</a:t>
            </a:r>
          </a:p>
          <a:p/>
          <a:p>
            <a:r>
              <a:t>Вывод внизу. Первое и четвёртое законны оба, и я говорю это прямо: разница в том, одна у вас проверка или две. Здесь она одна, поэтому расширяем матчер, а логику правим следом.</a:t>
            </a:r>
          </a:p>
          <a:p/>
          <a:p>
            <a:r>
              <a:t>Если спросят, почему мы не обсуждаем момент и жёсткость — до вызова или после, запретить или спросить: потому что здесь ломается не это. Момент выбран в первом случае и выбран верно: до вызова и запретить — единственное сочетание, при котором правка просто не случится. Запрет после исполнения ловит факт и годится для отката и уведомления, но правка к этому моменту уже в файле. Предупреждение до вызова — снова текст. Всё это осталось верным, и ни одно из этого не спасло: проверка не дошла до решения вовсе.</a:t>
            </a:r>
          </a:p>
          <a:p/>
          <a:p>
            <a:r>
              <a:t>Если спросят, можно ли взять сразу и первое, и второе: можно, и в большом проекте так и делают — широкий матчер и отдельный разбор команд оболочки в своём скрипте. Для нашей задачи это две программы там, где хватает одной.</a:t>
            </a:r>
          </a:p>
          <a:p/>
          <a:p>
            <a:r>
              <a:t>Если спросят, не проще ли запретить агенту оболочку совсем: той же оболочкой он запускает сборку, тесты и установку зависимостей. Барьер остановит нарушение вместе с работой. Торга здесь нет — останавливается всё.</a:t>
            </a:r>
          </a:p>
          <a:p/>
          <a:p>
            <a:r>
              <a:t>Если спросят про «вернуть режим» всерьёз: обход задокументирован в самом обращении — указание отключается настройкой среды. Как временная мера он честный; как решение он держится на том, что завтра никто не включит режим обратно.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поставили второй хук рядом с первым. На правке через </a:t>
            </a:r>
            <a:r>
              <a:rPr>
                <a:latin typeface="Consolas"/>
              </a:rPr>
              <a:t>sed</a:t>
            </a:r>
            <a:r>
              <a:t> совпали условия обоих. Агенту при этом уйдёт один ответ — вот как среда его получает.</a:t>
            </a:r>
          </a:p>
          <a:p/>
          <a:p>
            <a:r>
              <a:t>Первое. Запускаются обе проверки, одновременно. Они не знают друг о друге и ничего между собой не согласуют. Это важно: писать вторую, рассчитывая, что первая что-то уже решила, нельзя.</a:t>
            </a:r>
          </a:p>
          <a:p/>
          <a:p>
            <a:r>
              <a:t>Второе. Среда читает коды возврата. Код два блокирует вызов, и блокирует даже против «разрешить», напечатанного той же самой проверкой.</a:t>
            </a:r>
          </a:p>
          <a:p/>
          <a:p>
            <a:r>
              <a:t>Третье. Решения сводятся по старшинству. Запрет, отложить, спросить, разрешить — в этом порядке. Запрет одной перебивает разрешение другой.</a:t>
            </a:r>
          </a:p>
          <a:p/>
          <a:p>
            <a:r>
              <a:t>Четвёртое. Если решения не дала ни одна, решения нет вовсе — и это не «разрешено». Среда идёт обычным порядком разрешений и может спросить или отказать по своим правилам.</a:t>
            </a:r>
          </a:p>
          <a:p/>
          <a:p>
            <a:r>
              <a:t>Строка, которую стоит забрать: запрет сильнее разрешения. Два хука не договариваются — побеждает более строгий.</a:t>
            </a:r>
          </a:p>
          <a:p/>
          <a:p>
            <a:r>
              <a:t>Если спросят, что такое «отложить»: нишевое решение для прогонов без человека. Проверка завершается аккуратно и говорит, что вызов можно продолжить позже. В интерактивной работе оно почти не встречается, но в старшинстве стоит и однажды попадётся — поэтому и названо.</a:t>
            </a:r>
          </a:p>
          <a:p/>
          <a:p>
            <a:r>
              <a:t>Если спросят, можно ли остановить агента целиком, а не один вызов: можно, отдельным полем ответа. Оно старше любого решения по вызову и останавливает работу, а не вызов. В этой таблице его нет намеренно — здесь сводятся два ответа об одном вызове.</a:t>
            </a:r>
          </a:p>
          <a:p/>
          <a:p>
            <a:r>
              <a:t>Если спросят, зачем вообще два хука, если старшинство всё равно отдаёт победу запрету: затем, что они проверяют разное. Первая читает готовые аргументы правки, вторая разбирает строку команды. Старшинство нужно для случая, когда одна промолчала, а вторая отказала; спорить им не о чем.</a:t>
            </a:r>
          </a:p>
          <a:p/>
          <a:p>
            <a:r>
              <a:t>Если спросят, что будет при трёх и более проверках: то же самое. Порядок от их числа не зависит, и ни одна не получает преимущества оттого, что объявлена раньше в файле.</a:t>
            </a:r>
          </a:p>
          <a:p/>
          <a:p>
            <a:r>
              <a:t>Если спросят, как увидеть этот порядок у себя: встроенный список покажет обе проверки с их условиями, а подробный журнал запуска — какая что ответила на конкретном вызове. Обе команды я называл на прошлом слайде.</a:t>
            </a:r>
          </a:p>
          <a:p/>
          <a:p>
            <a:r>
              <a:t>Если спросят, не проще ли было поправить первый хук: проще, и разбор так и решил. Этот слайд о том, что бывает, когда выбрали иначе, — и это второй законный ход, у которого есть своя механика.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вы приняли верно. Я это подтверждаю — и провал всё равно про него.</a:t>
            </a:r>
          </a:p>
          <a:p/>
          <a:p>
            <a:r>
              <a:t>Три строки, в правой колонке одно и то же. Первая: проверка не уложилась в отведённый срок. Вызов ушёл дальше. И обратите внимание на связь с вашей же починкой: расширенный перечень совпадает теперь на каждом вызове оболочки, значит и срок выходит чаще, чем выходил до расширения.</a:t>
            </a:r>
          </a:p>
          <a:p/>
          <a:p>
            <a:r>
              <a:t>Вторая: нет вспомогательной утилиты, скрипт умер на первой строке и отдал код один. Код один, как мы разбирали, ничего не блокирует.</a:t>
            </a:r>
          </a:p>
          <a:p/>
          <a:p>
            <a:r>
              <a:t>Третья: поле решения положено снаружи обёртки. Разбор прошёл, поле отброшено, в записи сессии ни строчки. Внутри обёртки, где среда читает, пусто.</a:t>
            </a:r>
          </a:p>
          <a:p/>
          <a:p>
            <a:r>
              <a:t>Теперь ради чего они собраны вместе. Вы приняли решение. Файл с расширенным перечнем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решение — ещё не барьер. Барьер — это решение плюс доказательство, что оно отказало громко хотя бы раз.</a:t>
            </a:r>
          </a:p>
          <a:p/>
          <a:p>
            <a:r>
              <a:t>Если спросят, как лечится первая строка: увеличить срок — мера на один раз. Настоящая починка — сузить условие срабатывания обратно, чтобы проверка запускалась реже, или ускорить сам скрипт. Это целиком предмет следующего случая, там будут числа.</a:t>
            </a:r>
          </a:p>
          <a:p/>
          <a:p>
            <a:r>
              <a:t>Если спросят, почему именно </a:t>
            </a:r>
            <a:r>
              <a:rPr>
                <a:latin typeface="Consolas"/>
              </a:rPr>
              <a:t>jq</a:t>
            </a:r>
            <a:r>
              <a:t>: это ходовая утилита для разбора ответа среды, её вызывают первой строкой скрипта. На машине разработчика она есть, на чистой машине или в сборочном окружении может не быть, и официальная подсказка по устранению неполадок называет ровно это сообщение.</a:t>
            </a:r>
          </a:p>
          <a:p/>
          <a:p>
            <a:r>
              <a:t>Если спросят, какой уровень вложенности правильный: решение лежит внутри поля </a:t>
            </a:r>
            <a:r>
              <a:rPr>
                <a:latin typeface="Consolas"/>
              </a:rPr>
              <a:t>hookSpecificOutput</a:t>
            </a:r>
            <a:r>
              <a:t>, рядом с именем события. Положенное на уровень выше, рядом с самой обёрткой, оно разбирается без ошибки и отбрасывается. Ошибка выглядит как опечатка в одну скобку и стоит целого барьера.</a:t>
            </a:r>
          </a:p>
          <a:p/>
          <a:p>
            <a:r>
              <a:t>Если спросят про четвёртый адрес, которого здесь нет: та же проверка, объявленная в шапке субагента — в его собственном файле описания, — может не сработать, хотя она же в файле настроек проекта срабатывает. Обращение заведено и не закрыто. Я не выношу это на экран: субагенты — тема следующего занятия, и проверить этот довод сегодня нечем. Запомнить стоит одно: место объявления проверки — такой же её параметр, как условие срабатывания, и работает он не везде одинаково.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До какого момента его хватает.</a:t>
            </a:r>
          </a:p>
          <a:p/>
          <a:p>
            <a:r>
              <a:t>Хватает, пока есть доказательство, что проверка срабатывает на новом пути. Не на старом — именно на том, которым агент ушёл. Без этого «запретить» и «пропустить» снаружи одинаковы, и мы это уже видели на трёх способах.</a:t>
            </a:r>
          </a:p>
          <a:p/>
          <a:p>
            <a:r>
              <a:t>Доказательство не разовое. Среду обновили, права поменяли — проверяем заново.</a:t>
            </a:r>
          </a:p>
          <a:p/>
          <a:p>
            <a:r>
              <a:t>Вторая строка про сам перечень. Он закрыт по построению: в нём ровно то, что вы в него вписали. Путь, которого в нём нет, проходит молча, и тогда опорой становится предмет правки.</a:t>
            </a:r>
          </a:p>
          <a:p/>
          <a:p>
            <a:r>
              <a:t>Барьер отвечает правильно и вовремя. Сколько он стоит?</a:t>
            </a:r>
          </a:p>
          <a:p/>
          <a:p>
            <a:r>
              <a:t>Если спросят, как именно заставить проверку отказать громко: берёте ровно тот путь, который чинили, — правку через команду оболочки, — и выполняете её на защищённом файле. Отказ обязан быть виден текстом причины. Потом берёте разрешённый файл и убеждаетесь, что правка прошла. Проверено только то, что проверено с обеих сторон.</a:t>
            </a:r>
          </a:p>
          <a:p/>
          <a:p>
            <a:r>
              <a:t>Если спросят, почему «после каждой смены прав»: потому что именно смена прав этот случай и породила. Режим переключили ради удобства, барьер при этом никто не считал затронутым — и он перестал работать. Права и барьер связаны, хотя на вид лежат в разных местах.</a:t>
            </a:r>
          </a:p>
          <a:p/>
          <a:p>
            <a:r>
              <a:t>Если спросят, что значит «проверять предмет» на практике: скрипт достаёт из описания вызова путь файла и сверяет его со списком защищённых. Для правки файла путь приходит готовым полем; для команды оболочки его надо разобрать из строки, и разбор этот честно сложный — формы у команды разные, и часть из них мы перечислили в первом случае.</a:t>
            </a:r>
          </a:p>
          <a:p/>
          <a:p>
            <a:r>
              <a:t>Если спросят, не честнее ли сразу писать проверку по предмету: честнее и дороже. Начинают с перечня имён, потому что он делается за минуту; переходят к предмету, когда перечень перестал закрываться. Порядок здесь такой же, как с любым барьером: сначала дешёвое и проверяемое, потом точное.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наблюдения, и оба знакомые. Файл написан хорошо, лежит на месте — а агент его не открывает. И зеркальное: открывается там, где не нужен, и платит контекстом в каждой второй сессии.</a:t>
            </a:r>
          </a:p>
          <a:p/>
          <a:p>
            <a:r>
              <a:t>Общее у них одно. Решает это не содержимое. Тело скилла в контексте не лежит: до срабатывания модель видит одну строку. И по ней решает, открывать файл или нет. Весь кейс — про эту строку.</a:t>
            </a:r>
          </a:p>
          <a:p/>
          <a:p>
            <a:r>
              <a:t>Если спросят, что будет дальше: перечень скиллов этой самой сессии, настоящий, снятый с машины, на которой сделано занятие. По нему и видно, что читает модель, когда выбирает. Тег наверху — три части описания и две длины, которые путают между собой; обе цифры прозвучат.</a:t>
            </a:r>
          </a:p>
          <a:p/>
          <a:p>
            <a:r>
              <a:t>Если спросят, при чём тут предыдущий кейс: там файл инструкций спорил сам с собой, и починка была — вынести процедуру в отдельный скилл. Вынесли. Теперь выясняется, что вынести мало: вынесенное надо ещё уметь позвать, и зовёт его не человек.</a:t>
            </a:r>
          </a:p>
          <a:p/>
          <a:p>
            <a:r>
              <a:t>Если спросят, почему кейс не про то, как писать скиллы целиком: тело мы собирали разделом раньше, и тело получается рабочее. Этот кейс про то, что между рабочим телом и сработавшим скиллом стоит ещё одна вещь — строка, которую видит модель.</a:t>
            </a:r>
          </a:p>
          <a:p/>
          <a:p>
            <a:r>
              <a:t>Если спросят про счёт в теге: три части описания — что делает, когда звать, когда не звать. Две длины — предел самого поля и предел строки в перечне. Числа разные, путают их постоянно, и из этой путаницы растёт правило, которое отсюда стоит унести.</a:t>
            </a:r>
          </a:p>
          <a:p/>
          <a:p>
            <a:r>
              <a:t>Если спросят, можно ли вообще обойтись без описания: можно, если звать скилл по имени руками. Тогда модель его не выбирает, и описание ей не нужно. Это отдельный режим, и к нему мы придём на пределе применимости, в конце кейса.</a:t>
            </a:r>
          </a:p>
          <a:p/>
          <a:p>
            <a:r>
              <a:t>Если спросят, почему проблема сформулирована с двух сторон сразу: потому что чинятся они одним и тем же текстом и тянут его в разные стороны. Описание, которое ловит всё, открывается лишний раз; описание, которое ловит только своё, промахивается. Весь кейс — про эту пару.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 и не макет — снимок с рабочей машины.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описание, и они совпадают. Так же выглядят следующие шесть и ещё пять ниже. Выбивается одна — </a:t>
            </a:r>
            <a:r>
              <a:rPr>
                <a:latin typeface="Consolas"/>
              </a:rPr>
              <a:t>pre-user-gate</a:t>
            </a:r>
            <a:r>
              <a:t>: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Команда </a:t>
            </a:r>
            <a:r>
              <a:rPr>
                <a:latin typeface="Consolas"/>
              </a:rPr>
              <a:t>head -3</a:t>
            </a:r>
            <a:r>
              <a:t> печатает первые три строки файла. Первая — заголовок. Третья — нормальное человеческое описание.</a:t>
            </a:r>
          </a:p>
          <a:p/>
          <a:p>
            <a:r>
              <a:t>Содержание есть. Оно лежит на строку ниже того места, откуда среда берёт описание. Фронтматтера нет — описанием становится первая непустая строка, а это заголовок, который дублирует имя.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 — она печатает первые пять строк каждого. Тринадцать выводов, двенадцать начинаются решёткой.</a:t>
            </a:r>
          </a:p>
          <a:p/>
          <a:p>
            <a:r>
              <a:t>Если спросят, что такое фронтматтер: блок в самом начале файла между двумя строками из трёх дефисов, в формате «ключ: значение». Среда читает оттуда имя и описание. Нет блока — нечего читать, и описание берётся из первой строки текста.</a:t>
            </a:r>
          </a:p>
          <a:p/>
          <a:p>
            <a:r>
              <a:t>Если спросят, почему авторы этого не заметили: потому что прямой вызов по имени работает и без фронтматтера. Набрал слэш, имя — скилл открылся. Ломается только автоматический выбор, а его отсутствие выглядит как «модель решила, что не нужно».</a:t>
            </a:r>
          </a:p>
          <a:p/>
          <a:p>
            <a:r>
              <a:t>Если спросят, что делает звёздочка в </a:t>
            </a:r>
            <a:r>
              <a:rPr>
                <a:latin typeface="Consolas"/>
              </a:rPr>
              <a:t>.claude/skills/*/SKILL.md</a:t>
            </a:r>
            <a:r>
              <a:t>: оболочка подставляет вместо неё все имена каталогов внутри </a:t>
            </a:r>
            <a:r>
              <a:rPr>
                <a:latin typeface="Consolas"/>
              </a:rPr>
              <a:t>skills</a:t>
            </a:r>
            <a:r>
              <a:t>, и команда отрабатывает по каждому найденному файлу сразу.</a:t>
            </a:r>
          </a:p>
          <a:p/>
          <a:p>
            <a:r>
              <a:t>Если спросят, почему это курс про себя: потому что проверяемо. Любой может склонировать репозиторий и повторить команду. Пример, который бьёт по автору, стоит дороже любого придуманного.</a:t>
            </a:r>
          </a:p>
          <a:p/>
          <a:p>
            <a:r>
              <a:t>Если спросят, сколько это стоило: ничего и всё сразу. Скиллы работали — их звали руками. Автоматически за всё время не открылся ни один, и узнали мы это, когда стали готовить этот кейс.</a:t>
            </a:r>
          </a:p>
          <a:p/>
          <a:p>
            <a:r>
              <a:t>Если спросят, чинится ли это разом по всем тринадцати: да, механически — дописать каждому файлу фронтматтер с именем и описанием. Работа на полчаса. Трудная часть другая: какой текст туда класть. Ровно ей и занят остаток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то, что нужно держать в голове весь кейс. В системный промпт уходят имя и описание, по ним и делается выбор. Тела файла там нет вовсе.</a:t>
            </a:r>
          </a:p>
          <a:p/>
          <a:p>
            <a:r>
              <a:t>Справа — петля, замкнутая сама на себя. Бюджет перечня около процента окна. При переполнении среда отнимает описания, начиная с тех скиллов, которые вызывают реже всего: первым теряет текст тот, кто и так ни разу не сработал, — и дальше не сработает уже поэтому.</a:t>
            </a:r>
          </a:p>
          <a:p/>
          <a:p>
            <a:r>
              <a:t>Две длины, и их путают. Поле описания — тысяча двадцать четыре знака. Строка перечня — тысяча пятьсот тридцать шесть, и обрезается у неё конец. Отсюда правило: ключевой случай — первым. Теряете вы хвост. Значит в хвост кладут то, без чего можно обойтись, а не то, ради чего скилл писали. Правило простое, и его стоит унести отсюда целиком.</a:t>
            </a:r>
          </a:p>
          <a:p/>
          <a:p>
            <a:r>
              <a:t>Если спросят про запас: нашей деке урезание не грозит — тринадцать скиллов, около тысячи трёхсот токенов против примерно двух тысяч бюджета. Порог далёк, знать надо механизм.</a:t>
            </a:r>
          </a:p>
          <a:p/>
          <a:p>
            <a:r>
              <a:t>Если спросят, почему длины две и какая из них главная: они про разные вещи. Тысяча двадцать четыре — предел самого поля, его проверяет валидатор при записи файла. Тысяча пятьсот тридцать шесть — потолок на одну запись в перечне, и в неё входит описание вместе с полем «когда звать». Первая ограничивает, что вы можете написать; вторая — сколько из написанного модель увидит.</a:t>
            </a:r>
          </a:p>
          <a:p/>
          <a:p>
            <a:r>
              <a:t>Если спросят, как узнать, что твоё описание урезали: напрямую никак, и это худшая часть. Предупреждения нет, в журнале следа нет. Видно только по поведению: скилл перестал открываться там, где открывался раньше.</a:t>
            </a:r>
          </a:p>
          <a:p/>
          <a:p>
            <a:r>
              <a:t>Если спросят, как считается процент окна: от окна той модели, которая работает в сессии. Окно больше — бюджет перечня больше. Поэтому один и тот же каталог на одной модели помещается целиком, а на другой начинает терять хвосты.</a:t>
            </a:r>
          </a:p>
          <a:p/>
          <a:p>
            <a:r>
              <a:t>Если спросят, что именно считается «вызывается реже всего»: среда ведёт свой счёт срабатываний. Деталей она не публикует, и полагаться на этот порядок я бы не стал — закладываться надо на то, что урезание вообще возможно.</a:t>
            </a:r>
          </a:p>
          <a:p/>
          <a:p>
            <a:r>
              <a:t>Если спросят, считать ли знаки руками: не нужно. Практическое правило — держать описание в пределах двух-трёх строк и ставить ключевой случай первым. В эти пределы уложится любое описание, которое человек вообще способен прочесть.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и той же строки. Это настоящий </a:t>
            </a:r>
            <a:r>
              <a:rPr>
                <a:latin typeface="Consolas"/>
              </a:rPr>
              <a:t>build-deck</a:t>
            </a:r>
            <a:r>
              <a:t> — тот самый, который минуту назад висел в перечне как имя-дубль.</a:t>
            </a:r>
          </a:p>
          <a:p/>
          <a:p>
            <a:r>
              <a:t>Проверок две, и обе обязательны. Попросили «пересобери деку лекции» — скилл должен открыться сам, без имени и без слэша. Попросили «поправь опечатку в заголовке слайда» — открыться не должен, потому что делать ему там нечего, а контекст он съест.</a:t>
            </a:r>
          </a:p>
          <a:p/>
          <a:p>
            <a:r>
              <a:t>Выберите строку, которая пройдёт обе. Не ту, которая красивее, а ту, которая проходит обе.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Если спросят, можно ли брать несколько: можно, и это полезный ответ — скажите, какие и чем они отличаются между собой.</a:t>
            </a:r>
          </a:p>
          <a:p/>
          <a:p>
            <a:r>
              <a:t>Если выберут первую, «Собирает презентацию»: самый частый довод — «коротко и по делу, модель поймёт». Понять-то поймёт, а совпасть ей не с чем: просят словами «дека» и «слайды», и ни одного из них в строке нет.</a:t>
            </a:r>
          </a:p>
          <a:p/>
          <a:p>
            <a:r>
              <a:t>Если выберут вторую, «Собирает деку из </a:t>
            </a:r>
            <a:r>
              <a:rPr>
                <a:latin typeface="Consolas"/>
              </a:rPr>
              <a:t>deck.yaml</a:t>
            </a:r>
            <a:r>
              <a:t> и </a:t>
            </a:r>
            <a:r>
              <a:rPr>
                <a:latin typeface="Consolas"/>
              </a:rPr>
              <a:t>slides</a:t>
            </a:r>
            <a:r>
              <a:t>»: довод обычно «названы конкретные файлы, промахнуться негде». Первую проверку она и правда проходит. Вторую — нет, и это надо вытащить вопросом: а если попросят поправить опечатку в слайде, что сделает скилл?</a:t>
            </a:r>
          </a:p>
          <a:p/>
          <a:p>
            <a:r>
              <a:t>Если выберут третью, с «используй, когда просят пересобрать деку»: довод — «сказано, когда звать, этого достаточно». Почти достаточно. Спросите, что в ней сказано про случай, когда звать не надо.</a:t>
            </a:r>
          </a:p>
          <a:p/>
          <a:p>
            <a:r>
              <a:t>Если выберут пятую, набор ключевых слов: довод — «модель ищет по словам, значит дадим ей слова». Это самое частое инженерное заблуждение из пяти, и ждать его стоит отдельно. Выбор идёт по смыслу написанного, а не по совпадению слов.</a:t>
            </a:r>
          </a:p>
          <a:p/>
          <a:p>
            <a:r>
              <a:t>Если спросят, почему все пять про один скилл: чтобы разница была только в тексте описания. Файл, тело, имя — одни и те же.</a:t>
            </a:r>
          </a:p>
          <a:p/>
          <a:p>
            <a:r>
              <a:t>Если никто не назовёт четвёртую: это нормальный исход, и разбор от него не ломается. «Когда НЕ звать» почти никогда не приходит залу само — на том и стоит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колонкам, и колонки отвечают на разные вопросы. Средняя — где эта редакция права; правая — где она промахивается. Выбор выводится из пары, а не объявляется сверху.</a:t>
            </a:r>
          </a:p>
          <a:p/>
          <a:p>
            <a:r>
              <a:t>Первая карточка. Права она там, где слово «презентация» и есть рабочее: в проекте, где так просят. У нас просят «дека» и «слайды», ни одного из них в строке нет. Скилл промолчит там, где нужен.</a:t>
            </a:r>
          </a:p>
          <a:p/>
          <a:p>
            <a:r>
              <a:t>Вторая. Предмет назван словами запроса, и первую проверку она проходит. Ограничение — «поправь опечатку в слайде» тоже про слайды. Откроется там, где не нужен, и будет открываться постоянно.</a:t>
            </a:r>
          </a:p>
          <a:p/>
          <a:p>
            <a:r>
              <a:t>Третья. Назван повод, а не только предмет, и это шаг вперёд. И она законна: в проекте, где спутать скилл не с чем, её достаточно. Ограничение — запрет не сказан, значит не действует.</a:t>
            </a:r>
          </a:p>
          <a:p/>
          <a:p>
            <a:r>
              <a:t>Четвёртая. Повод назван и соседний случай отсечён. Разница с третьей ровно в одном обороте: «но не для правки одного слайда».</a:t>
            </a:r>
          </a:p>
          <a:p/>
          <a:p>
            <a:r>
              <a:t>Пятая. Набор слов работает как подсказка человеку. Модель выбирает по смыслу написанного, и без глагола не сказано, что скилл делает.</a:t>
            </a:r>
          </a:p>
          <a:p/>
          <a:p>
            <a:r>
              <a:t>Отсюда и состав: что делает, когда звать, когда не звать. Длина ни при чём — третья длиннее целевой и всё равно промахивается.</a:t>
            </a:r>
          </a:p>
          <a:p/>
          <a:p>
            <a:r>
              <a:t>Если спросят, почему третья и четвёртая не равны, раз обе законны: они равны ровно до того момента, пока рядом не появился второй скилл про слайды. У нас он есть. Как только сосед появился, разделить их может только текст, и третья этого не делает.</a:t>
            </a:r>
          </a:p>
          <a:p/>
          <a:p>
            <a:r>
              <a:t>Если спросят, почему первое лицо запрещено: описание адресовано модели, и она читает его как сведения о скилле. Обращения к себе она в нём не ищет.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</a:t>
            </a:r>
          </a:p>
          <a:p/>
          <a:p>
            <a:r>
              <a:t>Если спросят, что делать, когда соседний скилл описан похоже: текстом это уже не чинится, и об этом будет предел применимости в конце кейса. Короткий ответ: либо развести области, либо выключить автоматический выбор флагом.</a:t>
            </a:r>
          </a:p>
          <a:p/>
          <a:p>
            <a:r>
              <a:t>Если спросят, проверяет ли кто-нибудь описание автоматически: длину — да, валидатор при записи. Смысл — никто. Обе проверки, которые мы сейчас прогнали, делаются руками и голосом.</a:t>
            </a:r>
          </a:p>
          <a:p/>
          <a:p>
            <a:r>
              <a:t>Если выбирали по длине: поставьте третью и четвёртую рядом и прочтите вслух. Третья длиннее, и она проваливается. Решает состав, и длина про него ничего не сообщает.</a:t>
            </a:r>
          </a:p>
          <a:p/>
          <a:p>
            <a:r>
              <a:t>Если спросят, сколько всего таких описаний в репозитории курса: тринадцать, и двенадцать из них описания не имеют вовсе — это мы только что видели в перечне. То есть разбор не умозрительный: по этой же таблице предстоит переписать двенадцать настоящих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t>Первый: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и ровно поэтому дефект незаметен.</a:t>
            </a:r>
          </a:p>
          <a:p/>
          <a:p>
            <a:r>
              <a:t>Третья строка — та, которую мы сейчас соберём. Чем третий вариант обязан отличаться от второго?</a:t>
            </a:r>
          </a:p>
          <a:p/>
          <a:p>
            <a:r>
              <a:rPr i="1"/>
              <a:t>Жду ответ. «Сказать, когда звать» приходит почти всегда.</a:t>
            </a:r>
          </a:p>
          <a:p/>
          <a:p>
            <a:r>
              <a:t>Дальше три вопроса, по одному ответу на каждый. Что этот скилл делает. По каким словам его будут звать. И где он сработать не должен.</a:t>
            </a:r>
          </a:p>
          <a:p/>
          <a:p>
            <a:r>
              <a:rPr i="1"/>
              <a:t>Записываю словами зала, своих формулировок не подставляю.</a:t>
            </a:r>
          </a:p>
          <a:p/>
          <a:p>
            <a:r>
              <a:t>Если спросят, почему именно три вопроса: потому что три части описания, и каждая отвечает на свой. Первое предложение — что делает, третьим лицом. Второе — по каким словам звать. Третье — явное «не для…». Разобранная минуту назад таблица дала ровно этот состав.</a:t>
            </a:r>
          </a:p>
          <a:p/>
          <a:p>
            <a:r>
              <a:t>Если третья часть не приходит: это нормальный и ожидаемый исход. «Когда НЕ звать» почти никогда не называют сами — и это тот самый пропуск, из которого растёт лишнее срабатывание в каждой второй сессии.</a:t>
            </a:r>
          </a:p>
          <a:p/>
          <a:p>
            <a:r>
              <a:t>Если спросят, что за скилл мы пишем: </a:t>
            </a:r>
            <a:r>
              <a:rPr>
                <a:latin typeface="Consolas"/>
              </a:rPr>
              <a:t>deploy</a:t>
            </a:r>
            <a:r>
              <a:t> для демо-репозитория </a:t>
            </a:r>
            <a:r>
              <a:rPr>
                <a:latin typeface="Consolas"/>
              </a:rPr>
              <a:t>signup-landing</a:t>
            </a:r>
            <a:r>
              <a:t>, каталог </a:t>
            </a:r>
            <a:r>
              <a:rPr>
                <a:latin typeface="Consolas"/>
              </a:rPr>
              <a:t>.claude/skills/deploy/</a:t>
            </a:r>
            <a:r>
              <a:t>. На дереве он помечен «по плану, коммита пока нет» — пишем мы его сейчас и по-настоящему.</a:t>
            </a:r>
          </a:p>
          <a:p/>
          <a:p>
            <a:r>
              <a:t>Если спросят про запрещённые формулировки дословно: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 «Помогает с деплоем» — их точный перевод, и попал он сюда не случайно.</a:t>
            </a:r>
          </a:p>
          <a:p/>
          <a:p>
            <a:r>
              <a:t>Если спросят, почему прямой вызов работает без фронтматтера: потому что по имени каталог находится и так. Фронтматтер нужен только тому, кто выбирает сам, — модели.</a:t>
            </a:r>
          </a:p>
          <a:p/>
          <a:p>
            <a:r>
              <a:t>Если спросят, обязателен ли порядок частей: порядок именно такой, и причина у него механическая. Перечень обрезает конец, а не начало. Значит, первым идёт то, без чего скилл не позовут вовсе, — что он делает; последним то, что потерять дешевле.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получилось из трёх ответов. Первое предложение — что делает, третьим лицом. Второе — по каким словам звать, и слова настоящие: задеплоить, выкатить, опубликовать. И явное «не для обычных правок кода без деплоя».</a:t>
            </a:r>
          </a:p>
          <a:p/>
          <a:p>
            <a:r>
              <a:t>Сверяем с тем, что продиктовал зал. Если формулировки другие — берём их: важен состав, а слова ваши подойдут лучше моих.</a:t>
            </a:r>
          </a:p>
          <a:p/>
          <a:p>
            <a:r>
              <a:t>Две проверки внизу. Первая очевидная. Вторая — та, которую почти всегда пропускают: просим поправить опечатку в вёрстке, и открыться скилл не должен. Если открылся, описание слишком широкое. И вы купили себе лишнее срабатывание в каждой второй сессии.</a:t>
            </a:r>
          </a:p>
          <a:p/>
          <a:p>
            <a:r>
              <a:t>Обратите внимание: все три части на месте и ни одна не длинная. Тут около двухсот пятидесяти знаков при поле в тысячу двадцать четыре — запас есть, и тратить его на красивые обороты смысла нет.</a:t>
            </a:r>
          </a:p>
          <a:p/>
          <a:p>
            <a:r>
              <a:t>Если спросят про три слова подряд: они не для полноты. Это три разных способа попросить одно и то же, и все три звучат в работе. Чем ближе слова к тем, которыми просят, тем увереннее попадание.</a:t>
            </a:r>
          </a:p>
          <a:p/>
          <a:p>
            <a:r>
              <a:t>Если спросят, что считается «слишком широким»: описание, под которое подходит соседняя задача, которой скилл не занимается. Проверяется это вторым запросом, а не чтением текста. Прочитать своё описание и признать его узким легко — на то оно и своё.</a:t>
            </a:r>
          </a:p>
          <a:p/>
          <a:p>
            <a:r>
              <a:t>Если зал предложил что-то вроде «помогает с деплоем»,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</a:t>
            </a:r>
          </a:p>
          <a:p/>
          <a:p>
            <a:r>
              <a:t>Если спросят, когда правка станет видна: в существующем каталоге — сразу; если каталог только что создан, нужен </a:t>
            </a:r>
            <a:r>
              <a:rPr>
                <a:latin typeface="Consolas"/>
              </a:rPr>
              <a:t>/reload-skills</a:t>
            </a:r>
            <a:r>
              <a:t>, он перечитывает каталог скиллов заново.</a:t>
            </a:r>
          </a:p>
          <a:p/>
          <a:p>
            <a:r>
              <a:t>Если спросят, не слишком ли длинное получилось описание: оно укладывается в оба предела с запасом — тут около двухсот пятидесяти знаков при поле в тысячу двадцать четыре. Запас есть, и тратить его на красивые обороты смысла нет.</a:t>
            </a:r>
          </a:p>
          <a:p/>
          <a:p>
            <a:r>
              <a:t>Если спросят, почему «не для обычных правок кода» сформулировано так широко: потому что отсекать надо класс задач, а не один пример. Перечислить все правки кода нельзя, а назвать их классом — можно.</a:t>
            </a:r>
          </a:p>
          <a:p/>
          <a:p>
            <a:r>
              <a:t>Если спросят, нужно ли перечислять все синонимы подряд: нет, и места на это не хватит. Трёх-четырёх настоящих слов достаточно; придуманные синонимы, которых никто не произносит, только съедают знаки.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Наивный вариант коварнее, чем кажется: текст годный, скилл сработает, и поэтому дефект незаметен. Не сказано одного — какой именно командой. Модель угадает заново, и задача угадывания остаётся на месте и переезжает внутрь скилла, где её труднее заметить.</a:t>
            </a:r>
          </a:p>
          <a:p/>
          <a:p>
            <a:r>
              <a:t>Нижняя карточка — пять шагов с пустыми местами. Назовите команду на каждом. Четвёртый и пятый шаг команд не имеют: они исполняются руками.</a:t>
            </a:r>
          </a:p>
          <a:p/>
          <a:p>
            <a:r>
              <a:rPr i="1"/>
              <a:t>Иду по шагам, спрашиваю на каждом: какой командой?</a:t>
            </a:r>
          </a:p>
          <a:p/>
          <a:p>
            <a:r>
              <a:t>Если на четвёртом и пятом шаге начнут придумывать команду: её нет, они исполняются руками, и выдумывать незачем — на слайде её тоже нет.</a:t>
            </a:r>
          </a:p>
          <a:p/>
          <a:p>
            <a:r>
              <a:t>Если спросят, почему нельзя написать «собрать проект» и положиться на модель: потому что в репозитории способов сборки обычно несколько — старый скрипт, новый, и ещё один в документации. Модель выберет любой из них, и выберет заново в каждой сессии. Скилл пишут ровно для того, чтобы выбор был сделан один раз.</a:t>
            </a:r>
          </a:p>
          <a:p/>
          <a:p>
            <a:r>
              <a:t>Если спросят, не устареет ли литеральная команда: устареет, и это честная цена. Зато устаревание видно: команда падает, и её чинят. Угаданная команда не падает — она просто иногда делает не то.</a:t>
            </a:r>
          </a:p>
          <a:p/>
          <a:p>
            <a:r>
              <a:t>Если спросят, откуда взяты сами команды: из демо-репозитория </a:t>
            </a:r>
            <a:r>
              <a:rPr>
                <a:latin typeface="Consolas"/>
              </a:rPr>
              <a:t>signup-landing</a:t>
            </a:r>
            <a:r>
              <a:t>, того самого, с которым мы работаем всё занятие. Это не иллюстрация — это его настоящий порядок выкатки.</a:t>
            </a:r>
          </a:p>
          <a:p/>
          <a:p>
            <a:r>
              <a:t>Если спросят, что делать с шагами, у которых команды нет: оставлять словами и говорить это вслух. Пятый шаг — запись в журнал задач; он ручной, и притворяться, что его можно автоматизировать, не нужно.</a:t>
            </a:r>
          </a:p>
          <a:p/>
          <a:p>
            <a:r>
              <a:t>Если спросят, сколько шагов нормально: столько, сколько в процедуре, но каждый — проверяемый. Шаг, про который нельзя сказать, выполнен он или нет, в теле скилла бесполезен.</a:t>
            </a:r>
          </a:p>
          <a:p/>
          <a:p>
            <a:r>
              <a:t>Если спросят, чем это отличается от обычного скрипта: тем, что скилл читает модель, а не оболочка. Скрипт выполняется целиком и молча; тело скилла — это инструкция агенту, который может остановиться на середине, увидеть красный тест и доложить. Литеральные команды нужны обоим, а решение «идти дальше или нет» есть только у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 Каждый шаг называет действие целиком, а не намерение.</a:t>
            </a:r>
          </a:p>
          <a:p/>
          <a:p>
            <a:r>
              <a:t>Разберём три команды, они не всем одинаково знакомы. </a:t>
            </a:r>
            <a:r>
              <a:rPr>
                <a:latin typeface="Consolas"/>
              </a:rPr>
              <a:t>npm run build</a:t>
            </a:r>
            <a:r>
              <a:t> запускает сборку, описанную в самом проекте: превращает исходники в готовые файлы сайта и складывает их в каталог </a:t>
            </a:r>
            <a:r>
              <a:rPr>
                <a:latin typeface="Consolas"/>
              </a:rPr>
              <a:t>dist</a:t>
            </a:r>
            <a:r>
              <a:t>. Код выхода ноль означает, что сборка дошла до конца.</a:t>
            </a:r>
          </a:p>
          <a:p/>
          <a:p>
            <a:r>
              <a:rPr>
                <a:latin typeface="Consolas"/>
              </a:rPr>
              <a:t>npx playwright test</a:t>
            </a:r>
            <a:r>
              <a:t> открывает сайт в настоящем браузере и проходит форму так, как прошёл бы человек. Зелёным называют прогон, где ни одна проверка не упала.</a:t>
            </a:r>
          </a:p>
          <a:p/>
          <a:p>
            <a:r>
              <a:rPr>
                <a:latin typeface="Consolas"/>
              </a:rPr>
              <a:t>wrangler pages deploy dist</a:t>
            </a:r>
            <a:r>
              <a:t> выкладывает содержимое каталога на хостинг. Дальше ловушка: имя проекта в конце. Почти всегда его забывают, а без него команда публикует не туда.</a:t>
            </a:r>
          </a:p>
          <a:p/>
          <a:p>
            <a:r>
              <a:t>Честная арифметика: шагов пять, литеральных команд три. Четвёртый и пятый исполняются руками. Придумывать им команду незачем — на слайде её нет.</a:t>
            </a:r>
          </a:p>
          <a:p/>
          <a:p>
            <a:r>
              <a:t>И правило с другой стороны, про соблазн быть полным: не предлагать несколько способов без необходимости. Ровно один — тот, что в этом репозитории действительно работает.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npx</a:t>
            </a:r>
            <a:r>
              <a:t>: запускает программу, не устанавливая её в проект насовсем. Берёт нужную версию на время прогона и после себя не оставляет ничего.</a:t>
            </a:r>
          </a:p>
          <a:p/>
          <a:p>
            <a:r>
              <a:t>Если спросят, почему код выхода назван прямо в тексте шага: потому что «собралось» и «команда завершилась» — разные события. Сборка умеет падать и печатать при этом много обнадёживающего текста. Код выхода — то, что проверяется однозначно.</a:t>
            </a:r>
          </a:p>
          <a:p/>
          <a:p>
            <a:r>
              <a:t>Если спросят, обязателен ли именно </a:t>
            </a:r>
            <a:r>
              <a:rPr>
                <a:latin typeface="Consolas"/>
              </a:rPr>
              <a:t>wrangler</a:t>
            </a:r>
            <a:r>
              <a:t>: нет, он привязан к нашему хостингу. У вас будет своя команда выкатки, и правило от этого не меняется: одна команда, названная целиком, вместе с тем параметром, который указывает цель.</a:t>
            </a:r>
          </a:p>
          <a:p/>
          <a:p>
            <a:r>
              <a:t>Если спросят, почему ручные шаги вообще оставлены в скилле: потому что они часть процедуры. Скилл — это записанный порядок, а не только набор команд. Шаг, который делают руками, пропускают ровно тогда, когда он нигде не записан.</a:t>
            </a:r>
          </a:p>
          <a:p/>
          <a:p>
            <a:r>
              <a:t>Если спросят, не устареют ли команды: устареют, и чинить их придётся. Зато устаревшая команда падает заметно, а угаданная моделью — не падает, она просто иногда делает не то.</a:t>
            </a:r>
          </a:p>
          <a:p/>
          <a:p>
            <a:r>
              <a:t>Если спросят, что лежит в </a:t>
            </a:r>
            <a:r>
              <a:rPr>
                <a:latin typeface="Consolas"/>
              </a:rPr>
              <a:t>.tasks/active/</a:t>
            </a:r>
            <a:r>
              <a:t>: журнал выполненных задач репозитория, обычные файлы с датой в имени. Пятый шаг пишет туда строку о выкатке. Нужен он ради следующего раза: когда через месяц понадобится узнать, что именно выложено на прод, ответ будет лежать в репозитории, а не в чьей-то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 минуту назад: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восьмидесяти семи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держать файл до пятисот строк, подробности выносить в отдельные файлы. Те самые вложения, которые стоят ноль, пока не открыты.</a:t>
            </a:r>
          </a:p>
          <a:p/>
          <a:p>
            <a:r>
              <a:t>И честная часть, вслух.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t>Если спросят, что такое «сфокусированный» и сколько это: в работе сказано «максимум три модуля», но что такое модуль скилла, она не определяет — файл, раздел, вложение? Поэтому число я не называю. Границу мы провели своим правилом: до пятисот строк, остальное во вложения.</a:t>
            </a:r>
          </a:p>
          <a:p/>
          <a:p>
            <a:r>
              <a:t>Если спросят, почему верят направлению без числа: потому что у него есть механизм, который мы только что разобрали, и он объясняет результат независимо от размера эффекта. Число сказало бы, насколько выгодно; механизм говорит, почему выгодно вообще.</a:t>
            </a:r>
          </a:p>
          <a:p/>
          <a:p>
            <a:r>
              <a:t>Если спросят, что такое вложение: отдельный файл рядом со скиллом, на который тело ссылается. Модель открывает его, только если дошла до соответствующего шага. Пока не открыла — он не стоит ничего.</a:t>
            </a:r>
          </a:p>
          <a:p/>
          <a:p>
            <a:r>
              <a:t>Если спросят, как понять, что тело раздуто: по числу случаев, которые оно пытается покрыть. Если в одном скилле и выкатка, и откат, и настройка окружения — это три скилла, у каждого своё описание и свой повод.</a:t>
            </a:r>
          </a:p>
          <a:p/>
          <a:p>
            <a:r>
              <a:t>Если спросят, не противоречит ли это предыдущему слайду, где мы расписывали шаги подробно: нет. Подробность шага и объём тела — разные вещи. Пять точных шагов короче двадцати приблизительных.</a:t>
            </a:r>
          </a:p>
          <a:p/>
          <a:p>
            <a:r>
              <a:t>Если спросят, откуда взялись восемьдесят семь задач: это публичная выборка, на которой меряли скиллы. Важно в ней то, что выборка одна и та же в обоих прогонах — менялась только структура скилла, а задачи оставались прежние. Без этого сравнение не значило бы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</a:t>
            </a:r>
          </a:p>
          <a:p/>
          <a:p>
            <a:r>
              <a:t>Вторая — то, что чинится дописыванием. Зовут другими словами, чем вы написали. Добавляйте настоящие слова запроса; абзац объяснения здесь не поможет, перечень всё равно обрежет конец.</a:t>
            </a:r>
          </a:p>
          <a:p/>
          <a:p>
            <a:r>
              <a:t>Третья строка снимает ложную безальтернативность, и её обычно не знают.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позвать его по имени можно, а модель его описание не видит вовсе —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t>Теперь вопрос внизу, и он настоящий. Назовите скилл, который вы бы модели выбирать не дали.</a:t>
            </a:r>
          </a:p>
          <a:p/>
          <a:p>
            <a:r>
              <a:rPr i="1"/>
              <a:t>Пауза. Собираю два-три примера, не оцениваю.</a:t>
            </a:r>
          </a:p>
          <a:p/>
          <a:p>
            <a:r>
              <a:t>Если спросят, что считается «похожим описанием у соседа»: такое, под которое подходит один и тот же запрос. Точное совпадение имён разрешает приоритет уровней — проект выигрывает у пользователя. Похожий смысл не разрешает ничто: модель молча берёт один из двух, и записи об этом нет нигде.</a:t>
            </a:r>
          </a:p>
          <a:p/>
          <a:p>
            <a:r>
              <a:t>Если названные примеры окажутся про необратимые действия — выкатку, миграцию, удаление данных: это и есть правильный ответ, и стоит сказать вслух, почему. Цена ошибочного срабатывания там несимметрична: лишний запуск сборки стоит минуту, лишний запуск миграции стоит вечер.</a:t>
            </a:r>
          </a:p>
          <a:p/>
          <a:p>
            <a:r>
              <a:t>Если спросят, не проще ли всегда ставить этот флаг: нет. Со всеми флагами каталог скиллов превращается в набор команд, которые надо помнить наизусть, и автоматический выбор пропадает там, где он полезен. Флаг ставят точечно, под конкретный риск.</a:t>
            </a:r>
          </a:p>
          <a:p/>
          <a:p>
            <a:r>
              <a:t>Если спросят, видно ли в сессии, что флаг стоит: описание такого скилла в перечень не попадает вовсе. Проверяется тем же </a:t>
            </a:r>
            <a:r>
              <a:rPr>
                <a:latin typeface="Consolas"/>
              </a:rPr>
              <a:t>head -5</a:t>
            </a:r>
            <a:r>
              <a:t>, которым мы начинали кейс: фронтматтер на месте, а в перечне строки нет.</a:t>
            </a:r>
          </a:p>
          <a:p/>
          <a:p>
            <a:r>
              <a:t>Если спросят, что делать с двумя своими похожими скиллами прямо сейчас: свести их в один с общим описанием и развести шагами внутри тела. Разделять текстом два близких описания — работа, которая не кончается.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таблицу. Усиления здесь те же пять и в том же порядке, что в начале занятия; тогда у каждого стояла одна строка — что это такое. Теперь у двух из них стоит замер.</a:t>
            </a:r>
          </a:p>
          <a:p/>
          <a:p>
            <a:r>
              <a:t>Хук. Заводим его, когда правило уже нарушено. Устройство обещает: поставили хук — и коммит в главную ветку закрыт. Проверка показала другое.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 вовсе.</a:t>
            </a:r>
          </a:p>
          <a:p/>
          <a:p>
            <a:r>
              <a:t>Скилл. Заводим по сигналу — когда файл инструкций перерос сам себя. Устройство обещает, что решает содержание, а описание можно дописать позже. Проверка показала, что выбор идёт по описанию: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Откуда шесть форм.</a:t>
            </a:r>
            <a:r>
              <a:t> Самотест барьера на ветке </a:t>
            </a:r>
            <a:r>
              <a:rPr>
                <a:latin typeface="Consolas"/>
              </a:rPr>
              <a:t>seminar-5-hook</a:t>
            </a:r>
            <a:r>
              <a:t>, коммит 9803643: девять проверок проходит, пять упираются в предел, ни одна не падает. Шесть форм — это шесть способов записать одну и ту же команду коммита, которые разбирались на ступени хука. Запускается он одной командой из репозитория, и печатает он это сам.</a:t>
            </a:r>
          </a:p>
          <a:p/>
          <a:p>
            <a:r>
              <a:rPr i="1"/>
              <a:t>Если спросят, значит ли это, что хук бесполезен.</a:t>
            </a:r>
            <a:r>
              <a:t> Нет. Он закрывает тот способ, которым агент действительно пишет в главную ветку, и закрывает надёжно. Остальные пять — цена, которую надо знать заранее, а не обнаружить в проекте.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и так он выглядит, пока его не замерили. Разница между этой колонкой и соседней — и есть то, ради чего мы весь час мерили.</a:t>
            </a:r>
          </a:p>
          <a:p/>
          <a:p>
            <a:r>
              <a:rPr i="1"/>
              <a:t>Если спросят, почему строк пять, а закрыто две.</a:t>
            </a:r>
            <a:r>
              <a:t> Пять усилений названы в начале, и названы честно: сегодняшнее занятие берёт два. MCP, субагент и процесс — следующее; доступ наружу уехал туда решением владельца курса целиком.</a:t>
            </a:r>
          </a:p>
          <a:p/>
          <a:p>
            <a:r>
              <a:rPr i="1"/>
              <a:t>Если спросят, где посмотреть замеры.</a:t>
            </a:r>
            <a:r>
              <a:t> Репозиторий публичный, ветка и коммит на предыдущих слайдах. Самотест клонируется и запускается, таблица в нём совпадает с тем, что в этой колонке.</a:t>
            </a:r>
          </a:p>
          <a:p/>
          <a:p>
            <a:r>
              <a:rPr i="1"/>
              <a:t>Остаток себе.</a:t>
            </a:r>
            <a:r>
              <a:t> Пустые слоты не комментирую дольше одной фразы: занятие кончается на том, что проверено, и три незакрытые строки — часть этого результата, а не извинение.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Склонируйте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у него пока нет, и метка стоит прямо на слайде. Занятие было про разницу между «файл лежит» и «механизм срабатывает»; прятать эту разницу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затем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 &lt;адрес&gt;</a:t>
            </a:r>
            <a:r>
              <a:t> забирает репозиторий целиком. </a:t>
            </a:r>
            <a:r>
              <a:rPr>
                <a:latin typeface="Consolas"/>
              </a:rPr>
              <a:t>git checkout seminar-5-hook</a:t>
            </a:r>
            <a:r>
              <a:t> переключает рабочую копию на ту ветку, где лежат обе подтверждённые строки, — в главной ветке их нет. </a:t>
            </a:r>
            <a:r>
              <a:rPr>
                <a:latin typeface="Consolas"/>
              </a:rPr>
              <a:t>git log -1</a:t>
            </a:r>
            <a:r>
              <a:t> печатает последний коммит; его номер должен совпасть с тем, что на слайде. Запуск самотеста — одна команда из корня репозитория, и печатает он таблицу проверок сам.</a:t>
            </a:r>
          </a:p>
          <a:p/>
          <a:p>
            <a:r>
              <a:rPr i="1"/>
              <a:t>Если спросят, почему скилл без коммита.</a:t>
            </a:r>
            <a:r>
              <a:t> Потому что его файл написан в плане ступени, а в репозиторий ещё не внесён. Выдавать это за сделанное нет оснований, поэтому на слайде стоит метка. Это тот же критерий, которым мы весь час мерили механизмы.</a:t>
            </a:r>
          </a:p>
          <a:p/>
          <a:p>
            <a:r>
              <a:rPr i="1"/>
              <a:t>Если спросят, почему разделов стало пять, а добавили два.</a:t>
            </a:r>
            <a:r>
              <a:t> Было три, оба новых дал хук: текстовое правило про ветки и описание барьера. Три плюс два — пять; рост файла — с двадцати строк до сорока, проверяется счётом строк.</a:t>
            </a:r>
          </a:p>
          <a:p/>
          <a:p>
            <a:r>
              <a:rPr i="1"/>
              <a:t>Если спросят, зачем правило текстом, раз есть барьер.</a:t>
            </a:r>
            <a:r>
              <a:t> Барьер останавливает агента в момент вызова. Текст объясняет человеку, который откроет репозиторий, почему вызов остановлен и кого барьер не останавливает вовсе. Один работает, другой читается.</a:t>
            </a:r>
          </a:p>
          <a:p/>
          <a:p>
            <a:r>
              <a:rPr i="1"/>
              <a:t>Если спросят про ветку.</a:t>
            </a:r>
            <a:r>
              <a:t> Работа ступени велась в отдельной ветке намеренно: в главную её вливают после проверки, и именно это правило барьер и охраняет.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 Карточки те же пять и в том же порядке: ни одна из них за час не стала правильной.</a:t>
            </a:r>
          </a:p>
          <a:p/>
          <a:p>
            <a:r>
              <a:t>Вопрос тот же, знак в знак, и карточек столько же. Изменилось за этот час только одно: под двумя из пяти теперь лежит файл, который можно открыть.</a:t>
            </a:r>
          </a:p>
          <a:p/>
          <a:p>
            <a:r>
              <a:t>Сначала руки: у кого ответ изменился.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Чаще всего уходят </a:t>
            </a:r>
            <a:r>
              <a:rPr b="1"/>
              <a:t>от хука</a:t>
            </a:r>
            <a:r>
              <a:t> — после того, как барьер при них показал, на скольких формах команды он молчит. Это движение честное, и я его подтверждаю: механизм закрывает один путь, а не класс. Второе частое — приходят </a:t>
            </a:r>
            <a:r>
              <a:rPr b="1"/>
              <a:t>к процессу</a:t>
            </a:r>
            <a:r>
              <a:t>: раз механизм надо ещё и проверить, нужен порядок, в котором проверка записана. Тоже принимаю. Третье — остаются </a:t>
            </a:r>
            <a:r>
              <a:rPr b="1"/>
              <a:t>на хуке</a:t>
            </a:r>
            <a:r>
              <a:t> с оговоркой «но с узким матчером»; это ровно тот вывод, к которому вела ступень, и я называю его вслух.</a:t>
            </a:r>
          </a:p>
          <a:p/>
          <a:p>
            <a:r>
              <a:rPr i="1"/>
              <a:t>Если ответ сдвинулся к скиллу.</a:t>
            </a:r>
            <a:r>
              <a:t> Спрашиваю, какой сигнал они у себя видят. Если файл инструкций разросся — сигнал настоящий, и это правильный ответ для их проекта.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час: два файла в репозитории и две заполненные строки. Больше не подсказываю: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Отвечаю, что его нет и сегодня: выбор зависит от того, какой сигнал в проекте уже прозвучал. Полный разбор всех пяти — в конце следующего занятия, когда будут закрыты оставшиеся три.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 Чей ответ «вырос», не оцениваю.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стоят пустые слоты. Разница между ними и есть итог часа.</a:t>
            </a:r>
          </a:p>
          <a:p/>
          <a:p>
            <a:r>
              <a:t>Хук. Барьер стоит, и свои дыры он печатает сам: девять проверок проходит, пять форм молчания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процедуры решает её описание, и лежит оно во фронтматтере файла: видно, не открывая тело.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минуту назад передвинул туда свой ответ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так.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каждая из двух строк.</a:t>
            </a:r>
            <a:r>
              <a:t> У хука — запуск самотеста из корня репозитория: он печатает таблицу проверок, где у каждой проверки стоит исход, и пять строк с пределом видны в ней прямо. У скилла — чтение фронтматтера файла процедуры: описание и имя лежат там в первых строках, тело при этом не читается вовсе. Обе проверки занимают минуту и не требуют ничего, кроме склонированного репозитория.</a:t>
            </a:r>
          </a:p>
          <a:p/>
          <a:p>
            <a:r>
              <a:rPr i="1"/>
              <a:t>Если спросят, почему строк именно две, а не три.</a:t>
            </a:r>
            <a:r>
              <a:t> Доступ наружу решением владельца курса уехал на следующее занятие целиком. Заявить третью строку и не проверить её значило бы сделать ровно то, против чего построен весь час.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два файла. Результат — то, что про каждый из них можно задать проверяемый вопрос и получить ответ командой. Файл, про который такого вопроса не задать, в этой таблице не стоит.</a:t>
            </a:r>
          </a:p>
          <a:p/>
          <a:p>
            <a:r>
              <a:rPr i="1"/>
              <a:t>Если спросят, что делать дальше.</a:t>
            </a:r>
            <a:r>
              <a:t> Отвечаю словами, без задания: следующее занятие берёт оставшиеся три ступени и закрывает их тем же способом.</a:t>
            </a:r>
          </a:p>
          <a:p/>
          <a:p>
            <a:r>
              <a:rPr i="1"/>
              <a:t>Если прозвучит «а у нас хук уже есть».</a:t>
            </a:r>
            <a:r>
              <a:t> Этот случай встречается чаще прочих. Спрашиваю, на скольких формах команды он молчит, — и обычно ответа нет, потому что никто не мерил. Вот этот вопрос и стоит унести.</a:t>
            </a:r>
          </a:p>
          <a:p/>
          <a:p>
            <a:r>
              <a:rPr i="1"/>
              <a:t>Остаток себе.</a:t>
            </a:r>
            <a:r>
              <a:t> Призыва что-либо сделать не даю: занятие кончается на том, что стало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усилений, которые ставят рядом с файлом инструкций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172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453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 файлом инструкций ставят пять механизмов. По строке на каждый — что это такое и кто приводит его в действие.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31565"/>
            <a:ext cx="11183112" cy="2566162"/>
          </a:xfrm>
          <a:prstGeom prst="roundRect">
            <a:avLst>
              <a:gd name="adj" fmla="val 1187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14445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9651" y="3514445"/>
            <a:ext cx="96971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6512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9651" y="3796512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Команда, которую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436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43667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9651" y="4143667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908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90821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51" y="4490821"/>
            <a:ext cx="9697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подключение к внешней системе; через него агент достаёт данные, которых в репозитории нет.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50205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020538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9651" y="5020538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Отдельная роль с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урезанными правами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её запускают на одну задачу и получают обратно только итог.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3676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367693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9651" y="5367693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Порядок работы, записанный файлами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план, запись по ходу, проверка перед сдачей.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711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7198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38958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766974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6603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6603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10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5580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61066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69296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0702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5566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867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2629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14812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5933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845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9236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087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60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1540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7597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84756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199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748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571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453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62254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1544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1544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15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3641" y="1437132"/>
            <a:ext cx="41160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6001" y="1437132"/>
            <a:ext cx="51308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1706"/>
            <a:ext cx="1131537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3641" y="1711706"/>
            <a:ext cx="41160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6001" y="1711706"/>
            <a:ext cx="513084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189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18918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641" y="2518918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6001" y="2518918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654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65475"/>
            <a:ext cx="113153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3641" y="3165475"/>
            <a:ext cx="41160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001" y="3165475"/>
            <a:ext cx="513084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1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1377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641" y="3651377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6001" y="3651377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97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97934"/>
            <a:ext cx="1131537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3641" y="4297934"/>
            <a:ext cx="411605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6001" y="4297934"/>
            <a:ext cx="513084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91962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419978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2890" y="1855825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8611" y="1855825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7892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2890" y="2137892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8611" y="2137892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0172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2890" y="2850172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8611" y="2850172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3798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379889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2890" y="3379889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8611" y="3379889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921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9216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2890" y="409216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8611" y="409216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8044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804448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2890" y="4804448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611" y="4804448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6573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9453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8705" y="1519453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0143" y="1519453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520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8705" y="1801520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0143" y="1801520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31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3123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8705" y="233123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0143" y="233123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60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860954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8705" y="2860954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143" y="2860954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3906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390671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8705" y="3390671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0143" y="3390671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737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737825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68705" y="3737825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0143" y="3737825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42675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267542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68705" y="4267542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0143" y="4267542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614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614697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8705" y="4614697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0143" y="4614697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5144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5144414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8705" y="5144414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0143" y="5144414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91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549156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68705" y="549156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0143" y="549156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0013"/>
            <a:ext cx="11183112" cy="2782316"/>
          </a:xfrm>
          <a:prstGeom prst="roundRect">
            <a:avLst>
              <a:gd name="adj" fmla="val 109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72894"/>
            <a:ext cx="13952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329" y="2072894"/>
            <a:ext cx="428786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1496" y="2072894"/>
            <a:ext cx="46953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2482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329" y="2332482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1496" y="2332482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789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789174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329" y="2789174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1496" y="2789174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0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00069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329" y="3100069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496" y="3100069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10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410965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7329" y="3410965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1496" y="3410965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8676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3867657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7329" y="3867657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1496" y="3867657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1785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178553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7329" y="4178553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1496" y="4178553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3692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6493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72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852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5559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674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67423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9928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99287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971546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08127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35559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189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189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68223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682236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1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1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11298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проверка работала и молча перестала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8236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Проверка стояла, срабатывала и молча перестала — а файл её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66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2666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РЕШЕНИЙ · 2 ХУКА, КОТОРЫЕ ПЕРЕСЕКЛИСЬ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 перестала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23694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06574"/>
            <a:ext cx="198961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ПО ПОРЯДКУ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21715" y="1906574"/>
            <a:ext cx="853513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0980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две недели назад поставили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1715" y="2360980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проверку на правки защищённых файлов. Прогнали на живой правке — остановила, причину напечатала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906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90697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сегодня заметили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21715" y="2890697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защищённом файле новые строки. Остановить их было некому: подтверждения никто не давал и отказа никто не видел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420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420414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пошли смотреть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1715" y="3420414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запись о проверке на месте, файл с того дня не открывали. Ни ошибки, ни предупреждения — ни в сессии, ни в журнале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0052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2853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Изменили права.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8015"/>
            <a:ext cx="11183112" cy="2957004"/>
          </a:xfrm>
          <a:prstGeom prst="roundRect">
            <a:avLst>
              <a:gd name="adj" fmla="val 103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0895"/>
            <a:ext cx="11803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2462" y="1630895"/>
            <a:ext cx="934438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ИМЕННО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5301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· изменили права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2462" y="2085301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агенту в этом проекте.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что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запускать команды оболочки без подтверждения.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Где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режиме запуска сессии; файл хука при этом не открывали.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одним переключением режима, сразу на всю сессию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975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97581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 · агент сменил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2462" y="2797581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среда добавляет агенту указание: предпочитать команды оболочки отдельным инструментам правки. Агент перестал звать правку файла и стал делать ту же правку командой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она подменяет строку прямо в файле, на месте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5098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09860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 · матчер отбирает по имени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2462" y="3509860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условии срабатывания перечислены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правка файла и запись файла. Команды оболочки в перечне нет. Хук не сломался: вызов до него не дошёл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5402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18203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У соседа с той же настройкой проверка работает — поэтому «у меня же всё срабатывало» здесь ничего не доказывает.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Проверка стоит, написана правильно и однажды работала. Условие срабатывания перечисляет имена инструментов; правка пришла командой оболочки и прошла мимо.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Назовите ход — и скажите, что он вам даст.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способа не совпасть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 первом случае мы разобрали цепочку из шести звеньев, и каждое рвётся молча. Здесь разворачивается одно из них — то, где сверяется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условие срабатывания</a:t>
            </a:r>
            <a:r>
              <a:rPr sz="1200" b="0" i="1">
                <a:solidFill>
                  <a:srgbClr val="6B7685"/>
                </a:solidFill>
                <a:latin typeface="Arial"/>
              </a:rPr>
              <a:t>. Четыре способа не совпасть; остальные пять звеньев остаются там, где были.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2828"/>
            <a:ext cx="11183112" cy="3409314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144268"/>
            <a:ext cx="68580" cy="322643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35708"/>
            <a:ext cx="20948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С УСЛОВИЕМ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965" y="2235708"/>
            <a:ext cx="34196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ПОЧЕМУ НЕ СОВПАЛО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77" y="2235708"/>
            <a:ext cx="48639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ПРОВЕРИТЬ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7775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имя инструмента написано с опечаткой или в другом регистре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965" y="2517775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сверяются строки, и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разные строки. Несовпадение ошибкой не считается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877" y="2517775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встроенный список настроенных проверок. Наша в нём есть и не запускается ни разу: это и есть признак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08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08147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имя правильное, но агент вызвал другой инструмент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965" y="3208147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наш случай: та же правка пришла командой оболочки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877" y="3208147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claude --debug-file &lt;файл&gt;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пишет подробный журнал запуска в указанный файл; видно, какой инструмент вызывался и с чем сверялось условие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89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898519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перечень имён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965" y="3898519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это ошибка схемы: среда отклоняет файл настроек целиком, и ни одна проверка из него не работает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877" y="3898519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запускается вне сессии, разбирает файлы настроек и называет отклонённый файл и причину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888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88891"/>
            <a:ext cx="209486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перечень расширили, и он стал совпадать на всём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965" y="4588891"/>
            <a:ext cx="341960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проверка запускается на каждом вызове оболочки, в том числе там, где решать нечего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877" y="4588891"/>
            <a:ext cx="486397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time bash &lt;скрипт&gt;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сколько занимает один прогон. Умножьте на число совпадений за задачу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26735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63895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Решение вы выбрали — его ещё надо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увидеть сработавшим</a:t>
            </a:r>
            <a:r>
              <a:rPr sz="1200" b="0" i="1">
                <a:solidFill>
                  <a:srgbClr val="6B7685"/>
                </a:solidFill>
                <a:latin typeface="Arial"/>
              </a:rPr>
              <a:t>. Условие, которое ничего не отбирает, и условие, которому нечего отбирать, снаружи выглядят одинаково: тишиной.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решений, одно условие срабатывания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85108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830028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2132" y="1437132"/>
            <a:ext cx="483570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 ОНО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4143" y="1437132"/>
            <a:ext cx="471270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6719"/>
            <a:ext cx="830028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2132" y="1696719"/>
            <a:ext cx="4835707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запрет один и тот же, а путей к действию несколько, и все они известны и перечислимы: правка файла, запись файла, команда оболочки. Починка в одну строку настроек, скрипт при этом не трогаем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143" y="1696719"/>
            <a:ext cx="4712704" cy="748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перечень закрыт: путь, которого в нём нет, проходит молча. И широкий перечень запускает проверку на каждом вызове оболочки, а их за задачу десятки — цену этого считаем в следующем случае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455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45511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2132" y="2445511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путей к действию больше, чем вы готовы перечислять, а признак у них общий: трогают защищённый файл. Проверяем предмет правки, и тогда путь перестаёт иметь значение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143" y="2445511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предмет надо достать. У правки файла имя лежит готовым полем; у команды оболочки оно внутри строки, и форм у строки несколько — ровно та сложность, с которой мы встретились в первом случае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482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48254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2132" y="3048254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правило мягкое, цена нарушения мала. И как дополнение к барьеру: агент знает, чего от него хотят, и причина отказа ложится на подготовленное место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143" y="3048254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инструкция остаётся текстом. Что бывает с текстом, мы разобрали час назад: правило было написано громче некуда, и агент прошёл мимо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650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650996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2132" y="3650996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проверки разные по существу: одна читает готовые аргументы правки, вторая разбирает строку команды. И когда первый хук работает, а трогать его не хочется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4143" y="3650996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 одном событии срабатывают оба и отвечают независимо. Их ответы сводит среда, по своему старшинству, — его придётся знать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537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53738"/>
            <a:ext cx="830028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2132" y="4253738"/>
            <a:ext cx="483570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широкие права включали для удобства, требованием они не были. И когда закрыть надо сегодня, а перебирать все пути правки некогда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143" y="4253738"/>
            <a:ext cx="4712704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закрывает один известный способ; класс остаётся открытым. Режим включат снова — повторится то же самое; у соседа на другой модели этого указания и так нет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03952"/>
            <a:ext cx="82296" cy="8176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331967"/>
            <a:ext cx="10643616" cy="5615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расширить матчер и поставить второй хук законны оба — разница в том, одна у вас проверка или две. Проверка здесь одна и та же: тот же файл, тот же запрет. Поэтому расширяем матчер, а логику правим следом — имя инструмента отбирает вызовы, решает предмет правки. Инструкции дописывают поверх, возврат режима остаётся мерой на сегодня.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Сработали оба. Чей ответ получит агент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92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972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Первый хук вы не трогали — поставили рядом второй, со своим условием на команды оболочки. На правке через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sed -i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совпали оба.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3535"/>
            <a:ext cx="11183112" cy="3121596"/>
          </a:xfrm>
          <a:prstGeom prst="roundRect">
            <a:avLst>
              <a:gd name="adj" fmla="val 976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66415"/>
            <a:ext cx="20644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ПОСЛЕДОВАТЕЛЬНОСТЬ ПРИМЕНЕНИЯ 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6562" y="3066415"/>
            <a:ext cx="268956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 СРЕДА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32435" y="3066415"/>
            <a:ext cx="562441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821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6562" y="3520821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запускает все проверки, чьё условие совпало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2435" y="3520821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запускаются обе, одновременно. Друг о друге они не знают и ответы не согласуют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505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50538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6562" y="4050538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читает коды возврата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32435" y="4050538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любой из двух блокирует вызов — даже против «разрешить», напечатанного ею же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5802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580255"/>
            <a:ext cx="2064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6562" y="4580255"/>
            <a:ext cx="26895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сводит решения по старшинству: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defer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2435" y="4580255"/>
            <a:ext cx="56244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одной перебивает разрешение другой.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Запрет сильнее разрешения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2925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292534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6562" y="5292534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смотрит, дала ли решение хоть одна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32435" y="5292534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дала ни одна — решения нет вовсе, среда идёт обычным порядком разрешений. Это не «разрешено»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расширили — вызов всё равно прошёл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43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9445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 вы приняли верно: перечень теперь ловит и команды оболочки.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именно расширенная проверка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58245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1125"/>
            <a:ext cx="805003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2137" y="2741125"/>
            <a:ext cx="90220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0651" y="2741125"/>
            <a:ext cx="1426196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95531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не ответила за отведённый срок — а запускается она теперь на каждом вызове оболочки, и срок выходит чаще прежнего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2137" y="3195531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0651" y="3195531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7252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725248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нет: скрипт умер на первой строке и вернул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среда считает неблокирующей ошибкой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2137" y="3725248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30651" y="3725248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54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254965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лежит снаружи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hookSpecificOutput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внутри, где среда его читает, пусто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2137" y="4254965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0651" y="4254965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1261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4062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Расширенный перечень лежит в файле, вы его видите. Действием он быть перестал.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расширенного перечня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04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884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перечень расширяют один раз, доказательство его срабатывания обновляют. Граница проходит по доказательству; длина перечня её не задаёт.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74745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4844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РЕШЕНИЯ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587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проверка срабатывает на новом пути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её заставили отказать громко хотя бы раз именно на команде оболочки, и это повторяют после каждого обновления среды и каждой смены прав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5944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5944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путей к действию столько, сколько вы перечислили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перечень закрыт и вы готовы его пополнять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374745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4844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75879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неразличимы: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24977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24977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путь, которого в перечне нет, проходит молча. Перечень имён перестаёт быть опорой: проверяют предмет — какой файл правка собирается менять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 не открывает нужный скилл и открывает ненужный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89912"/>
          </a:xfrm>
          <a:prstGeom prst="roundRect">
            <a:avLst>
              <a:gd name="adj" fmla="val 97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241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08756"/>
            <a:ext cx="11183112" cy="1264412"/>
          </a:xfrm>
          <a:prstGeom prst="roundRect">
            <a:avLst>
              <a:gd name="adj" fmla="val 160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691636"/>
            <a:ext cx="10744200" cy="8986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2296" cy="12979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065776"/>
            <a:ext cx="10643616" cy="1041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она печатает первые пять строк каждого файла скилла, и по ним сразу видно, начинается файл с фронтматтера или сразу с заголовка.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229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33229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6030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332293"/>
            <a:ext cx="7315" cy="2295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33229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4357"/>
            <a:ext cx="5381244" cy="1531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системный промпт агента уходят имя и описание — по ним и делается выбор. Тела файла до срабатывания там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84435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364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7364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297364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297364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297364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297364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4811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00297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8527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5004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0490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28720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296031"/>
          </a:xfrm>
          <a:prstGeom prst="roundRect">
            <a:avLst>
              <a:gd name="adj" fmla="val 92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6665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8685" y="1437132"/>
            <a:ext cx="364926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ОНА РАБОТАЕТ — КОНКРЕТНЫЕ СЛУЧАИ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53" y="1437132"/>
            <a:ext cx="5062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04212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8685" y="1704212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там, где «презентация» и есть рабочее слово: им просят, им называют 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4253" y="1704212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слов «дека» и «слайды» в строке нет, а просят обычно ими — скилл молчит и там, где нужен.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755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175510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0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8685" y="2175510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предмет назван словами запроса: на «пересобери деку» скилл откроется уверенно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4253" y="2175510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«поправь опечатку в слайде» — тоже про слайды: откроется там, где не нужен, и будет открываться в каждой второй сессии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468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46807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8685" y="2646807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когда назван повод, а не только предмет: ловит и «пересобери», и «перекатай деку заново»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4253" y="2646807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запрет не сказан — значит не действует. Лишнее срабатывание на правке одного слайда остаётся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14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271456"/>
            <a:ext cx="11055096" cy="47129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71456"/>
            <a:ext cx="1666581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8685" y="3271456"/>
            <a:ext cx="364926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когда назван повод и отсечён соседний случай: правка одного слайда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4253" y="3271456"/>
            <a:ext cx="5062594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описание держит только то, что в нём написано: про соседний скилл с похожим смыслом оно не знает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742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742753"/>
            <a:ext cx="1666581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8685" y="3742753"/>
            <a:ext cx="364926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 подсказка человеку, который ищет файл глазами в чужом репозитории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4253" y="3742753"/>
            <a:ext cx="506259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выбор идёт по смыслу написанного, а не по совпадению слов. Без глагола не сказано,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— официальный пример «как не надо»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1487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842891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 следует состав, и состав один: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что делает · когда звать · когда не звать. Третья редакция законна — в проекте, где спутать скилл не с чем, её хватает. Четвёртую берём потому, что рядом лежат соседние скиллы по слайдам, и отсечь их должен сам текст описания. Длина при этом ни о чём не говорит: третья длиннее целевой и всё равно промахивается.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72071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84873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36827"/>
          </a:xfrm>
          <a:prstGeom prst="roundRect">
            <a:avLst>
              <a:gd name="adj" fmla="val 13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1710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5567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38551"/>
            <a:ext cx="173120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3309" y="3138551"/>
            <a:ext cx="879353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ОНА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5632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npm run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3309" y="3405632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сборку, описанную в самом проекте: собирает исходники в готовые файлы сайта и кладёт их в каталог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. Код выхода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означает, что сборка дошла до конца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769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76929"/>
            <a:ext cx="173120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npx playwright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3309" y="3876929"/>
            <a:ext cx="879353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открывает сайт в настоящем браузере и проходит форму так, как её прошёл бы человек. «Зелёным» называют прогон, в котором ни одна проверка не упала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482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348226"/>
            <a:ext cx="173120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wrangler pages deploy dist --project-name signup-landing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3309" y="4348226"/>
            <a:ext cx="879353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выкладывает содержимое каталога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хостинг. Имя проекта в конце указывает,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куда именно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выкладывать: без него команда опубликует не туда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347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448363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Ровно один — тот, что в этом репозитории действительно работает.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9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9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Те же пять усилений, что в начале занятия, — у двух из них теперь есть замер.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5529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8409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57840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578409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0476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86047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860476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5727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572755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57275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572755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850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8503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35818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35818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632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63218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0534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0534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9793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97934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05249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05249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7477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2964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