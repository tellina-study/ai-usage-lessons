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`signup-landing`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`.claude/`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 — склонируйте и пересчитайте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— и пусть повиснет. Три-четыре голоса, каждый фиксирую вслух, по существу не комментирую: оценки здесь нет ни одной.</a:t>
            </a:r>
          </a:p>
          <a:p/>
          <a:p>
            <a:r>
              <a:t>Если отвечают про инструменты вообще, возвращаю к дереву одним словом: «здесь».</a:t>
            </a:r>
          </a:p>
          <a:p/>
          <a:p>
            <a:r>
              <a:t>Обещание про второй раз произношу дословно — на нём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`.claude/`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Переходим к первой развилке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`playwright install chromium`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`git commit`,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 на то, чтобы три слова дальше не требовали сноски.</a:t>
            </a:r>
          </a:p>
          <a:p/>
          <a:p>
            <a:r>
              <a:t>Хук запускает не агент, а среда. Разница с файлом инструкций ровно здесь: инструкцию агент читает и может не выполнить, команду среда выполняет сама.</a:t>
            </a:r>
          </a:p>
          <a:p/>
          <a:p>
            <a:r>
              <a:t>Событие — момент привязки. Матчер — фильтр, на какие вызовы реагировать. Решение — что хук отвечает среде обратно.</a:t>
            </a:r>
          </a:p>
          <a:p/>
          <a:p>
            <a:r>
              <a:t>Справа деталь, которую не ждут: точек привязки тридцать три, против восьми-девяти в ранних версиях. Нам нужна одна. Разрастается список событий, а не сложность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обратный привычному: сначала что известно, потом ваши ответы разбираем. Так голосование остаётся вслепую.</a:t>
            </a:r>
          </a:p>
          <a:p/>
          <a:p>
            <a:r>
              <a:t>Первая строка. Тридцать три точки привязки — и рядом то, от чего это отсчитывается: в ранних версиях было около восьми-девяти. Число выросло вчетверо, а не «много».</a:t>
            </a:r>
          </a:p>
          <a:p/>
          <a:p>
            <a:r>
              <a:t>Вторая — та, ради которой этот слайд стоит в кейсе. Восемь задокументированных способов молча не сработать. Не «бывают баги», а перечислимый список, сверенный по документации построчно.</a:t>
            </a:r>
          </a:p>
          <a:p/>
          <a:p>
            <a:r>
              <a:t>Третья бьёт ближе всех. Четыре формы обхода найдены не в абстрактном примере, а против того самого файла, который мы через несколько слайдов соберём. Тест внешний, мы его не заказывали.</a:t>
            </a:r>
          </a:p>
          <a:p/>
          <a:p>
            <a:r>
              <a:t>Четвёртая — про то, что хук можно не обойти, а подменить. Три случая. Обратите внимание на первый: одна и та же уязвимость получила семь и семь по одной версии шкалы и восемь и восемь по другой. Если называете число серьёзности — называйте версию шкалы, иначе число не значит ничего.</a:t>
            </a:r>
          </a:p>
          <a:p/>
          <a:p>
            <a:r>
              <a:t>И вывод под таблицей. Восемь способов промолчать означают, что «поставил» и «работает» — два разных утверждения. Второе требует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**сильнее**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`.git/hooks`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`git`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вопроса, которые обычно остаются после слова «хук»: где это лежит, что там пишется, какая структура и как оно срабатывает. По порядку.</a:t>
            </a:r>
          </a:p>
          <a:p/>
          <a:p>
            <a:r>
              <a:t>Где лежит. Две записи в дереве: файл настроек с самим хуком и рядом самотест. Оба под контролем версий — и это главное отличие от `.git/hooks`. Тот каталог в клон не едет, а этот едет: склонировали репозиторий — барьер уже стоит, ставить ничего не надо.</a:t>
            </a:r>
          </a:p>
          <a:p/>
          <a:p>
            <a:r>
              <a:t>Структура. Четыре уровня, и у каждого есть имя, которое дальше будет звучать: `hooks` — где живёт, событие — момент привязки, `matcher` — на что реагировать, и внутри команда с таймаутом.</a:t>
            </a:r>
          </a:p>
          <a:p/>
          <a:p>
            <a:r>
              <a:t>Что пишется в команде — четыре шага. Достать строку команды из входной нагрузки, проверить, что это вообще коммит, узнать текущую ветку, напечатать решение.</a:t>
            </a:r>
          </a:p>
          <a:p/>
          <a:p>
            <a:r>
              <a:t>И конвейер внизу — пять шагов. Модель собрала аргументы вызова; срабатывает событие; хуку на вход приходит описание вызова; хук печатает решение и завершается; система разрешений применяет его, и вызов либо исполняется, либо нет.</a:t>
            </a:r>
          </a:p>
          <a:p/>
          <a:p>
            <a:r>
              <a:t>Две выноски на схеме важнее остального. Хук видит команду **собранной, но до раскрытия оболочкой** — то есть до того, как подставятся переменные и алиасы. И хук **никогда не узнает, чем вызов кончился**: он говорит до, а не после.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вопросов, отвечает зал. Каждый ответ занимает конкретное место в структуре с предыдущего слайда — показываю, куда он встал.</a:t>
            </a:r>
          </a:p>
          <a:p/>
          <a:p>
            <a:r>
              <a:t>**До или после.** До: после вызова барьер может только сообщить, отменять нечем. Уровень события.</a:t>
            </a:r>
          </a:p>
          <a:p/>
          <a:p>
            <a:r>
              <a:t>**Все инструменты или один.** Один, команды оболочки: шире условие — больше ложных срабатываний и дороже ошибка внутри самой проверки. Это `matcher`.</a:t>
            </a:r>
          </a:p>
          <a:p/>
          <a:p>
            <a:r>
              <a:t>**Откуда узнаёт команду.** Вопрос механический, его обычно не берут: среда сама отдаёт хуку описание вызова на стандартный ввод, хук читает одно поле.</a:t>
            </a:r>
          </a:p>
          <a:p/>
          <a:p>
            <a:r>
              <a:t>**Как узнать ветку.** Принимайте любой вариант и не поправляйте — сноска на следующем слайде покажет, почему привычная команда не годится.</a:t>
            </a:r>
          </a:p>
          <a:p/>
          <a:p>
            <a:r>
              <a:t>**А если репозитория ещё нет.** Вот это вытянуть полностью. Тихо разрешить — оставить файл на месте и защиты не иметь, причём снаружи эти два состояния неразличимы. Заблокировать — парализовать работу там, где нарушения нет. Остаётся третий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Пять номеров — ровно те места, которые вы назвали.</a:t>
            </a:r>
          </a:p>
          <a:p/>
          <a:p>
            <a:r>
              <a:t>Матчер на команды оболочки. Достать команду из нагрузки. Проверка «это вообще репозиторий» — если нет, хук печатает вопрос, а не молчание. Имя ветки. И таймаут: десять секунд там, где по умолчанию шестьсот. Автор урезал его в шестьдесят раз, и причина всплывёт в третьем кейсе.</a:t>
            </a:r>
          </a:p>
          <a:p/>
          <a:p>
            <a:r>
              <a:t>Поле с пояснением сверху свёрнуто — длинная заметка автора, она не исполняется.</a:t>
            </a:r>
          </a:p>
          <a:p/>
          <a:p>
            <a:r>
              <a:t>Теперь сноска, она важнее, чем выглядит. Привычная команда определения ветки на репозитории без единого коммита падает с кодом сто двадцать восемь. Менее привычная отдаёт имя ветки и ноль — тот же репозиторий, обе подряд.</a:t>
            </a:r>
          </a:p>
          <a:p/>
          <a:p>
            <a:r>
              <a:t>Почему это не вопрос вкуса: упавшая проверка ничего не блокирует, она просто не срабатывает — а снаружи это выглядит точно так же, как успешно пройденная. Выбрали команду, у которой нет состояния тихого отказа.</a:t>
            </a:r>
          </a:p>
          <a:p/>
          <a:p>
            <a:r>
              <a:t>Файл под контролем версий: склонировали — барьер уже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`git`-хук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— не «осторожнее», а другой инструмент.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нет, это суждение, и механизировать его нечем.</a:t>
            </a:r>
          </a:p>
          <a:p/>
          <a:p>
            <a:r>
              <a:t>Второе, и его часто пропускают: этот хук не видит человека. Событие принадлежит жизни агента. Вы сами, руками, в терминале, закоммитите в главную ветку — и барьер не шевельнётся.</a:t>
            </a:r>
          </a:p>
          <a:p/>
          <a:p>
            <a:r>
              <a:t>Третье — прямое следствие того, что мы видели на провале. Форм команды не конечное число, потому что оболочка раскрывает слова уже после того, как хук ответил. Значит, гнаться за формами бессмысленно: потолок ставят запретом на стороне платформы, а хук сужают до того, что можно перечислить.</a:t>
            </a:r>
          </a:p>
          <a:p/>
          <a:p>
            <a:r>
              <a:t>Отсюда решение. Барьер ставим. Дыры записываем. Регулярным выражением их не закрываем.</a:t>
            </a:r>
          </a:p>
          <a:p/>
          <a:p>
            <a:r>
              <a:t>Барьер стоит и умеет запрещать. А чем именно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выдуманный пример: обращение зарегистрировано и закрыто в тот же день, механику воспроизвели точно.</a:t>
            </a:r>
          </a:p>
          <a:p/>
          <a:p>
            <a:r>
              <a:t>Хук с матчером на правку файлов работал. В хуке не меняли ничего — включили режим без диалогов подтверждения.</a:t>
            </a:r>
          </a:p>
          <a:p/>
          <a:p>
            <a:r>
              <a:t>Дальше важно не срезать угол, потому что напрашивающееся объяснение неверно. Режим прав **не** заглушает хуки: документация прямо говорит, что хук, отвечающий запретом, блокирует вызов даже в этом режиме. Произошло другое — на части моделей режим добавляет агенту указание предпочитать команды оболочки выделенным инструментам. Агент перестал вызывать `Edit` и стал править через `sed`. Матчер стоял на именах инструментов, и `Bash` в список не входил.</a:t>
            </a:r>
          </a:p>
          <a:p/>
          <a:p>
            <a:r>
              <a:t>Доказательство — таблица «модель на флаг»: у одной модели указание активно, у двух других нет. Плюс прямое воспроизведение через два разных инструмента.</a:t>
            </a:r>
          </a:p>
          <a:p/>
          <a:p>
            <a:r>
              <a:t>Цена не про этот баг: «проверил один раз и успокоился» не работает, поведение различается между моделями.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обе половины понадобятся сразу.</a:t>
            </a:r>
          </a:p>
          <a:p/>
          <a:p>
            <a:r>
              <a:t>Слева. Хук отвечает двумя каналами: коротким — код возврата, и подробным — объект решения. Решений три: запретить, спросить, разрешить. Третье не то же самое, что молчание: молчание означает «решения нет, идите обычным порядком», а разрешение — «я решил пропустить».</a:t>
            </a:r>
          </a:p>
          <a:p/>
          <a:p>
            <a:r>
              <a:t>Справа — та деталь, на которой ломается опыт. Код один, к которому мы все привыкли как к «упало», здесь не блокирует ничего: действие проходит. Блокирует код два. И он настолько старше по приоритету, что перебивает разрешение, выданное этим же хуком.</a:t>
            </a:r>
          </a:p>
          <a:p/>
          <a:p>
            <a:r>
              <a:t>Практический вывод на два слова: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режимов задокументировано, на слайде четыре самых показательных. Смотрите последнюю колонку.</a:t>
            </a:r>
          </a:p>
          <a:p/>
          <a:p>
            <a:r>
              <a:t>Таймаут. На нашем событии превышение таймаута **не** блокирует: вызов идёт дальше, как будто хука нет. И тут же контраст — на событии смены модели тот же таймаут блокирует. Одно и то же превышение, противоположный исход, зависит от события.</a:t>
            </a:r>
          </a:p>
          <a:p/>
          <a:p>
            <a:r>
              <a:t>Второй режим — самый тихий из всех. Поле решения поставлено не на тот уровень вложенности. Разбор проходит успешно, поле молча отбрасывается, и в записи сессии не появляется ничего. Ни ошибки, ни предупреждения.</a:t>
            </a:r>
          </a:p>
          <a:p/>
          <a:p>
            <a:r>
              <a:t>Третий. Опечатка или не тот регистр в имени инструмента. Хук при этом **виден** в списке —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Четвёртый я поставил ради контраста. Матчер списком вместо строки отклоняет весь файл целиком — но это как раз **не** тихо: в интерактивной сессии сразу вылезает диалог.</a:t>
            </a:r>
          </a:p>
          <a:p/>
          <a:p>
            <a:r>
              <a:t>Отсюда уточнение под таблицей, и оно против ходовой формулировки. «Невалидный матчер гасит все хуки файла» — неточно. По-настоящему тихо отказывает одна кривая запись внутри файла, который в остальном работает. Именно поэтому её никто не находит.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**правильной**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спросить. Мы это разбирали: тихо разрешить здесь означало бы изобразить защиту, которой нет.</a:t>
            </a:r>
          </a:p>
          <a:p/>
          <a:p>
            <a:r>
              <a:t>Вторая: мы на защищённой ветке. Решение — запретить, с текстом причины.</a:t>
            </a:r>
          </a:p>
          <a:p/>
          <a:p>
            <a:r>
              <a:t>Таблица полей. Три решения плюс важная четвёртая строка: если поля нет совсем — это не «разрешено». Это «решения нет, идите обычным порядком разрешений». Разница видна тогда, когда рядом стоит правило, которое и так бы спросило.</a:t>
            </a:r>
          </a:p>
          <a:p/>
          <a:p>
            <a:r>
              <a:t>Обратите внимание на вторую строку: «спросить» работает даже в режиме без диалогов подтверждения. Тот самый режим из нашей сцены — он не отменяет вопрос от хука.</a:t>
            </a:r>
          </a:p>
          <a:p/>
          <a:p>
            <a:r>
              <a:t>Приоритет, если хуков несколько и ответили они по-разному: запрет сильнее всего, разрешение слабее всего. Личный и проектный хук сработают оба, и запрет одного перебьёт разрешение другого.</a:t>
            </a:r>
          </a:p>
          <a:p/>
          <a:p>
            <a:r>
              <a:t>И последняя строка, самая практичная. При запрете причина видна агенту — он её прочитает. При разрешении и вопросе причина видна только человеку. Отсюда прямое следствие: текст отказа — это не украшение и не журнал, это единственный канал, которым вы объясняете агенту, что он сделал не так. Писать `BLOCKED` без объяснения — значит потратить единственный доступный канал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мы выбрали правильно. Файл написали правильно. Вот два способа всё равно остаться без барьера.</a:t>
            </a:r>
          </a:p>
          <a:p/>
          <a:p>
            <a:r>
              <a:t>Первый. Один и тот же хук, один и тот же субагент. Объявлен в шапке самого субагента — не срабатывает вовсе. Объявлен в файле настроек проекта для того же субагента — срабатывает и блокирует как надо. Открытое обращение, конкретная версия.</a:t>
            </a:r>
          </a:p>
          <a:p/>
          <a:p>
            <a:r>
              <a:t>Почему это доказательство, а не жалоба: база сравнения названа полностью. Тот же хук, тот же субагент, отличается одно — место объявления. При таком сравнении вывод не требует доверия к автору обращения.</a:t>
            </a:r>
          </a:p>
          <a:p/>
          <a:p>
            <a:r>
              <a:t>Второй способ мне нравится меньше всего. У нашего хука первая операция — разбор входной нагрузки вспомогательной утилитой. Если её в окружении нет, скрипт падает на первой же строке, возвращает код один — а код один, как мы помним, не блокирует ничего. Действие проходит.</a:t>
            </a:r>
          </a:p>
          <a:p/>
          <a:p>
            <a:r>
              <a:t>И теперь совместите это с левой половиной. Отсутствующая утилита и намеренный обход дают один и тот же наблюдаемый результат: тишину и прошедший коммит. Различить их, глядя на сессию, нельзя.</a:t>
            </a:r>
          </a:p>
          <a:p/>
          <a:p>
            <a:r>
              <a:t>Причём это не редкость: в официальном разделе устранения неполадок ровно эта ошибка стоит отдельной строкой с решением «установите утилиту». То есть режим известен, ожидаем и всё равно тих.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— про отказ, который не выглядит отказом. Хук исправен, срабатывает штатно, возвращает верное решение каждый раз.</a:t>
            </a:r>
          </a:p>
          <a:p/>
          <a:p>
            <a:r>
              <a:t>И именно поэтому его никто не заподозрит: ошибки нет, диагностировать нечего. Есть только задача, которая идёт непонятно долго.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мой собственный случай, и подпись под таблицей стоит не из скромности. Это опыт, а не замер — я не сидел с секундомером. Измеренную часть покажу через два слайда, и там будет видно, где замер, а где арифметика. Смешивать одно с другим нельзя, даже когда вывод совпадает.</a:t>
            </a:r>
          </a:p>
          <a:p/>
          <a:p>
            <a:r>
              <a:t>Что произошло. Одна задача, по ходу двадцать правок — обычное дело для любой нетривиальной работы. На каждой правке срабатывает хук и прогоняет полный цикл проверок, потому что матчер у него стоит на любое изменение файла.</a:t>
            </a:r>
          </a:p>
          <a:p/>
          <a:p>
            <a:r>
              <a:t>Что должно было занять минуты, заняло десятки минут. В худшем случае — час.</a:t>
            </a:r>
          </a:p>
          <a:p/>
          <a:p>
            <a:r>
              <a:t>Теперь самое важное, третья строка. Причина не в том, что хук медленный. Хук нормальный. Причина в том, что широкий матчер умножается на число правок. Это произведение, и растёт оно по множителю, а не по цене одного прогона.</a:t>
            </a:r>
          </a:p>
          <a:p/>
          <a:p>
            <a:r>
              <a:t>И четвёртая строка — почему это не заметили сразу. Сигнала об ошибке не было ни одного. Хук отработал штатно все двадцать раз, вернул верное решение двадцать раз. Жаловаться не на что: в журнале чисто.</a:t>
            </a:r>
          </a:p>
          <a:p/>
          <a:p>
            <a:r>
              <a:t>Спросите зал, было ли у кого-то похожее. Обычно у половины было — только они списывали это на модель или на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настройки, от которых зависит вся арифметика следующего слайда.</a:t>
            </a:r>
          </a:p>
          <a:p/>
          <a:p>
            <a:r>
              <a:t>Матчер — фильтр, на какие вызовы хук реагирует. Формулировку стоит запомнить: именно матчер решает, **сколько раз** хук сработает за задачу. Не его скорость. Таймаут — сколько среда ждёт ответа.</a:t>
            </a:r>
          </a:p>
          <a:p/>
          <a:p>
            <a:r>
              <a:t>Справа две вещи. Таймаут по умолчанию — шестьсот секунд, и рядом для сравнения два других события: тридцать секунд и десять. Значит, шестьсот выбрано не как «безопасное вообще», а как дефолт для этого типа. Наш файл ставит десять, в шестьдесят раз меньше.</a:t>
            </a:r>
          </a:p>
          <a:p/>
          <a:p>
            <a:r>
              <a:t>Вторая неприятнее: хук, превысивший таймаут, ничего не блокирует. Вызов идёт дальше, как будто хука нет. Это не предохранитель, а момент тихой сдачи позиции.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я прошу следить, где замер, а где счёт. Это не формальность: в прошлой редакции этого материала цифру вывели арифметически и подали как измеренную, и её пришлось снять.</a:t>
            </a:r>
          </a:p>
          <a:p/>
          <a:p>
            <a:r>
              <a:t>Первая таблица — цена одного срабатывания, измерено на настоящем проекте, с теми проверками, которые в нём реально лежат. Наш барьер ветки — двадцать семь миллисекунд. Сборка — тысяча сто тридцать семь, больше секунды. Между ними, на слайде её нет, синтаксическая проверка — сто двадцать четыре миллисекунды.</a:t>
            </a:r>
          </a:p>
          <a:p/>
          <a:p>
            <a:r>
              <a:t>Но главная колонка здесь последняя. Наш барьер срабатывает **один раз** за задачу, потому что его матчер — команда коммита. Два других — на каждую правку.</a:t>
            </a:r>
          </a:p>
          <a:p/>
          <a:p>
            <a:r>
              <a:t>Вторая таблица: что из этого выходит. Первая строка измерена от начала до конца, не пересчитана из первой таблицы: двадцать правок — двадцать шесть секунд, сорок — пятьдесят одна. Для десяти, если спросят, двенадцать секунд.</a:t>
            </a:r>
          </a:p>
          <a:p/>
          <a:p>
            <a:r>
              <a:t>И тут же оговорка, которая делает цифру честной — её на слайде нет, проговорите вслух: это самый дешёвый случай, какой можно придумать. Три файла, сборка чуть больше секунды. На вашем проекте будет больше, не меньше.</a:t>
            </a:r>
          </a:p>
          <a:p/>
          <a:p>
            <a:r>
              <a:t>Третья таблица — рост. Первая строка измерена, она выделена. Три остальные — арифметика от неё, и так и подписаны. Настоящий прогон тестов на минуту — двадцать и сорок минут. И два хука вместо одного, что бывает сплошь — восемьдесят минут на сорока правках.</a:t>
            </a:r>
          </a:p>
          <a:p/>
          <a:p>
            <a:r>
              <a:t>Вот откуда берётся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t>**Первый — сузить матчер.**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t>**Второй — вынести дорогое на пул-реквест.** Сборка и тесты нужны, никто не предлагает от них отказаться. Они нужны **один раз за задачу**,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**тихо пропустить**.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единственный артефакт занятия, который не файл, а процедура. Применить можно к своему проекту сегодня же.</a:t>
            </a:r>
          </a:p>
          <a:p/>
          <a:p>
            <a:r>
              <a:t>Первая строка таблицы — главная. Прогон команды хука под `time`, **умноженный на число правок за типичную задачу**. Цифра за один вызов не отвечает ни на один вопрос: двадцать семь миллисекунд и тысяча сто — обе выглядят приемлемо, а различаются они множителем.</a:t>
            </a:r>
          </a:p>
          <a:p/>
          <a:p>
            <a:r>
              <a:t>Начинать, однако, надо с третьей строки — со списка хуков. Сначала посмотрите, что у вас вообще стоит и с какими матчерами. В моём случае выяснилось, что часть хуков я не заводил: они приехали с настройками.</a:t>
            </a:r>
          </a:p>
          <a:p/>
          <a:p>
            <a:r>
              <a:t>Процедура — три шага. Посчитать правки. Умножить. Сравнить с длительностью задачи.</a:t>
            </a:r>
          </a:p>
          <a:p/>
          <a:p>
            <a:r>
              <a:t>И теперь порог, и вот это стоит проговорить отдельно. Абсолютного порога не существует. Одна и та же цена — полторы секунды на правку, сорок правок, пятьдесят две секунды суммарно. В задаче на десять минут это девять процентов, терпимо. В задаче на три минуты — почти треть. В задаче на минуту — почти вся задача.</a:t>
            </a:r>
          </a:p>
          <a:p/>
          <a:p>
            <a:r>
              <a:t>Одна и та же цифра, три разных вывода. Поэтому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Различие между плашками — не в том, что важнее, а в **множителе**.</a:t>
            </a:r>
          </a:p>
          <a:p/>
          <a:p>
            <a:r>
              <a:t>Слева платится один раз за задачу: барьер ветки, 27 мс, матчер смотрит на `git commit`, а не на каждую правку. Справа — то же самое, умноженное на число правок: сборка 1 137 мс × 20 правок = 23 секунды, которые зал воспринимает как «среда тормозит».</a:t>
            </a:r>
          </a:p>
          <a:p/>
          <a:p>
            <a:r>
              <a:t>**Если спросят про синтаксическую проверку:** 124 мс, вдевятеро дешевле сборки — но множитель тот же. Вопрос не в цене прогона, а в том, сколько раз он случится.</a:t>
            </a:r>
          </a:p>
          <a:p/>
          <a:p>
            <a:r>
              <a:t>**Сказать вслух:** 23 секунды — арифметика, не измерение. Сами цены сняты на демо-репозитории, по 100 прогонов.</a:t>
            </a:r>
          </a:p>
          <a:p/>
          <a:p>
            <a:r>
              <a:t>**Переход:**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команды, любой может повторить у себя после занятия. Выводы на слайде настоящие, снятые с этого репозитория.</a:t>
            </a:r>
          </a:p>
          <a:p/>
          <a:p>
            <a:r>
              <a:t>Первая строка таблицы — длина: 690 при собственном пределе 600, и предел объявлен в том же файле, строкой 470. Это выглядит как главная находка. Это не она.</a:t>
            </a:r>
          </a:p>
          <a:p/>
          <a:p>
            <a:r>
              <a:t>Главная — вторая: раздел про глубину главы объявлен дважды, на 117-й и на 474-й строке, и копии расходятся. Вторая добавляет, что засчитывается в объём, и отменяет ориентир первой. Обе лежат в контексте агента одновременно.</a:t>
            </a:r>
          </a:p>
          <a:p/>
          <a:p>
            <a:r>
              <a:t>Третья — строка 216. Там правило, которое само про себя пишет: перекрывает правило ниже. Эту оговорку дописали руками, уже после того как конфликт сработал на живой лекции.</a:t>
            </a:r>
          </a:p>
          <a:p/>
          <a:p>
            <a:r>
              <a:t>Что здесь надо знать, и оно напечатано на слайде: файл читается целиком при старте каждой сессии. Не по разделам, не по нужде — целиком. Включая обе копии, в сессии про отступ в вёрстке.</a:t>
            </a:r>
          </a:p>
          <a:p/>
          <a:p>
            <a:r>
              <a:t>Если спросят, почему это не починили раньше: никто не приходил. Ничего заметно не ломалось — обе копии написаны в разные дни разными заходами, и нашлись при подготовке этого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цена у них разная качественно, а не в разы: имя и описание — ~100 токенов, тело — до 5 тыс. и только при срабатывании, вложения — ноль, пока не открыты.</a:t>
            </a:r>
          </a:p>
          <a:p/>
          <a:p>
            <a:r>
              <a:t>**Кромка — то, что ломает интуицию «поставлю на всякий случай»:** за неиспользованный скилл платят ровно столько же, сколько за рабочий. А у третьего уровня предела нет вообще — мегабайты стоят ноль, пока закрыты.</a:t>
            </a:r>
          </a:p>
          <a:p/>
          <a:p>
            <a:r>
              <a:t>Три термина под базой звучат дальше без повторного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t>*Пауза. Три-четыре голоса, любой выбор фиксирую вслух и без оценки.*</a:t>
            </a:r>
          </a:p>
          <a:p/>
          <a:p>
            <a:r>
              <a:t>Слушаю одно: назовёт ли кто-нибудь конфликт. Первая карточка — законная позиция, у неё есть аргумент прямо со сцены; спрошу только, по какой мерке она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— та, ради которой слайд стоит здесь, а не в конце.</a:t>
            </a:r>
          </a:p>
          <a:p/>
          <a:p>
            <a:r>
              <a:t>Контролируемый эксперимент: 1650 сессий, 16 050 наблюдений, четыре варьируемые характеристики файла инструкций — размер, положение правила, устройство, наличие конфликта. Ни одна из них на соблюдение не влияет статистически. То есть «сделаю файл короче, и правило станет соблюдаться» — проверено и опровергнуто напрямую.</a:t>
            </a:r>
          </a:p>
          <a:p/>
          <a:p>
            <a:r>
              <a:t>Влияет при этом другое, и это стоит проговорить: длина самой сессии. Каждая следующая функция — минус примерно 5,6% шансов соблюдения относительно предыдущей функции той же сессии. Авторы сами отмечают, что нашли этот эффект при анализе, а не заявили заранее.</a:t>
            </a:r>
          </a:p>
          <a:p/>
          <a:p>
            <a:r>
              <a:t>Первая строка — про цену конфликта. Когда два правила сталкиваются, соблюдаются оба сразу только в 35,4% испытаний. Это и есть наша сцена, посчитанная: две копии одного правила с расходящимися деталями.</a:t>
            </a:r>
          </a:p>
          <a:p/>
          <a:p>
            <a:r>
              <a:t>Если из зала прозвучит обратная величина — 64,6% — остановитесь на оговорке внизу. Это доля испытаний с нарушением хотя бы одного правила пары, на специально сконструированных столкновениях. Как «частота нарушений вообще» её приводить нельзя, и авторы работы говорят это сами.</a:t>
            </a:r>
          </a:p>
          <a:p/>
          <a:p>
            <a:r>
              <a:t>Третья строка держит третий повод, до которого дойдём в разборе: вложения стоят ноль, пока закрыты. Ограничение там не на размер, а на глубину ссылок — один уровень.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четвёртой строки, потому что за неё голосуют чаще всего и она неверна не по невнимательности.</a:t>
            </a:r>
          </a:p>
          <a:p/>
          <a:p>
            <a:r>
              <a:t>«Файл станет короче» — это мерка читаемости: сколько текста человек готов держать в одном документе. Наш вопрос другой: сколько из прочитанного вернулось пользой. Доведите до крайности — пусть файл был бы 200 строк, из них те же спорные разделы. Убыток тот же, а мерка длины по-прежнему говорит «норма». Мерка, которая при любом ответе показывает «норма», ничего не решает. И это не рассуждение: 1650 сессий, устройство и размер файла на соблюдение не влияют.</a:t>
            </a:r>
          </a:p>
          <a:p/>
          <a:p>
            <a:r>
              <a:t>Дальше три целевые, и это три разные механики — не три способа сказать одно.</a:t>
            </a:r>
          </a:p>
          <a:p/>
          <a:p>
            <a:r>
              <a:t>Первая, про объём: вынос окупается, когда тело большое, а нужно оно редко. Считается перемножением — объём на долю сессий, где он не нужен. Десятки строк против ста постоянных токенов на этой шкале не видны. Мегабайты вложений видны.</a:t>
            </a:r>
          </a:p>
          <a:p/>
          <a:p>
            <a:r>
              <a:t>Вторая, про конфликт, и она прямо про нашу сцену. Вынесенные процедуры перестают лежать в контексте одновременно: грузится та, которую выбрало описание. Цена конфликта посчитана — оба правила соблюдаются сразу в 35,4% случаев.</a:t>
            </a:r>
          </a:p>
          <a:p/>
          <a:p>
            <a:r>
              <a:t>Третья, самая недооценённая. Файл инструкций может только описать команду словами. Скилл приносит скрипт, который её выполняет, и в контекст попадает вывод, а не текст. Разница между «прочитай, как проверять» и «вот результат проверки».</a:t>
            </a:r>
          </a:p>
          <a:p/>
          <a:p>
            <a:r>
              <a:t>Пятая строка — антипод. Если процедура нужна каждую сессию, тело будет грузиться почти всегда: выигрыш не наступает там, где обещан, а шаг угадывания добавляется. Это строка в файле инструкций, а не скилл.</a:t>
            </a:r>
          </a:p>
          <a:p/>
          <a:p>
            <a:r>
              <a:t>Мерка в рамке под таблицей держит весь дальнейший раздел: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`.claude/skills`, внутри — папка по имени скилла, внутри — файл `SKILL.md`.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`pre-user-gate`».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Вторая строка про то, что бывает вместо него. Та же работа прогнала по 12-балльной рубрике корпус в сорок семь тысяч скиллов из открытых каталогов: средний балл 6,2. У отобранных для замера — 10,1, порог отбора девять.</a:t>
            </a:r>
          </a:p>
          <a:p/>
          <a:p>
            <a:r>
              <a:t>То есть плюс шестнадцать пунктов вы получаете от скилла, который кто-то прочитал и отобрал. Со среднего из каталога вы получаете что-то другое, и работа не обещает, что положительное.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Граница здесь — не оговорка «бывают исключения», а решение: вот предел, вот что делают за ним.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t>Переход: повод мы нашли, и он не про длину. Теперь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фраза, которая переворачивает весь предыдущий разговор: файл можно написать идеально и не запустить ни разу.</a:t>
            </a:r>
          </a:p>
          <a:p/>
          <a:p>
            <a:r>
              <a:t>Дальше — перечень скиллов этой самой сессии. Он на экране, и он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`build-deck: build-deck`.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`pre-user-gate`.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`build-deck` целиком. Первая строка — заголовок `# build-deck`.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`head -5`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— не подпись для человека, а текст, который вставляется в системный промпт: выбор делается по нему. Тело до выбора не читается вовсе.</a:t>
            </a:r>
          </a:p>
          <a:p/>
          <a:p>
            <a:r>
              <a:t>**Кромка — то, что путают почти все, кто про лимит вообще знает.** 1024 знака — проверка самого поля при чтении файла. 1536 — сколько перечень отображает, и обрезает он **конец**. Отсюда правило: ключевой случай первым, потому что теряете вы хвост.</a:t>
            </a:r>
          </a:p>
          <a:p/>
          <a:p>
            <a:r>
              <a:t>Третий термин — «третье лицо» — объяснится в разборе.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 одну.</a:t>
            </a:r>
          </a:p>
          <a:p/>
          <a:p>
            <a:r>
              <a:t>*Пауза. Три-четыре голоса, фиксирую без оценки.*</a:t>
            </a:r>
          </a:p>
          <a:p/>
          <a:p>
            <a:r>
              <a:t>Жду, назовёт ли кто-нибудь третью часть — её почти никогда не называют. Если зал остановится на второй карточке, это нормальный ответ, и разбор адресован именно 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первая строка, и в ней три части. Что делает, когда использовать, когда НЕ использовать.</a:t>
            </a:r>
          </a:p>
          <a:p/>
          <a:p>
            <a:r>
              <a:t>Первые две части зал называет почти всегда. Третью — почти никогда, и это самое ценное место разбора. Без неё описание не ломается, оно начинает работать слишком хорошо: скилл выглядит подходящим чаще, чем нужен, и срабатывает там, где не должен. Это третья строка таблицы, «что делает плюс когда» — почти целевой ответ, и в проекте с тремя скиллами он сработает.</a:t>
            </a:r>
          </a:p>
          <a:p/>
          <a:p>
            <a:r>
              <a:t>Вторая строка — «что делает». Это ровно то, что мы видели на экране: файл описывает себя, но не говорит, когда его звать. Официальная документация называет это главной причиной несрабатывания.</a:t>
            </a:r>
          </a:p>
          <a:p/>
          <a:p>
            <a:r>
              <a:t>Четвёртая — ключевые слова через запятую. Работает в текстовом поиске, не работает здесь: выбирает модель по смыслу. И обрубок из ключевых слов — это буквально то, что в документации приведено примером «как не надо».</a:t>
            </a:r>
          </a:p>
          <a:p/>
          <a:p>
            <a:r>
              <a:t>Пятая, про первое лицо, — единственная запрещённая прямым правилом. Причина не косметическая: описание вставляется в системный промпт, и разнобой в лице ломает обнаружение. Пара внизу — обе плохие формулировки и одна хорошая, дословно из документации.</a:t>
            </a:r>
          </a:p>
          <a:p/>
          <a:p>
            <a:r>
              <a:t>Если из зала прозвучит «а пятая ведь подробнее третьей» — да, и это специально: длина не заменяет состав.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варианта подряд, и ломаются они по-разному — в этом весь смысл показывать все три.</a:t>
            </a:r>
          </a:p>
          <a:p/>
          <a:p>
            <a:r>
              <a:t>Первый: фронтматтера нет. Описанием становится первая непустая строка, а это заголовок. Ровно то, что мы видели на экране двенадцать раз. Коварство здесь в том, что прямой вызов через слэш продолжает работать — автор пробует, всё хорошо,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это буквальный перевод формулировки, которая прямо приведена в документации примером «как не надо». Смотрите на карточку: три запрещённых примера, все три одинаково устроены — глагол плюс расплывчатое существительное. Поле не пустое, файл годный, а триггера нет: не сказано, когда звать, и не сказано, когда не звать.</a:t>
            </a:r>
          </a:p>
          <a:p/>
          <a:p>
            <a:r>
              <a:t>Рядом — одобренный официальный пример для сравнения. Обратите внимание на его устройство: сначала конкретные действия, потом «используй, когда…» с настоящими словами запроса.</a:t>
            </a:r>
          </a:p>
          <a:p/>
          <a:p>
            <a:r>
              <a:t>Третий вариант — наш, и собираем мы его именно по этому шаблону. Первое предложение: что делает, третьим лицом, без «я» и «вы». Второе: по каким словам звать — задеплоить, выкатить, опубликовать. И явное «не для обычных правок кода без деплоя».</a:t>
            </a:r>
          </a:p>
          <a:p/>
          <a:p>
            <a:r>
              <a:t>Если зал предложит свои формулировки — берите их, порядок частей важнее слов.</a:t>
            </a:r>
          </a:p>
          <a:p/>
          <a:p>
            <a:r>
              <a:t>Проверять потом надо в обе стороны: просим выкатить сайт — должен открыться; просим поправить опечатку в вёрстке — открываться не должен.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Первая карточка — наивный вариант, и он коварнее, чем кажется. Текст годный, скилл сработает, пункты по-русски осмысленные. Дефект в том, чего в нём нет: чем именно собирать. Тем, этим или третьим — не сказано. Модель угадает заново или возьмёт устаревшую команду. То есть задачу угадывания мы не решили, а перенесли из файла инструкций внутрь скилла, где её труднее заметить.</a:t>
            </a:r>
          </a:p>
          <a:p/>
          <a:p>
            <a:r>
              <a:t>Вторая карточка — рабочее тело. Пять шагов, и у каждого названо действие целиком, а не намерение. Сборка — вот команда и вот ожидаемый код выхода. Проверка формы — вот команда и вот критерий «зелёное». Публикация — команда с именем проекта, потому что без имени она не та.</a:t>
            </a:r>
          </a:p>
          <a:p/>
          <a:p>
            <a:r>
              <a:t>Честно про арифметику: шагов пять, литеральных команд три. Четвёртый шаг — руками открыть адрес и отправить форму, пятый — записать, что выложено. Команды у них нет, и придумывать её незачем.</a:t>
            </a:r>
          </a:p>
          <a:p/>
          <a:p>
            <a:r>
              <a:t>Правило внизу — с другой стороны, и оно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приняли. Описание написали правильно. Дальше рука тянется написать тело полным — раз уж взялись.</a:t>
            </a:r>
          </a:p>
          <a:p/>
          <a:p>
            <a:r>
              <a:t>Измерение против этого прямое: скиллы максимум из трёх модулей обгоняют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t>И теперь честная часть, её надо сказать вслух. Направление подтверждено первоисточником. Числа — насколько именно обгоняет — в работе нет, я его не извлёк. Процент на этом слайде не стоит, и придумывать его я не буду.</a:t>
            </a:r>
          </a:p>
          <a:p/>
          <a:p>
            <a:r>
              <a:t>Переход: описание из трёх частей спасает один скилл. Когда их тринадцать, ломается совсем другое.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Счёт назван, и он проверяется двумя командами — они на следующем слайде.</a:t>
            </a:r>
          </a:p>
          <a:p/>
          <a:p>
            <a:r>
              <a:t>Развилка не в том, как починить один скилл: это мы уже умеем. Развилка в том, что делать с библиотекой целиком и с чего начинать.</a:t>
            </a:r>
          </a:p>
          <a:p/>
          <a:p>
            <a:r>
              <a:t>Тег наверху: тринадцать скиллов, один с настоящим описанием, пять средств ревизии.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перечень, что был на экране, только теперь со счётом — и счёт проверяемый.</a:t>
            </a:r>
          </a:p>
          <a:p/>
          <a:p>
            <a:r>
              <a:t>Первая команда: тринадцать каталогов. Вторая: у двенадцати файлов первая строка начинается с решётки, то есть это заголовок, а не фронтматтер. Никаких оценок, две команды.</a:t>
            </a:r>
          </a:p>
          <a:p/>
          <a:p>
            <a:r>
              <a:t>Третья строка таблицы — та, за которой стоит идти. Сто токенов на скилл — это цена первого уровня загрузки, имени и описания. Единственного, что лежит в контексте до срабатывания. Платится за каждый скилл независимо от того, вызывался он когда-нибудь или нет.</a:t>
            </a:r>
          </a:p>
          <a:p/>
          <a:p>
            <a:r>
              <a:t>Тринадцать умножаем на сто — примерно тысяча триста токенов в каждой сессии. Из них тысяча двести — за те двенадцать, которые по смыслу сработать не могут: описания у них нет. Платим за перечень, который не работает.</a:t>
            </a:r>
          </a:p>
          <a:p/>
          <a:p>
            <a:r>
              <a:t>Четвёртая строка — про то, сколько это длится, и она обиднее всех. Семнадцатое мая, один коммит, все тринадцать сразу. Четыре с половиной месяца, и перечень с тех пор не пересматривался ни разу. В том числе в этой сессии — счёт идёт и сейчас.</a:t>
            </a:r>
          </a:p>
          <a:p/>
          <a:p>
            <a:r>
              <a:t>Если спросят, почему не заметили: заметить нечего. Ошибки нет, замедления нет, ничего не падает. Это ровно та форма отказа, которую видно только если пойти и посчитать.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решённая задача: имена совпали точно, приоритет уровней задан, разрешается одинаково каждый раз, оба скилла остаются доступны под уточнёнными именами. Ничего не теряется.</a:t>
            </a:r>
          </a:p>
          <a:p/>
          <a:p>
            <a:r>
              <a:t>**Справа — то, для чего механизма нет вообще.** Похожие описания разрешать нечем: модель выбирает один, и записи об этом не остаётся.</a:t>
            </a:r>
          </a:p>
          <a:p/>
          <a:p>
            <a:r>
              <a:t>**Главное, ради чего слайд стоит здесь:** это не «скилл не сработал» — тогда ничего бы не произошло и вы заметили бы по результату. Здесь **сработал другой**, честно доложил, и результат выглядит как работа. Тише всех разобранных отказов.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карточек, и спрашивается порядок — это написано на слайде, проговорите вслух ещё раз.</a:t>
            </a:r>
          </a:p>
          <a:p/>
          <a:p>
            <a:r>
              <a:t>*Пауза. Три-четыре голоса, фиксирую без оценки.*</a:t>
            </a:r>
          </a:p>
          <a:p/>
          <a:p>
            <a:r>
              <a:t>Почти всегда первым называют дописать описание всем. Это разумно и это второй шаг. Слушаю, назовёт ли кто-нибудь шаг, который должен идти перед 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 из двух шагов, и половина зала обычно называет их в обратном.</a:t>
            </a:r>
          </a:p>
          <a:p/>
          <a:p>
            <a:r>
              <a:t>Первый шаг: выяснить, кто ни разу не вызывался, и удалить. Второй: дописать описание тем, кто остался.</a:t>
            </a:r>
          </a:p>
          <a:p/>
          <a:p>
            <a:r>
              <a:t>Почему порядок именно такой, а не «всё равно». Налог платится за каждый скилл независимо от вызова. Дописать описание скиллу, который никому не нужен, — значит не снять налог, а закрепить его: теперь скилл видим модели и начинает участвовать в выборе, не будучи нужным. Вы заплатили полчаса, чтобы сделать перечень дороже.</a:t>
            </a:r>
          </a:p>
          <a:p/>
          <a:p>
            <a:r>
              <a:t>Вторая строка — тот самый простой ход. Он правильный, он просто второй. Поставленный первым, он делает работу, часть которой придётся отменять.</a:t>
            </a:r>
          </a:p>
          <a:p/>
          <a:p>
            <a:r>
              <a:t>Третья строка — «не мешает», и это проверяемо ложно. Мешает дважды: постоянный налог и вероятность выбрать не тот. При двухстах скиллах падение доходит до двадцати одного процента, и доминирует в нём не цена контекста, а именно неверный выбор. У нас тринадцать, не двести. Но направление задано, и начинается оно не на двухсотом скилле.</a:t>
            </a:r>
          </a:p>
          <a:p/>
          <a:p>
            <a:r>
              <a:t>Четвёртая: переименовать. Разумная интуиция, мимо причины. Точное совпадение имён и так разрешается детерминированно — про это была база. Ломает похожее описание, а переименование его не трогает.</a:t>
            </a:r>
          </a:p>
          <a:p/>
          <a:p>
            <a:r>
              <a:t>Пятая: один большой скилл. Прямо против измерения — три модуля обгоняют исчерпывающие наборы.</a:t>
            </a:r>
          </a:p>
          <a:p/>
          <a:p>
            <a:r>
              <a:t>И оговорка, её надо сказать. Двести два — это край работы. Промежуточных порогов в ней нет: где ухудшение начинается, мы не знаем. Знаем направление и крайнюю точку.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шаг порядка — удалить невызываемое — требует знать, кто не вызывался. Угадать это нельзя, и на глаз тоже: перечень выглядит одинаково.</a:t>
            </a:r>
          </a:p>
          <a:p/>
          <a:p>
            <a:r>
              <a:t>Первая строка таблицы отвечает ровно на этот вопрос: использование и цена по каждому скиллу и флаг «никогда не вызывался». Доступно с версии 2.1.252.</a:t>
            </a:r>
          </a:p>
          <a:p/>
          <a:p>
            <a:r>
              <a:t>Вторая и третья — про цену. `/context` даёт точное число размера раздела скиллов, причём после урезания перечня, а не до. `/doctor` показывает, кто в эту цену вкладывается больше всех.</a:t>
            </a:r>
          </a:p>
          <a:p/>
          <a:p>
            <a:r>
              <a:t>Четвёртая — единственная, которая работает без живой сессии, прямо из командной строки: находит файлы, у которых фронтматтер не читается. Это то, чем можно проверить все тринадцать наших за секунды.</a:t>
            </a:r>
          </a:p>
          <a:p/>
          <a:p>
            <a:r>
              <a:t>Пятая — на случай «сломалось, не пойму что»: сессия без всех надстроек. Исчезло — причина в одном из отключённых слоёв.</a:t>
            </a:r>
          </a:p>
          <a:p/>
          <a:p>
            <a:r>
              <a:t>И теперь то, что надо сказать самому, не дожидаясь вопроса. Снимка панели у меня нет. Он требует интерактивной сессии, её здесь нет, и в списке незакрытых захватов это отмечено. Рисовать вместо снимка похожую картинку я не стал: целевой ответ кейса опирается именно на этот флаг, и подменять его макетом было бы хуже, чем сказать, что экрана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приняли: библиотеку почистили, описания дописали. Чистая — не значит безопасная.</a:t>
            </a:r>
          </a:p>
          <a:p/>
          <a:p>
            <a:r>
              <a:t>Первая строка, и главное в ней — не 307. Главное — 68,8 процента. Из ста двадцати пяти случаев функционального вреда восемьдесят шесть дали скиллы, которые выглядели подходящими задаче. Не подсунутые, не лишние — релевантные. База сильная: разница двух прогонов, те же задачи, тот же агент, со скиллом и без.</a:t>
            </a:r>
          </a:p>
          <a:p/>
          <a:p>
            <a:r>
              <a:t>То есть интуиция «если скилл по теме, он в худшем случае не поможет» — неверна. По теме он чаще всего и вредит.</a:t>
            </a:r>
          </a:p>
          <a:p/>
          <a:p>
            <a:r>
              <a:t>Вторая строка — про открытые каталоги. Двадцать шесть процентов с уязвимостью, пять с признаками злого умысла, корпус тридцать одна тысяча. Точность и полноту детектора называю сразу, потому что без них проценты ничего не значат.</a:t>
            </a:r>
          </a:p>
          <a:p/>
          <a:p>
            <a:r>
              <a:t>Третья — самая полезная практически. Скиллы, внутри которых есть исполняемый скрипт, уязвимы в два с небольшим раза чаще. Тот же корпус, единственное различие — наличие скрипта.</a:t>
            </a:r>
          </a:p>
          <a:p/>
          <a:p>
            <a:r>
              <a:t>И теперь связка, которую надо проговорить, иначе кейс распадается. Третий повод завести скилл мы назвали сами: процедуру надо исполнять, а не читать. Это и есть скрипт внутри. То же самое свойство, которое делает свой скилл сильным, делает чужой в два раза опаснее.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 обнаружения.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честное «управлять не надо», а не «пока сойдёт»: областей не пересекается, выбирать не из чего.</a:t>
            </a:r>
          </a:p>
          <a:p/>
          <a:p>
            <a:r>
              <a:t>Справа два действия. Ревизия по флагу «никогда не вызывался» — удалять сразу, а не собирать список. И дисциплина имён: пример на 172 скилла с именами «департамент:скилл» — это **пример масштаба, а не рекомендованный порог**.</a:t>
            </a:r>
          </a:p>
          <a:p/>
          <a:p>
            <a:r>
              <a:t>**Если спросят «а с какого числа начинать»** — числа нет: измерений на промежуточных размерах библиотеки не существует, и выдумывать порог я не буду.</a:t>
            </a:r>
          </a:p>
          <a:p/>
          <a:p>
            <a:r>
              <a:t>**Последнюю строку произнести медленно:** одобрение выдаётся один раз, а права у скилла остаются и после того, как его содержимое изменилось.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`.claude/`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Откройте в голове свой рабочий репозиторий — тот, в котором вы работаете, не учебный. Прогоните по нему два сегодняшних усиления одними и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</a:t>
            </a:r>
          </a:p>
          <a:p/>
          <a:p>
            <a:r>
              <a:t>Не вслух. Не на бумаге. Себе.</a:t>
            </a:r>
          </a:p>
          <a:p/>
          <a:p>
            <a:r>
              <a:t>Пауза пять-семь секунд. Голоса не вызываю, типичные ответы не разбираю — у этого вопроса разбора нет, он не проверяет знание.</a:t>
            </a:r>
          </a:p>
          <a:p/>
          <a:p>
            <a:r>
              <a:t>Третья корзина — полноправная. «Не нужно вообще» такой же законный исход, как первые два, и причину для него назвать труднее, чем для них.</a:t>
            </a:r>
          </a:p>
          <a:p/>
          <a:p>
            <a:r>
              <a:t>И закрывающая мысль. Если хотя бы по одному усилению вышло «сигнал был, а я его не услышал» — начните с него. Это вопрос дня, а не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«Всё, чем настроен агент в этом проекте, — двадцать строк текста. Он их читает. Исполнять их некому.»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правило исполнялось без доброй воли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756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036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`signup-landing`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Считается готовым, когда сборка даёт код 0, тесты зелёные и форма отправлена руками — и заполненная, и пустая.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546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423426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7596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30397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Склонировать и пересчитать построчно: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94119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9606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что оно делает не так, как вы ждёте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оно делает не то, чего вы от него ждали.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закроем сегодня — по одной за ступень. Три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2987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3254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498740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06970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 каждой развилке выбор делаете вы. Ответ показывают после того, как вы ответили.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620603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675467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757763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Дерево репозитория, с которым мы уйдём, будет отличаться от того, что было на втором слайде,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 — и не нарушает ни одного правила, потому что правила про ветки в файле инструкций нет вовсе.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pic>
        <p:nvPicPr>
          <p:cNvPr id="4" name="Picture 3" descr="khuki-n07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88" y="1254252"/>
            <a:ext cx="7969574" cy="13614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80312"/>
            <a:ext cx="11183112" cy="2915411"/>
          </a:xfrm>
          <a:prstGeom prst="roundRect">
            <a:avLst>
              <a:gd name="adj" fmla="val 696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3192"/>
            <a:ext cx="10744200" cy="2549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6031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8833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94919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94919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949195"/>
            <a:ext cx="7315" cy="326288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94919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61260"/>
            <a:ext cx="5381244" cy="275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Хук — команда, которую 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 Агента не спрашивают, и отказаться он не может.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слова, которые дальше звучат без объяснения.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момент, к которому привязана команда.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реагировать.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что хук отвечает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46126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Таких моментов задокументировано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33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против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ранних версиях того же продукта.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 работе у нас будет ровно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из тридцати трёх. Остальные тридцать два сегодня не понадобятся ни разу.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 хуки известно — и что измерено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7292"/>
            <a:ext cx="11183112" cy="4044632"/>
          </a:xfrm>
          <a:prstGeom prst="roundRect">
            <a:avLst>
              <a:gd name="adj" fmla="val 7535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88732"/>
            <a:ext cx="68580" cy="38617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80172"/>
            <a:ext cx="26612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ИЗВЕСТНО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381" y="1480172"/>
            <a:ext cx="44302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9964" y="1480172"/>
            <a:ext cx="328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62239"/>
            <a:ext cx="266127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Точек, куда можно привязать хук,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381" y="1762239"/>
            <a:ext cx="443027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ранних версиях: тот же продукт, тот же способ счёта, другая дата; независимая сверка даёт то же число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9964" y="1762239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обращение 25.09.2026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morphllm.com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06.09.2026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74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74518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Режимов, в которых 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молча не срабатывает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задокументировано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381" y="2474518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сверено по официальной документации построчно, а не собрано из разборов в блогах: у каждого режима отмечено, подтверждён ли он дословной цитатой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9964" y="2474518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раздел про хуки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69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69360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этого класса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обходится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найдены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 формы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одной и той же команды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381" y="3369360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самый хук из материала курса, до и после внешнего теста — не абстрактный пример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9964" y="3369360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workain/agent-harness-registry#65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20.09.2026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642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64202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случая, когда хуки исполняются в обход диалога доверия или подменяется сама конфигурация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381" y="4264202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оценки серьёзности сверены первично по NVD — национальной базе уязвимостей США — и GitHub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9964" y="4264202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CVE-2026-40068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7,7 по шкале CVSS 4.0, и та же запись независимо 8,8 по шкале 3.1;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CVE-2025-59536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8,7;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CVE-2026-35603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5,4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1411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75127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Механизм, который мы сейчас поставим,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восемью способами молча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Это не повод его не ставить. Это повод не считать его поставленным до того, как он отказал громко.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9640" y="1855825"/>
            <a:ext cx="24346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637" y="1855825"/>
            <a:ext cx="62562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640" y="2137892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637" y="2137892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640" y="2850172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637" y="2850172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9640" y="3562451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637" y="3562451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640" y="4274731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637" y="4274731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убьёт работу, а не нарушение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75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9640" y="4987010"/>
            <a:ext cx="24346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637" y="4987010"/>
            <a:ext cx="62562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 вовсе —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лежит, что пишется, как срабатывает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16" y="1254252"/>
            <a:ext cx="7969719" cy="15275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946373"/>
            <a:ext cx="11183112" cy="1395262"/>
          </a:xfrm>
          <a:prstGeom prst="roundRect">
            <a:avLst>
              <a:gd name="adj" fmla="val 1456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129253"/>
            <a:ext cx="10744200" cy="10295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ГДЕ ЛЕЖИТ — оба файла в git, поэтому в свежем клоне работает само, без установки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├── .claude/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│   ├── settings.json                    ← сам хук: регистрация + команда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│   └── 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│       └── selftest-branch-guard.sh     ← самотест, вызывается вручную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└── CLAUDE.md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06227"/>
            <a:ext cx="11183112" cy="1124644"/>
          </a:xfrm>
          <a:prstGeom prst="roundRect">
            <a:avLst>
              <a:gd name="adj" fmla="val 1806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689107"/>
            <a:ext cx="10744200" cy="758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КАКАЯ СТРУКТУРА ЗАПИСИ — четыре уровня вложенности, у каждого своё имя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hooks → PreToolUse → [ { matcher, hooks: [ { type, command, timeout } ] }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│         │              │                       │           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где       событие        на что                  что         сколько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живёт     привязки       реагировать             запустить   ждать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795464"/>
            <a:ext cx="82296" cy="53218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923480"/>
            <a:ext cx="10643616" cy="2761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Что пишется в команде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четыре шага: достать команду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проверить, что это коммит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узнать ветку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напечатать решение.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</a:t>
            </a:r>
          </a:p>
        </p:txBody>
      </p:sp>
      <p:pic>
        <p:nvPicPr>
          <p:cNvPr id="4" name="Picture 3" descr="khuki-n13-sbor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84" y="1254252"/>
            <a:ext cx="9640182" cy="224937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219"/>
            <a:ext cx="11183112" cy="2029015"/>
          </a:xfrm>
          <a:prstGeom prst="roundRect">
            <a:avLst>
              <a:gd name="adj" fmla="val 150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823667"/>
            <a:ext cx="53785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ВОПРОС ЗАЛУ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3202" y="3823667"/>
            <a:ext cx="52010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05734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 вызова или после?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3202" y="4105734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событие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9294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392945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 все инструменты или на один?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3202" y="4392945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`matcher`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68015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680155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Откуда хук узнаёт саму команду?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3202" y="4680155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`command`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первый шаг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96736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67366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Как узнать текущую ветку?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3202" y="4967366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`command`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третий шаг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525457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5254576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 если это ещё не репозиторий?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3202" y="5254576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которое хук печатает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6182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98984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не «хук вообще», а заполняем те пять мест, которые только что были названы по именам.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можно склонировать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658361"/>
          </a:xfrm>
          <a:prstGeom prst="roundRect">
            <a:avLst>
              <a:gd name="adj" fmla="val 5554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292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"$comment": "… пояснение автора, на исполнение не влияет …",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"hooks":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"PreToolUse": [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"matcher": "Bash",                                  ← 1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"hooks": [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"command": "jq -r '.tool_input.command' | { read -r cmd;   ← 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if ! git rev-parse --is-inside-work-tree …; then    ←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  … permissionDecision: \"ask\"  + причина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branch=$(git symbolic-ref --short HEAD …)           ← 4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  … permissionDecision: \"deny\" + причина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"timeout": 10                                   ← 5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7205"/>
            <a:ext cx="82296" cy="5157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205221"/>
            <a:ext cx="10643616" cy="2597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матчер на команды оболочки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2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достать команду из нагрузки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3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это вообще репозиторий?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4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имя ветки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таймаут, урезанный с 600 секунд до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57568"/>
            <a:ext cx="82296" cy="5157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885584"/>
            <a:ext cx="10643616" cy="2597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58" y="1254252"/>
            <a:ext cx="8159435" cy="172028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39125"/>
            <a:ext cx="82296" cy="54485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67141"/>
            <a:ext cx="10643616" cy="2888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пройдено,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провалов —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8569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976585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в репозитории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830 байт, исполняемый бит стоит. Три независимые причины: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6457"/>
            <a:ext cx="11183112" cy="1228852"/>
          </a:xfrm>
          <a:prstGeom prst="roundRect">
            <a:avLst>
              <a:gd name="adj" fmla="val 248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604473"/>
            <a:ext cx="499132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8567" y="4604473"/>
            <a:ext cx="5643144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864061"/>
            <a:ext cx="49913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-хук, а не хук среды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8567" y="4864061"/>
            <a:ext cx="56431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5101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5101805"/>
            <a:ext cx="49913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8567" y="5101805"/>
            <a:ext cx="56431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5339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5339549"/>
            <a:ext cx="49913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8567" y="5339549"/>
            <a:ext cx="56431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bash …pre-commit-viz.sh;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6990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99791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— это регистрация плюс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доказанный громкий отказ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человека с открытым терминалом этот хук не видит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вовсе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событие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Никто не менял хук — изменили права</a:t>
            </a:r>
          </a:p>
        </p:txBody>
      </p:sp>
      <p:pic>
        <p:nvPicPr>
          <p:cNvPr id="4" name="Picture 3" descr="khuki-n18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840" y="1254252"/>
            <a:ext cx="9301270" cy="21702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89140"/>
            <a:ext cx="11183112" cy="2108454"/>
          </a:xfrm>
          <a:prstGeom prst="roundRect">
            <a:avLst>
              <a:gd name="adj" fmla="val 144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44588"/>
            <a:ext cx="72252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196" y="3744588"/>
            <a:ext cx="985708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11669"/>
            <a:ext cx="7225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было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196" y="4011669"/>
            <a:ext cx="98570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с матчером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проверял правки файлов и работал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859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285989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изменили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196" y="4285989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 хуке — ничего. Включили более широкие права: режим без диалогов подтверждения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70470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704708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стало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196" y="4704708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части моделей режим добавляет агенту указание предпочитать команды оболочки выделенным инструментам. Агент вместо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делает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и матчер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этого вызова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не видит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51234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5123427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чем доказано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196" y="5123427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таблица «модель × флаг» в самом обращении: указание активно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одной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модели и не активно по умолчанию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двух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других. Та же команда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Read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даёт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ожидаемых маркера,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 cat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ни одного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621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9902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 был написан правильно. Он был написан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 на ту клетку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0060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80060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2862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92862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800605"/>
            <a:ext cx="7315" cy="356006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80060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1267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кодом возврата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объектом решения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 вовсе.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312670"/>
            <a:ext cx="5381244" cy="304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привычный по Unix как «упало»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блокирует ничего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без разборного решения на выходе он считается неблокирующей ошибкой, и действие проходит.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и он сильнее собственного разрешения того же хука. Дословно: *«even a JSON </a:t>
            </a:r>
            <a:r>
              <a:rPr sz="1800" b="0" i="0">
                <a:solidFill>
                  <a:srgbClr val="141B2E"/>
                </a:solidFill>
                <a:latin typeface="Consolas"/>
              </a:rPr>
              <a:t>permissionDecision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of "allow" can't override it»*.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Наше правило — «не коммитить в защищённую ветку». Матчер мы уже выбрали: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Bash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Осталось решить,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способов промолчать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50339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741779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3219"/>
            <a:ext cx="30331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РЕЖИМ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5301" y="1833219"/>
            <a:ext cx="63984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ПРОИСХОДИТ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0039" y="1833219"/>
            <a:ext cx="9468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15286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превысил таймаут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301" y="2115286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нашем событии вызов идёт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дальше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как если бы хука не было. На событии смены модели — ровно наоборот, там таймаут блокирует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0039" y="2115286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450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45003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не на своём уровне вложенности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5301" y="2645003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разбирается успешно, поле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отбрасывается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в записи сессии — ни строчки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0039" y="2645003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да, полностью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1747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174720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5301" y="3174720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хуков и не запускается никогда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0039" y="3174720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44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4437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65301" y="3704437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показывается диалог с ошибкой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0039" y="3704437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84546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221706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Ходовая формулировка «один невалидный матчер гасит все хуки файла» —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неточна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кривая запись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внутри рабочего в остальном файла. Сломанный целиком файл в интерактивной сессии виден сразу, при старте.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pic>
        <p:nvPicPr>
          <p:cNvPr id="4" name="Picture 3" descr="khuki-n22-kl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577" y="1254252"/>
            <a:ext cx="7005796" cy="18682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87056"/>
            <a:ext cx="11183112" cy="2360295"/>
          </a:xfrm>
          <a:prstGeom prst="roundRect">
            <a:avLst>
              <a:gd name="adj" fmla="val 129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442504"/>
            <a:ext cx="1625628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300" y="3442504"/>
            <a:ext cx="4088601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5206" y="3442504"/>
            <a:ext cx="471907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87106"/>
            <a:ext cx="11055096" cy="274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687106"/>
            <a:ext cx="16256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0300" y="3687106"/>
            <a:ext cx="408860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206" y="3687106"/>
            <a:ext cx="47190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единственная клетка, где действие не происходит вовсе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96142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961426"/>
            <a:ext cx="1625628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0300" y="3961426"/>
            <a:ext cx="408860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206" y="3961426"/>
            <a:ext cx="47190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исполнения — коммит уже в истории. Запрет после действия не запрет, а протокол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33861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338616"/>
            <a:ext cx="1625628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0300" y="4338616"/>
            <a:ext cx="408860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206" y="4338616"/>
            <a:ext cx="47190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90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471580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4715806"/>
            <a:ext cx="1625628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30300" y="4715806"/>
            <a:ext cx="4088601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именно так наш хук отвечает в соседней клетке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: когда репозитория нет вовсе, тихо разрешить — значит изобразить защиту, которой нет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206" y="4715806"/>
            <a:ext cx="4719073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в каждом коммите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21758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217583"/>
            <a:ext cx="16256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0300" y="5217583"/>
            <a:ext cx="408860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нигде в этой задаче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206" y="5217583"/>
            <a:ext cx="47190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811943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939959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55952"/>
          </a:xfrm>
          <a:prstGeom prst="roundRect">
            <a:avLst>
              <a:gd name="adj" fmla="val 942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790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нет вовсе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"permissionDecisionReason":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"WARNING: branch-protection gate inactive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 this is not a git repository yet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"permissionDecisionReason":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"BLOCKED: direct commit to main/master.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 Create a feature branch first."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74796"/>
            <a:ext cx="11183112" cy="1548003"/>
          </a:xfrm>
          <a:prstGeom prst="roundRect">
            <a:avLst>
              <a:gd name="adj" fmla="val 196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702811"/>
            <a:ext cx="33453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2552" y="3702811"/>
            <a:ext cx="72891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984878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2552" y="3984878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4237354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4237354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2552" y="4237354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489830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489830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2552" y="4489830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74230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742306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поля нет вовсе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2552" y="4742306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решения нет — обычный порядок разрешений, 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87391"/>
            <a:ext cx="82296" cy="95021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415407"/>
            <a:ext cx="10643616" cy="6941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`deny` &gt; `defer` &gt; `ask` &gt; `allow`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Значит, текст отказа — единственный способ объяснить агенту, что он сделал не так.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хук, другое место объявления — и тишина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Одно и то же, объявленное в двух местах: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265"/>
            <a:ext cx="11183112" cy="116738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029713"/>
            <a:ext cx="58246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ОБЪЯВЛЕН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339" y="2029713"/>
            <a:ext cx="47549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ИСХОД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11780"/>
            <a:ext cx="582466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 шапке самого субагента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339" y="2311780"/>
            <a:ext cx="475494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не срабатывает вовсе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59899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598991"/>
            <a:ext cx="582466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 файле настроек проекта, для того же субагента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339" y="2598991"/>
            <a:ext cx="475494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срабатывает и блокирует корректно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6242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334258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База сравнения: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тот же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хук,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тот же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субагент,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два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места объявления — разный результат. Не «иногда глючит»: воспроизводимая разница.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23106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151122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А здесь барьер снимает отсутствующая утилита.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не установлен → скрипт падает на первой строке → код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1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без разборного решения →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действие проходит</a:t>
            </a:r>
            <a:r>
              <a:rPr sz="12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39970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967986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Это не край и не экзотика: официальная подсказка в разделе устранения неполадок звучит буквально «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jq: command not found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→ установите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200" b="1" i="0">
                <a:solidFill>
                  <a:srgbClr val="141B2E"/>
                </a:solidFill>
                <a:latin typeface="Arial"/>
              </a:rPr>
              <a:t>». Режим известен и ожидаем.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656834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784850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Отсутствие утилиты и намеренный обход дают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один и тот же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наблюдаемый результат: тишину и прошедшее действие.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не ломается — он замедляет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не ломается — он замедляет, и сообщения об ошибке не будет ни одного.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Задача на двадцать правок шла час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842" y="1254252"/>
            <a:ext cx="9339267" cy="18289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7783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75799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Одна задача. Двадцать правок по ходу. На каждой правке срабатывает хук и гоняет полный цикл проверок — потому что матчер у него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Write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то есть «на любое изменение файла».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33151"/>
            <a:ext cx="11183112" cy="1675257"/>
          </a:xfrm>
          <a:prstGeom prst="roundRect">
            <a:avLst>
              <a:gd name="adj" fmla="val 1819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188599"/>
            <a:ext cx="352485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9523" y="4188599"/>
            <a:ext cx="705475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ОТВЕТ ПО ЭТОМУ СЛУЧАЮ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5568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должно было занять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9523" y="445568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минуты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7300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73000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заняло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9523" y="473000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500432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500432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почему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9523" y="500432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один медленный хук, 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широкий матчер, умноженный на число правок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27864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27864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сигнала об ошибке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9523" y="527864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было ни одного: хук отработал штатно все двадцать раз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30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60010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Случай преподавателя курса, не снятое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94919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94919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949195"/>
            <a:ext cx="7315" cy="326288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94919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6126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хука есть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он реагирует. Именно он решает, сколько раз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его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461260"/>
            <a:ext cx="5381244" cy="275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 умолчанию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для нашего типа хука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600 секунд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Для сравнения, в той же документации: 30 секунд у одного события, 10 у другого. Наш файл ставит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10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автор урезал дефолт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60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А 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блокирует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вызов идёт дальше, как если бы хука не было. Таймаут — не защита от медленного хука,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тихое сдавание позиции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32521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87385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0567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43369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178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52727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3550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а не одна карточка.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999" y="1254252"/>
            <a:ext cx="8936952" cy="16384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057285"/>
            <a:ext cx="11183112" cy="1069467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3148725"/>
            <a:ext cx="68580" cy="88658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185301"/>
            <a:ext cx="237714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383" y="3185301"/>
            <a:ext cx="24843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3185301"/>
            <a:ext cx="25391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0459" y="3185301"/>
            <a:ext cx="2941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3467368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383" y="3467368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467368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0459" y="3467368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373305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3733052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383" y="3733052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733052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0459" y="3733052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1344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382784"/>
            <a:ext cx="68580" cy="115227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4419360"/>
            <a:ext cx="3155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2246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1188" y="4419360"/>
            <a:ext cx="25305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701427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2246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1188" y="4701427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4967111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4967111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2246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1188" y="4967111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0936" y="5232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0936" y="5232795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2246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1188" y="5232795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91087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928247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Верхняя таблица измерена на настоящем проекте.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161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48293" y="1437132"/>
            <a:ext cx="18555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110" y="1437132"/>
            <a:ext cx="74067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161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48293" y="1719199"/>
            <a:ext cx="18555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110" y="1719199"/>
            <a:ext cx="740673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87663"/>
            <a:ext cx="11055096" cy="83642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87663"/>
            <a:ext cx="11161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8293" y="2387663"/>
            <a:ext cx="185551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110" y="2387663"/>
            <a:ext cx="7406737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сборка и тесты дешевле один раз за задачу, а не на каждое изменение.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240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24085"/>
            <a:ext cx="11161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48293" y="3224085"/>
            <a:ext cx="18555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110" y="3224085"/>
            <a:ext cx="740673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становится тормозом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8925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892550"/>
            <a:ext cx="11161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8293" y="3892550"/>
            <a:ext cx="185551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110" y="3892550"/>
            <a:ext cx="7406737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289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28972"/>
            <a:ext cx="111618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8293" y="4728972"/>
            <a:ext cx="185551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0110" y="4728972"/>
            <a:ext cx="740673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таймаут не ускоряет ничего: он задаёт, сколько ждать перед тем, как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тихо пропустить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576951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704967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14727"/>
          </a:xfrm>
          <a:prstGeom prst="roundRect">
            <a:avLst>
              <a:gd name="adj" fmla="val 151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518803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20141" y="1437132"/>
            <a:ext cx="533670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6719"/>
            <a:ext cx="518803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20141" y="1696719"/>
            <a:ext cx="5336706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а не за вызов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1534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153412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20141" y="2153412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643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64308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0141" y="2464308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7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775203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0141" y="2775203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3357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56158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535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816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доля, а не абсолют.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73600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829048"/>
            <a:ext cx="396081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5490" y="4829048"/>
            <a:ext cx="661878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103622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5490" y="5103622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538391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5383911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83911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56642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5664200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664200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45428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8953" y="4419786"/>
            <a:ext cx="712532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4542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8953" y="4686867"/>
            <a:ext cx="71253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4542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8953" y="4961187"/>
            <a:ext cx="71253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он не видит вовсе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этот кейс даёт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метод</a:t>
            </a:r>
            <a:r>
              <a:rPr sz="950" b="0" i="1">
                <a:solidFill>
                  <a:srgbClr val="6B7685"/>
                </a:solidFill>
                <a:latin typeface="Arial"/>
              </a:rPr>
              <a:t>, а не эталонное число.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вешают на каждое изменение, а что — раз за задачу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72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152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Достаточно хука, пока то, что он делает, стоит миллисекунды и не может подождать до конца задачи. Иначе — сузить матчер до того, на что проверка обязана реагировать, а сборку и тесты вынести на пул-реквест, где они идут один раз за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17156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268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ОСТАВИТЬ НА КАЖДОМ ИЗМЕНЕНИИ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0120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ветки — 27 мс, один прогон за задачу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матчер ловит только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не любую правку файла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921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9218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то, что нельзя отложить: запрет коммита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обязан сработать в ту секунду, когда коммит происходит, а не через час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5550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5550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 миллисекундах, а не в сотнях миллисекунд: 27 мс человек не замечает, 1 137 мс замечает на каждой правке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517156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6268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ВЫНЕСТИ НА РАЗ ЗА ЗАДАЧУ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90120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сборка `npm run build` — 1 137 мс, и умножается на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двадцать правок за задачу = 23 секунды чистого ожидания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921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9218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тесты и линтер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на пул-реквесте они идут один раз за задачу — тот же результат, один прогон вместо двадцати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8316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8316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синтаксическая проверка — 124 мс ×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вдевятеро дешевле сборки, а множитель тот же самый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76342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4118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9579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Цены сняты на настоящем демо-репозитории, по 100 прогонов на каждый хук. 23 секунды — это арифметика, 1 137 мс × 20 правок, а не отдельное измерение.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8433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72843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878457"/>
          </a:xfrm>
          <a:prstGeom prst="roundRect">
            <a:avLst>
              <a:gd name="adj" fmla="val 162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257040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НАШЛОСЬ В ФАЙЛЕ ИНСТРУКЦИЙ КУРСА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5075" y="1409699"/>
            <a:ext cx="64389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273" y="1409699"/>
            <a:ext cx="7219006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04161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длина 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5075" y="1804161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5273" y="1804161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собственный предел курса —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объявлен в этом же файле на строке 470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1951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195195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раздел «Chapter Depth Baseline»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5075" y="2195195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объявлен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дважды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5273" y="2195195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одного файла, детали расходятся: первая копия про разбиение на части, вторая добавляет «что засчитывается» и отменяет прежний ориентир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5862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586228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правило, перекрывающее другое правило того же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5075" y="2586228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одно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5273" y="2586228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оговорку «перекрывает правило ниже» дописали руками — после того как конфликт уже сработал на одной из лекций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7301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480181"/>
            <a:ext cx="10744200" cy="15590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#128, 2026-05-21)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sed -n '470p'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No single document may exceed 600 lines.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"overrides the generic rule"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216:  specific memory rule ... overrides the generic rule below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86705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514721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Файл инструкций агент читает целиком, при старте каждой сессии. Все 690 строк — включая обе копии одного правила, и в той сессии, где его просят поправить отступ в вёрстке. Обе копии написаны в разные дни разными заходами; нашлись при подготовке этого слайда. Никто не приходил и не говорил, что сломалось, — потому что ничего и не ломалось заметно.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верно, чтобы вынос был выигрышем?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Допустим, вы решили эту процедуру вынести. Файл станет короче, спор пропадёт — кажется, вопрос закрыт. Он не закрыт: вынос может ничего не дать, а может дать много, и зависит это не от длины.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должно быть верно, чтобы вынос был выигрышем, а не перестановкой.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7843"/>
            <a:ext cx="11183112" cy="2967228"/>
          </a:xfrm>
          <a:prstGeom prst="roundRect">
            <a:avLst>
              <a:gd name="adj" fmla="val 102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29283"/>
            <a:ext cx="68580" cy="27843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0723"/>
            <a:ext cx="35526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4719" y="1620723"/>
            <a:ext cx="55747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5784" y="1620723"/>
            <a:ext cx="12510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2790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в одной сессии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4719" y="1902790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5784" y="1902790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2605.27784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15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15069"/>
            <a:ext cx="355261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инструкций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4719" y="2615069"/>
            <a:ext cx="557476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эксперимент. Влияет другое: длина сессии — соблюдение падает на ~5,6% шансов с каждой следующей функцией, относительно предыдущей функции той же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5784" y="2615069"/>
            <a:ext cx="125106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2605.10039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099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09911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практического предела по объёму не имеют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4719" y="3509911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дословная выписка; предел там не на размер, а на глубину ссылок — один уровень от файла скилла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5784" y="3509911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документация Agent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8641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165801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 — авторы предупреждают об этом первыми. Здесь она берётся ровно по назначению: вопрос этого кейса и есть про конфликт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2921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1323" y="1437132"/>
            <a:ext cx="160086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8492" y="1437132"/>
            <a:ext cx="774835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1323" y="1704212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первый из трёх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8492" y="1704212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арифметика: вынос окупается, когда объём тела, умноженный на долю сессий, где он не нужен, заметно больше постоянных ~100 токенов. Десятки строк на этой шкале не видны; мегабайты вложений видны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28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28862"/>
            <a:ext cx="11055096" cy="77800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28862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1323" y="2328862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он про сцену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8492" y="2328862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противоречащие ветки перестают лежать в контексте одновременно: грузится та, которую выбрало описание. Цена конфликта измерена — оба правила соблюдаются сразу в 35,4% случаев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686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3106864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06864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1323" y="3106864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самый недооценённый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8492" y="3106864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файл инструкций умеет только описать команду. Скилл приносит скрипт, который её выполняет, и в контекст попадает только вывод скрипта, а не его текст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315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31513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1323" y="3731513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нигде: это мерка читаемости, а не загрузки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8492" y="3731513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на вопрос «пора ли» молчит при любом ответе — при 200 строках те же строки стоили бы столько же. И опровергнуто прямо: устройство и размер файла на соблюдение не влияют, 1650 сессий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43561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4356163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1323" y="4356163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прямой антипод: тут вынос теряет ровно то, чем обещал выиграть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8492" y="4356163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тело будет грузиться почти всегда — выигрыш не наступает там, где обещан. А сверху добавляется шаг, которого у файла инструкций нет: угадает ли описание ваш запрос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481637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609653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Мерка не длина, а загрузки впустую: объём тела, умноженный на долю сессий, где оно не понадобится. Три целевые карточки — три разные механики, а не три слова про одно: одна про объём, вторая про конфликт, третья про исполнение.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426" y="1254252"/>
            <a:ext cx="7438098" cy="111571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534558"/>
            <a:ext cx="11183112" cy="2817584"/>
          </a:xfrm>
          <a:prstGeom prst="roundRect">
            <a:avLst>
              <a:gd name="adj" fmla="val 721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17438"/>
            <a:ext cx="10744200" cy="2451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где лежит   .claude/skills/pre-user-gate/SKILL.md            165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pre-user-gate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before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Pre-USER-GATE Walkthrough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как срабатывает   описание попадает в перечень скиллов; агент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открывает файл сам, когда просят проверить деку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и рядом, в том же репозитории: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CLAUDE.md, строки 252-279                                     28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раздел «Pre-USER-GATE Walkthrough Rule (ENFORCED)» — копия того же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1. Mandatory: invoke /pre-user-gate skill   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673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475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Структура фронтматтера ровно такая: три дефиса,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name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description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три дефиса — и дальше обычный текст. Вынос сделан правильно. Не сделана зачистка: 28 строк копии читаются в каждой сессии с 17 мая — четыре с половиной месяца двойной оплаты. И вот это, а не длина файла, стоило курсу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671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31356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14236"/>
            <a:ext cx="43748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6933" y="3714236"/>
            <a:ext cx="61499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96303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6933" y="3996303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курированного скилла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6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6020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того, что лежит в каталогах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6933" y="4526020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корпус 47 150 с лишним скиллов против верхнего квартиля, порог 9 баллов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142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422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кто-то отобрал, а не про тот, который вы взяли с полки. Разница между 6,2 и 10,1 по одной и той же рубрике и есть цена отбора.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58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49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49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40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4017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582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2153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2153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125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125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съедается постоянным налогом и вероятностью выбрать не тот; это отдельный разговор, и он дальше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26228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161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94568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Тела скилла в контексте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. До срабатывания модель видит одну строку — и решает по ней.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684272"/>
          </a:xfrm>
          <a:prstGeom prst="roundRect">
            <a:avLst>
              <a:gd name="adj" fmla="val 757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2318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extract-links: extract-links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impact-check: impact-check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issue-from-change: issue-from-change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 before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    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publish-article: publish-article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query-kb: query-kb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reflect: reflect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sync-library: sync-library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03116"/>
            <a:ext cx="11183112" cy="1058037"/>
          </a:xfrm>
          <a:prstGeom prst="roundRect">
            <a:avLst>
              <a:gd name="adj" fmla="val 1920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4285996"/>
            <a:ext cx="10744200" cy="692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5745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3760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Длины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две, и их путают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Само поле — максимум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перечень отображает до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 обрезает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Отсюда правило: ключевой случай — первым.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824096"/>
            <a:ext cx="126767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824096"/>
            <a:ext cx="1267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перечень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8690" y="3824096"/>
            <a:ext cx="152519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8690" y="3824096"/>
            <a:ext cx="152519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третье лицо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документации, зачем нужна такая точность: описание — то, по чему выбирается нужный скилл из сотни и более доступных.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 описании?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Двенадцать скиллов на экране написаны, и процедуры внутри правильные. Ни один из двенадцати никогда не откроется сам — и никакой ошибки об этом не будет: сигнала о том, что скилл не выбрали, не существует нигде. Единственное, что отделяет рабочий скилл от мёртвого, — одна строка.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 ней.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часть — та, которую не называют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99686"/>
          </a:xfrm>
          <a:prstGeom prst="roundRect">
            <a:avLst>
              <a:gd name="adj" fmla="val 743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164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8586" y="1437132"/>
            <a:ext cx="17923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7283" y="1437132"/>
            <a:ext cx="75695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8586" y="1719199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283" y="1719199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третья часть — та, которую зал почти никогда не называет сам, и именно она удерживает скилл от срабатывания там, где он не нужен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8586" y="2409571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двух-трёх скиллах, когда перепутать не с чем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7283" y="2409571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сообщает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а это главная официальная причина несрабатывания: модель просто не выбирает скилл, и сигнала об этом нет нигде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999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99942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8586" y="3099942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почти целевой, и в маленьком проекте сработает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7283" y="3099942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без «когда НЕ» скилл выглядит подходящим чаще, чем нужен, и начинает срабатывать там, где не должен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903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90315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8586" y="3790315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 поиске по тексту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7283" y="3790315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выбор делает модель по смыслу, а не по совпадению слов. Обрубок из ключевых слов — это ровно официальные примеры «как не надо»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4806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480687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8586" y="4480687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нигде — это запрещено отдельным правилом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87283" y="4480687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описание вставляется в системный промпт, и разнобой в лице мешает выбору. Плохо: «я помогу обработать таблицы», «вы можете этим обрабатывать таблицы». Хорошо: «обрабатывает таблицы и собирает отчёты»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1853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4654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Официально, дословно: всегда писать в третьем лице. Причина названа там же — описание вставляется в системный промпт, и непоследовательность в лице портит обнаружение скилла.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варианта фронтматтера подряд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36090"/>
          </a:xfrm>
          <a:prstGeom prst="roundRect">
            <a:avLst>
              <a:gd name="adj" fmla="val 175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142383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8511" y="1409699"/>
            <a:ext cx="915576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61794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фронтматтера нет вовсе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8511" y="1661794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описанием становится первая непустая строка — заголовок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буквальный дубль имени. Срабатывание по смыслу невозможно; при этом прямой вызов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528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52828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511" y="2052828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буквальный перевод официально запрещённой формулировки. Поле не пустое, фронтматтер годный, скилл виден с осмысленным на первый взгляд текстом — но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 не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44386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43861"/>
            <a:ext cx="11055096" cy="391033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3861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рабочий: три части, третье лицо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511" y="2443861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сказано что делает, сказано по каким словам звать и сказано, для чего он не предназначен. Всё три — в одном поле, ключевой случай первым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54934"/>
            <a:ext cx="11183112" cy="1607371"/>
          </a:xfrm>
          <a:prstGeom prst="roundRect">
            <a:avLst>
              <a:gd name="adj" fmla="val 1264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337814"/>
            <a:ext cx="10744200" cy="1241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официальные примеры «как не надо»,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Helps with documents      → «помогает с документами»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Processes data            → «обрабатывает данные»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Does stuff with files     → «делает что-то с файлами»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официально одобренный, для сравнения: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Extract text and tables from PDF files, fill forms, merge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documents. Use when working with PDF files or when the user mentions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PDFs, forms, or document extraction.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6897"/>
            <a:ext cx="11183112" cy="1365873"/>
          </a:xfrm>
          <a:prstGeom prst="roundRect">
            <a:avLst>
              <a:gd name="adj" fmla="val 14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109777"/>
            <a:ext cx="10744200" cy="1000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.claude/skills/deploy/SKILL.md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пять шагов и команды этого репозитория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410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чем собирать — npm run build? vite build? make? — не сказано.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задача угадывания не решена, а переехала внутрь скилла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5066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377946"/>
            <a:ext cx="10744200" cy="1410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рабочее тело — пять шагов, у каждого названо действие целиком: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35880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63896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Шагов пять, литеральных команд три: четвёртый и пятый шаг исполняются руками, и выдуманной команды у них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98294"/>
          </a:xfrm>
          <a:prstGeom prst="roundRect">
            <a:avLst>
              <a:gd name="adj" fmla="val 145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02459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34563" y="1437132"/>
            <a:ext cx="7322284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6551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4563" y="1876551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сфокусированные скиллы, максимум из трёх модулей, обгоняют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5231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523108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4563" y="2523108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описание решает, откроется ли файл, а объём тела на это не влияет вовсе: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7138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45154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96993"/>
            <a:ext cx="11183112" cy="60401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534154"/>
            <a:ext cx="10707624" cy="329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65597"/>
            <a:ext cx="11183112" cy="7542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" y="54924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385054"/>
            <a:ext cx="10360152" cy="315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из трёх частей спасает один скилл. Когда их тринадцать, ломается другое — и следующий разговор про это.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Тринадцать скиллов, двенадцать не могут сработать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Тринадцать скиллов в репозитории. Двенадцать не могут сработать по смыслу. Что с ними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13 СКИЛЛОВ · 1 С ОПИСАНИЕМ · 5 СРЕДСТВ РЕВИЗИИ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Налог, который платят все тринадцать</a:t>
            </a:r>
          </a:p>
        </p:txBody>
      </p:sp>
      <p:pic>
        <p:nvPicPr>
          <p:cNvPr id="4" name="Picture 3" descr="skilly-n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63" y="1254252"/>
            <a:ext cx="7816024" cy="107470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493547"/>
            <a:ext cx="11183112" cy="2663698"/>
          </a:xfrm>
          <a:prstGeom prst="roundRect">
            <a:avLst>
              <a:gd name="adj" fmla="val 114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76427"/>
            <a:ext cx="182396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6073" y="2676427"/>
            <a:ext cx="134907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51454" y="2676427"/>
            <a:ext cx="720539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8522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скиллов в каталоге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6073" y="2928522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1454" y="2928522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проверяется первой командой ниже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3706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370609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из них с фронтматтером и настоящим описанием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6073" y="3370609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454" y="3370609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остальные 12 получают описанием первую непустую строку тела — заголовок, дублирующий имя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126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12696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постоянная цена перечня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6073" y="3812696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~100 токенов × 13 в каждой сессии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включая эту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454" y="3812696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~100 токенов — цена первого уровня загрузки, имени и описания: единственного, что лежит в контексте до срабатывания. Платится за каждый скилл независимо от того, вызывался ли он хоть раз. Из них ~1 200 — за те 12, что сработать не могут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3935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393530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сколько это длится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6073" y="4393530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17 мая 2026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четыре с половиной месяца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454" y="4393530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все тринадцать появились одним коммитом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474b6902</a:t>
            </a:r>
            <a:r>
              <a:rPr sz="950" b="0" i="0">
                <a:solidFill>
                  <a:srgbClr val="141B2E"/>
                </a:solidFill>
                <a:latin typeface="Arial"/>
              </a:rPr>
              <a:t>; с того дня перечень не пересматривался ни разу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21837"/>
            <a:ext cx="11183112" cy="970257"/>
          </a:xfrm>
          <a:prstGeom prst="roundRect">
            <a:avLst>
              <a:gd name="adj" fmla="val 2094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504717"/>
            <a:ext cx="10744200" cy="604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47849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847849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847849"/>
            <a:ext cx="7315" cy="346557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847849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59914"/>
            <a:ext cx="5381244" cy="2953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Скиллы лежат на нескольких уровнях — личный, проектный, вложенный, из подключаемого набора. При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точном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совпадении имён приоритет разрешается детерминированно, и оба остаются доступны под уточнёнными именами.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359914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похожее описание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у соседа не разрешается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никак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Модель молча выбирает не тот, и лога об этом нет вовсе. Это тише всех прочих отказов: здесь даже не «скилл не сработал» — здесь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сработал другой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80738"/>
            <a:ext cx="235838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380738"/>
            <a:ext cx="23583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уровень размещения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9320" y="4380738"/>
            <a:ext cx="136252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9320" y="4380738"/>
            <a:ext cx="136252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приоритет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1090"/>
            <a:ext cx="212075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11090"/>
            <a:ext cx="21207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похожее описание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в каком порядке?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Вы пришли в проект, где тринадцать скиллов и двенадцать из них написаны так, что не сработают. Самый простой ход — дописать всем описание: тринадцать правок, полчаса работы, всё заработает. Этот ход делает хуже, и измеримо.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в каком порядке. Спрашивается порядок, а не одна карточка.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 фронтматтер всем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то, что не вызывается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Сначала удалить, потом описывать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540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86182" y="1437132"/>
            <a:ext cx="188544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7934" y="1437132"/>
            <a:ext cx="723891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93135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25407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сначала удалить невызываемые, потом описать оставшимся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6182" y="1704212"/>
            <a:ext cx="188544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7934" y="1704212"/>
            <a:ext cx="7238913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налог платится за каждый скилл независимо от вызова. Дописать описание неиспользуемому — значит закрепить налог, а не снять его: скилл станет виден модели и начнёт участвовать в выборе, не будучи нужным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355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35567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дописать фронтматтер всем тринадцати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6182" y="2635567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если все тринадцать действительно нужны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7934" y="2635567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а это не проверено. Шаг правильный и стоит вторым; поставленный первым, он делает работу, часть которой придётся отменять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602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60216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6182" y="3260216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нигде, и «не мешает» проверяемо ложно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7934" y="3260216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мешает дважды: постоянный налог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рост вероятности выбрать не тот. При библиотеке в 202 скилла падение доходит до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доминирует в нём не стоимость контекста, а именно неверный выбор. Тринадцать — не 202, но направление задано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848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84866"/>
            <a:ext cx="125407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6182" y="3884866"/>
            <a:ext cx="18854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точного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совпадения имён — которое и так разрешается детерминированно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7934" y="3884866"/>
            <a:ext cx="723891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ломает не имя, а описание: похожее описание не разрешается ничем. Переименование не трогает причину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6628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662868"/>
            <a:ext cx="125407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6182" y="4662868"/>
            <a:ext cx="188544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почти нигде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7934" y="4662868"/>
            <a:ext cx="723891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 против измерения: скиллы максимум из трёх модулей обгоняют исчерпывающие наборы на той же выборке задач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481637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5618797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 про 202: это крайняя точка работы. База сравнения честная — тот же набор задач и тот же агент, менялся только размер библиотеки, а два эффекта разведены декомпозицией. Но промежуточных порогов в работе нет: где именно начинается ухудшение, мы не знаем. Знаем направление и край.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узнать, кто ни разу не вызывался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1516"/>
            <a:ext cx="11183112" cy="3286188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94396"/>
            <a:ext cx="152841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0518" y="1594396"/>
            <a:ext cx="804867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55493" y="1594396"/>
            <a:ext cx="8013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 КАКОЙ ВЕРСИИ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48802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`/skill-doctor`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0518" y="2048802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использование и цену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 каждому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скиллу, и флаг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«никогда не вызывался»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ровно тот ответ, который нужен первому шагу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55493" y="2048802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v2.1.252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7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78519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518" y="2578519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размер раздела скиллов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урезания перечня — точное число, а не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5493" y="2578519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v2.1.196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25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25673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/doctor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60518" y="2925673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оценку контекстной цены перечня и крупнейших вкладчиков в неё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55493" y="2925673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2728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272828"/>
            <a:ext cx="15284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0518" y="3272828"/>
            <a:ext cx="80486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файлы скиллов, чей фронтматтер не читается,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без живой сессии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прямо из командной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55493" y="3272828"/>
            <a:ext cx="80135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v2.1.233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51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985107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--safe-mode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0518" y="3985107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сессию без всех надстроек: если проблема исчезла, причина в одном из отключённых слоёв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5493" y="3985107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55456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392616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этот слайд: живого снимка панели у нас нет. Досъёмка требует интерактивной сессии, и она отмечена в списке незакрытых захватов. Целевой ответ кейса опирается именно на флаг «никогда не вызывался», так что пробел заметный. До досъёмки показываем таблицу средств и говорим, что экрана нет.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и тот, что выглядел нужным</a:t>
            </a:r>
          </a:p>
        </p:txBody>
      </p:sp>
      <p:pic>
        <p:nvPicPr>
          <p:cNvPr id="4" name="Picture 3" descr="skilly-relevantnyy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217" y="1254252"/>
            <a:ext cx="8538516" cy="13519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70775"/>
            <a:ext cx="11183112" cy="1750885"/>
          </a:xfrm>
          <a:prstGeom prst="roundRect">
            <a:avLst>
              <a:gd name="adj" fmla="val 174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926223"/>
            <a:ext cx="5407371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2043" y="2926223"/>
            <a:ext cx="517223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78318"/>
            <a:ext cx="5407371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307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подтверждённых случаев вреда: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125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функциональных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182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стоимостных. Из функциональных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68,8%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то есть 86 из 125 — дали скиллы, которые выглядели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подходящими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2043" y="3178318"/>
            <a:ext cx="5172236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разница двух прогонов: те же задачи и тот же агент, один раз со скиллом, другой без него либо с близким по смыслу другим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70086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700860"/>
            <a:ext cx="5407371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скиллов открытого реестра содержат уязвимость, </a:t>
            </a:r>
            <a:r>
              <a:rPr sz="9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2043" y="3700860"/>
            <a:ext cx="517223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корпус 31 132 скилла, детектор с точностью 86,7% и полнотой 82,5%, 14 признаков в четырёх группах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09189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091893"/>
            <a:ext cx="54073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950" b="1" i="0">
                <a:solidFill>
                  <a:srgbClr val="141B2E"/>
                </a:solidFill>
                <a:latin typeface="Arial"/>
              </a:rPr>
              <a:t>с исполняемым кодом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2043" y="4091893"/>
            <a:ext cx="5172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тот же корпус 31 132; единственное различие — есть внутри скрипт или нет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8625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2341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Оговорка, обязательная: 26,1% и 5,2% нельзя ставить рядом с известной другой парой чисел по тому же вопросу — там другая методика обнаружения и, судя по всему, другой срез каталогов. Называем одну пару с её источником, а не две подряд, как будто они подтверждают друг друга.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24885"/>
            <a:ext cx="11183112" cy="8516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8004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5644341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Третий повод завести скилл — «надо исполнять, а не читать» — и есть тот самый признак, который делает чужой скилл в 2,12 раза опаснее. Одно и то же свойство: сила у своего, риск у чужого.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Пока их единицы — можно не управлять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БИБЛИОТЕКОЙ МОЖНО НЕ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5460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единицы, и области у них не пересекаются: перепутать нечего, выбирать не из чего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4558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74558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все скиллы свои: вы знаете, что внутри каждого, потому что сами его и написали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ДЕЛАЮТ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4516" y="2254605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регулярная ревизия по флагу «никогда не вызывался», удалять сразу, плюс дисциплина имён. Живой пример масштаба: проект 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172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скилла с именами вида «департамент:скилл»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14516" y="30902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14516" y="309026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появился чужой → это уже не про библиотеку, а про доверие. Мерить надо не удобство, а то, что скилл умеет исполнять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3163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48671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65109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Одобрение не навсегда: разрешение выдаётся один раз, а права остаются у скилла и после того, как его содержимое изменится.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легла в таблицу — в ту самую, которую занятие открывало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Три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здесь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— по плану. «Написано, что будет» — ещё не «уже работает».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ТОТ ЖЕ ВОПРОС, ВТОРОЙ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Час назад этот вопрос уже звучал, и свой ответ вы держали при себе.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Две карточки из пяти теперь упираются в файл, который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не проверены ничем: занятие не сказало про них ничего, кроме того, что их ступени впереди. Делать вид, что сказало, мы не будем.»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ПЕРЕНОС НА СВОЙ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Перенесите на свой репозиторий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675"/>
            <a:ext cx="11183112" cy="1253236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47691"/>
            <a:ext cx="10744200" cy="9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«Откройте в голове свой рабочий репозиторий — тот, в котором вы работаете, не учебный. Прогоните по нему два сегодняшних усиления одними и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почему?»</a:t>
            </a:r>
          </a:p>
        </p:txBody>
      </p:sp>
      <p:pic>
        <p:nvPicPr>
          <p:cNvPr id="6" name="Picture 5" descr="ramka-n63-korz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01062"/>
            <a:ext cx="11183112" cy="260939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87518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93004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«Не вслух. Не на бумаге. Себе.»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