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Начинаем с состояния, в котором нарушать нечего. Файл инструкций проекта существует, он загружен, агент его прочитал — и коммит уходит прямо в главную ветку. Формально агент прав: запрета не было.</a:t>
            </a:r>
          </a:p>
          <a:p/>
          <a:p>
            <a:r>
              <a:t>Дальше в этом кейсе мы собираем механизм, который останавливает такой коммит до того, как он случится. Сейчас его называть не нужно — сначала пусть зал увидит сам файл.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весь файл, целиком, двадцать строк. Не фрагмент и не пересказ — читайте и ищите, чего в нём нет.</a:t>
            </a:r>
          </a:p>
          <a:p/>
          <a:p>
            <a:r>
              <a:t>В нём есть три разумных раздела. Критерий «готово» — сборка с нулевым кодом, зелёные тесты, форма отправлена руками. Граница — не деплоить на прод без явного запроса. Порядок проверки и задачная память. Файл написан не новичком: в нём даже оговорено, что без `playwright install chromium` тесты падают все сразу и не по делу.</a:t>
            </a:r>
          </a:p>
          <a:p/>
          <a:p>
            <a:r>
              <a:t>И при этом — ни одной строки про ветки. Ни «коммить в отдельную», ни «в главную не коммить».</a:t>
            </a:r>
          </a:p>
          <a:p/>
          <a:p>
            <a:r>
              <a:t>Что происходит дальше — три кадра справа. Агент правит валидацию формы, делает `git commit`, коммит ложится в главную ветку. Нарушения нет: правила, которое он мог бы нарушить, в файле не существует.</a:t>
            </a:r>
          </a:p>
          <a:p/>
          <a:p>
            <a:r>
              <a:t>Цена под файлом. Показ заказчику назначен на завтра, и эта правка уезжает мимо ветки прямо в то, что он увидит.</a:t>
            </a:r>
          </a:p>
          <a:p/>
          <a:p>
            <a:r>
              <a:t>Если из зала прозвучит «так допишите строку» — это ровно следующий ход, и мы его сделаем. Но не сразу: сначала посмотрим, чего такая строка стоит там, где она уже написана.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Сорок пять секунд на то, чтобы три слова дальше не требовали сноски.</a:t>
            </a:r>
          </a:p>
          <a:p/>
          <a:p>
            <a:r>
              <a:t>Хук запускает не агент, а среда. Разница с файлом инструкций ровно здесь: инструкцию агент читает и может не выполнить, команду среда выполняет сама.</a:t>
            </a:r>
          </a:p>
          <a:p/>
          <a:p>
            <a:r>
              <a:t>Событие — момент привязки. Матчер — фильтр, на какие вызовы реагировать. Решение — что хук отвечает среде обратно.</a:t>
            </a:r>
          </a:p>
          <a:p/>
          <a:p>
            <a:r>
              <a:t>Справа деталь, которую не ждут: точек привязки тридцать три, против восьми-девяти в ранних версиях. Нам нужна одна. Разрастается список событий, а не сложность задачи.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Обе строки сверху проверяются в зале двумя командами — предложите проверить.</a:t>
            </a:r>
          </a:p>
          <a:p/>
          <a:p>
            <a:r>
              <a:t>Пауза, три-четыре голоса, фиксирую без оценки. Спрашиваю «почему», а не «что ещё».</a:t>
            </a:r>
          </a:p>
          <a:p/>
          <a:p>
            <a:r>
              <a:t>Если назовут сервер первым — не поправлять: это сильный ответ, и на разборе он получит своё место.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Порядок обратный привычному: сначала что известно, потом ваши ответы разбираем. Так голосование остаётся вслепую.</a:t>
            </a:r>
          </a:p>
          <a:p/>
          <a:p>
            <a:r>
              <a:t>Первая строка. Тридцать три точки привязки — и рядом то, от чего это отсчитывается: в ранних версиях было около восьми-девяти. Число выросло вчетверо, а не «много».</a:t>
            </a:r>
          </a:p>
          <a:p/>
          <a:p>
            <a:r>
              <a:t>Вторая — та, ради которой этот слайд стоит в кейсе. Восемь задокументированных способов молча не сработать. Не «бывают баги», а перечислимый список, сверенный по документации построчно.</a:t>
            </a:r>
          </a:p>
          <a:p/>
          <a:p>
            <a:r>
              <a:t>Третья бьёт ближе всех. Четыре формы обхода найдены не в абстрактном примере, а против того самого файла, который мы через несколько слайдов соберём. Тест внешний, мы его не заказывали.</a:t>
            </a:r>
          </a:p>
          <a:p/>
          <a:p>
            <a:r>
              <a:t>Четвёртая — про то, что хук можно не обойти, а подменить. Три случая. Обратите внимание на первый: одна и та же уязвимость получила семь и семь по одной версии шкалы и восемь и восемь по другой. Если называете число серьёзности — называйте версию шкалы, иначе число не значит ничего.</a:t>
            </a:r>
          </a:p>
          <a:p/>
          <a:p>
            <a:r>
              <a:t>И вывод под таблицей. Восемь способов промолчать означают, что «поставил» и «работает» — два разных утверждения. Второе требует доказательства.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Разбираю все пять, а не только верную. У каждой есть место, где она — правильный ответ.</a:t>
            </a:r>
          </a:p>
          <a:p/>
          <a:p>
            <a:r>
              <a:t>Целевой — хук. Три свойства сразу: срабатывает в момент действия, лежит в репозитории, приезжает с клоном без установки. Ни одно из остальных четырёх не даёт всех трёх.</a:t>
            </a:r>
          </a:p>
          <a:p/>
          <a:p>
            <a:r>
              <a:t>Серверная защита. Признаю честно: как барьер она **сильнее** нашего — ей всё равно, как записана команда, её не обойти формой строки. Но она узнаёт о нарушении после: коммит уже лежит локально. И её нет в репозитории — её настраивает другой человек в другом месте. Если этот вариант назвали — отдайте автору должное, он назвал более прочную вещь, просто не на этот момент времени.</a:t>
            </a:r>
          </a:p>
          <a:p/>
          <a:p>
            <a:r>
              <a:t>Хук в `.git/hooks` — правильный инструмент для человека за терминалом. Но каталог не версионируется: в каждый новый клон его надо копировать руками. И у нас прямо здесь лежит живая иллюстрация — в репозитории этого курса такой хук есть, и он не работает. Вернёмся к нему.</a:t>
            </a:r>
          </a:p>
          <a:p/>
          <a:p>
            <a:r>
              <a:t>Забрать право на `git` — сработает, если агент не должен трогать историю вовсе. У нас он коммитит по делу, и запрет убьёт работу, а не нарушение.</a:t>
            </a:r>
          </a:p>
          <a:p/>
          <a:p>
            <a:r>
              <a:t>Проверять руками — работает, пока показов мало. И заметьте: в нашей сцене правила не было совсем, а в курсе оно есть, написано заглавными — и не сработало.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Четыре вопроса, которые обычно остаются после слова «хук»: где это лежит, что там пишется, какая структура и как оно срабатывает. По порядку.</a:t>
            </a:r>
          </a:p>
          <a:p/>
          <a:p>
            <a:r>
              <a:t>Где лежит. Две записи в дереве: файл настроек с самим хуком и рядом самотест. Оба под контролем версий — и это главное отличие от `.git/hooks`. Тот каталог в клон не едет, а этот едет: склонировали репозиторий — барьер уже стоит, ставить ничего не надо.</a:t>
            </a:r>
          </a:p>
          <a:p/>
          <a:p>
            <a:r>
              <a:t>Структура. Четыре уровня, и у каждого есть имя, которое дальше будет звучать: `hooks` — где живёт, событие — момент привязки, `matcher` — на что реагировать, и внутри команда с таймаутом.</a:t>
            </a:r>
          </a:p>
          <a:p/>
          <a:p>
            <a:r>
              <a:t>Что пишется в команде — четыре шага. Достать строку команды из входной нагрузки, проверить, что это вообще коммит, узнать текущую ветку, напечатать решение.</a:t>
            </a:r>
          </a:p>
          <a:p/>
          <a:p>
            <a:r>
              <a:t>И конвейер внизу — пять шагов. Модель собрала аргументы вызова; срабатывает событие; хуку на вход приходит описание вызова; хук печатает решение и завершается; система разрешений применяет его, и вызов либо исполняется, либо нет.</a:t>
            </a:r>
          </a:p>
          <a:p/>
          <a:p>
            <a:r>
              <a:t>Две выноски на схеме важнее остального. Хук видит команду **собранной, но до раскрытия оболочкой** — то есть до того, как подставятся переменные и алиасы. И хук **никогда не узнает, чем вызов кончился**: он говорит до, а не после.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вопросов, отвечает зал. Каждый ответ занимает конкретное место в структуре с предыдущего слайда — показываю, куда он встал.</a:t>
            </a:r>
          </a:p>
          <a:p/>
          <a:p>
            <a:r>
              <a:t>**До или после.** До: после вызова барьер может только сообщить, отменять нечем. Уровень события.</a:t>
            </a:r>
          </a:p>
          <a:p/>
          <a:p>
            <a:r>
              <a:t>**Все инструменты или один.** Один, команды оболочки: шире условие — больше ложных срабатываний и дороже ошибка внутри самой проверки. Это `matcher`.</a:t>
            </a:r>
          </a:p>
          <a:p/>
          <a:p>
            <a:r>
              <a:t>**Откуда узнаёт команду.** Вопрос механический, его обычно не берут: среда сама отдаёт хуку описание вызова на стандартный ввод, хук читает одно поле.</a:t>
            </a:r>
          </a:p>
          <a:p/>
          <a:p>
            <a:r>
              <a:t>**Как узнать ветку.** Принимайте любой вариант и не поправляйте — сноска на следующем слайде покажет, почему привычная команда не годится.</a:t>
            </a:r>
          </a:p>
          <a:p/>
          <a:p>
            <a:r>
              <a:t>**А если репозитория ещё нет.** Вот это вытянуть полностью. Тихо разрешить — оставить файл на месте и защиты не иметь, причём снаружи эти два состояния неразличимы. Заблокировать — парализовать работу там, где нарушения нет. Остаётся третий ответ.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он целиком. Пять номеров — ровно те места, которые вы назвали.</a:t>
            </a:r>
          </a:p>
          <a:p/>
          <a:p>
            <a:r>
              <a:t>Матчер на команды оболочки. Достать команду из нагрузки. Проверка «это вообще репозиторий» — если нет, хук печатает вопрос, а не молчание. Имя ветки. И таймаут: десять секунд там, где по умолчанию шестьсот. Автор урезал его в шестьдесят раз, и причина всплывёт в третьем кейсе.</a:t>
            </a:r>
          </a:p>
          <a:p/>
          <a:p>
            <a:r>
              <a:t>Поле с пояснением сверху свёрнуто — длинная заметка автора, она не исполняется.</a:t>
            </a:r>
          </a:p>
          <a:p/>
          <a:p>
            <a:r>
              <a:t>Теперь сноска, она важнее, чем выглядит. Привычная команда определения ветки на репозитории без единого коммита падает с кодом сто двадцать восемь. Менее привычная отдаёт имя ветки и ноль — тот же репозиторий, обе подряд.</a:t>
            </a:r>
          </a:p>
          <a:p/>
          <a:p>
            <a:r>
              <a:t>Почему это не вопрос вкуса: упавшая проверка ничего не блокирует, она просто не срабатывает — а снаружи это выглядит точно так же, как успешно пройденная. Выбрали команду, у которой нет состояния тихого отказа.</a:t>
            </a:r>
          </a:p>
          <a:p/>
          <a:p>
            <a:r>
              <a:t>Файл под контролем версий: склонировали — барьер уже стоит.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Две половины, и обе проверяются здесь же.</a:t>
            </a:r>
          </a:p>
          <a:p/>
          <a:p>
            <a:r>
              <a:t>Слева — наш собственный барьер, тот, что мы только что собрали. Самотест говорит: девять из девяти, ни одного провала. И тот же самый скрипт печатает пять форм, на которых барьер молчит. Нестандартное имя главной ветки. Флаг рабочего каталога. Абсолютный путь. Префиксная команда. Коммит на второй строке многострочного вызова.</a:t>
            </a:r>
          </a:p>
          <a:p/>
          <a:p>
            <a:r>
              <a:t>База сравнения — вот она, и без неё «пять форм» ничего не значат. Из шести форм одной и той же команды барьер отклонил одну. Не «почти закрыто»: закрыта одна шестая. И четыре из этих пяти форм нашёл внешний тест, которого мы не заказывали, против этого же кода.</a:t>
            </a:r>
          </a:p>
          <a:p/>
          <a:p>
            <a:r>
              <a:t>Справа — вещь, которую я предлагаю проверить прямо в зале. В репозитории этого курса лежит хук. Восемьсот тридцать байт, исполняемый бит стоит, имя правильное, каталог правильный. Он не запускался ни разу.</a:t>
            </a:r>
          </a:p>
          <a:p/>
          <a:p>
            <a:r>
              <a:t>Три причины, независимые друг от друга, каждая — одна команда. Первая: файл настроек содержит пустые фигурные скобки, среде не зарегистрировано ничего. Вторая: как `git`-хук он тоже не установлен — в служебном каталоге только шаблоны. Третья, самая неприятная: даже если бы запустился, библиотеки, которую он вызывает, в окружении нет — а скрипт глушит ошибку и завершается с нулём. То есть отчитывается об успехе.</a:t>
            </a:r>
          </a:p>
          <a:p/>
          <a:p>
            <a:r>
              <a:t>Отсюда плашка. Исполняемый файл с правильным именем в правильной папке — не барьер. И заметьте связь с левой половиной: наш барьер хотя бы печатает свои дыры. Этот молчит обо всём.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условия, и за каждым — не «осторожнее», а другой инструмент.</a:t>
            </a:r>
          </a:p>
          <a:p/>
          <a:p>
            <a:r>
              <a:t>Первое: правило должно выражаться формой команды. «Не коммитить в главную» выражается. «Не делай рискованных правок перед показом» — нет, это суждение, и механизировать его нечем.</a:t>
            </a:r>
          </a:p>
          <a:p/>
          <a:p>
            <a:r>
              <a:t>Второе, и его часто пропускают: этот хук не видит человека. Событие принадлежит жизни агента. Вы сами, руками, в терминале, закоммитите в главную ветку — и барьер не шевельнётся.</a:t>
            </a:r>
          </a:p>
          <a:p/>
          <a:p>
            <a:r>
              <a:t>Третье — прямое следствие того, что мы видели на провале. Форм команды не конечное число, потому что оболочка раскрывает слова уже после того, как хук ответил. Значит, гнаться за формами бессмысленно: потолок ставят запретом на стороне платформы, а хук сужают до того, что можно перечислить.</a:t>
            </a:r>
          </a:p>
          <a:p/>
          <a:p>
            <a:r>
              <a:t>Отсюда решение. Барьер ставим. Дыры записываем. Регулярным выражением их не закрываем.</a:t>
            </a:r>
          </a:p>
          <a:p/>
          <a:p>
            <a:r>
              <a:t>Барьер стоит и умеет запрещать. А чем именно он говорит «нет» — и в какой момент?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кейс начинается с состояния, в котором виноватых нет. Хук на месте, написан правильно, однажды проверен и работал. Файл его никто не редактировал. Он перестал срабатывать.</a:t>
            </a:r>
          </a:p>
          <a:p/>
          <a:p>
            <a:r>
              <a:t>Ни одного сообщения об ошибке при этом не появилось.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выдуманный пример: обращение зарегистрировано и закрыто в тот же день, механику воспроизвели точно.</a:t>
            </a:r>
          </a:p>
          <a:p/>
          <a:p>
            <a:r>
              <a:t>Хук с матчером на правку файлов работал. В хуке не меняли ничего — включили режим без диалогов подтверждения.</a:t>
            </a:r>
          </a:p>
          <a:p/>
          <a:p>
            <a:r>
              <a:t>Дальше важно не срезать угол, потому что напрашивающееся объяснение неверно. Режим прав **не** заглушает хуки: документация прямо говорит, что хук, отвечающий запретом, блокирует вызов даже в этом режиме. Произошло другое — на части моделей режим добавляет агенту указание предпочитать команды оболочки выделенным инструментам. Агент перестал вызывать `Edit` и стал править через `sed`. Матчер стоял на именах инструментов, и `Bash` в список не входил.</a:t>
            </a:r>
          </a:p>
          <a:p/>
          <a:p>
            <a:r>
              <a:t>Доказательство — таблица «модель на флаг»: у одной модели указание активно, у двух других нет. Плюс прямое воспроизведение через два разных инструмента.</a:t>
            </a:r>
          </a:p>
          <a:p/>
          <a:p>
            <a:r>
              <a:t>Цена не про этот баг: «проверил один раз и успокоился» не работает, поведение различается между моделями.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Сорок пять секунд, и обе половины понадобятся сразу.</a:t>
            </a:r>
          </a:p>
          <a:p/>
          <a:p>
            <a:r>
              <a:t>Слева. Хук отвечает двумя каналами: коротким — код возврата, и подробным — объект решения. Решений три: запретить, спросить, разрешить. Третье не то же самое, что молчание: молчание означает «решения нет, идите обычным порядком», а разрешение — «я решил пропустить».</a:t>
            </a:r>
          </a:p>
          <a:p/>
          <a:p>
            <a:r>
              <a:t>Справа — та деталь, на которой ломается опыт. Код один, к которому мы все привыкли как к «упало», здесь не блокирует ничего: действие проходит. Блокирует код два. И он настолько старше по приоритету, что перебивает разрешение, выданное этим же хуком.</a:t>
            </a:r>
          </a:p>
          <a:p/>
          <a:p>
            <a:r>
              <a:t>Практический вывод на два слова: упавший скрипт — это не «заблокировано».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Две оси: момент и жёсткость. Пять клеток из шести возможных — шестая вырождена.</a:t>
            </a:r>
          </a:p>
          <a:p/>
          <a:p>
            <a:r>
              <a:t>Пауза, три-четыре голоса, фиксирую без оценки. Спрашиваю «что это даст», а не «правильно ли».</a:t>
            </a:r>
          </a:p>
          <a:p/>
          <a:p>
            <a:r>
              <a:t>Если зал сразу сходится на одной клетке — спросить, чем плоха соседняя.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Восемь режимов задокументировано, на слайде четыре самых показательных. Смотрите последнюю колонку.</a:t>
            </a:r>
          </a:p>
          <a:p/>
          <a:p>
            <a:r>
              <a:t>Таймаут. На нашем событии превышение таймаута **не** блокирует: вызов идёт дальше, как будто хука нет. И тут же контраст — на событии смены модели тот же таймаут блокирует. Одно и то же превышение, противоположный исход, зависит от события.</a:t>
            </a:r>
          </a:p>
          <a:p/>
          <a:p>
            <a:r>
              <a:t>Второй режим — самый тихий из всех. Поле решения поставлено не на тот уровень вложенности. Разбор проходит успешно, поле молча отбрасывается, и в записи сессии не появляется ничего. Ни ошибки, ни предупреждения.</a:t>
            </a:r>
          </a:p>
          <a:p/>
          <a:p>
            <a:r>
              <a:t>Третий. Опечатка или не тот регистр в имени инструмента. Хук при этом **виден** в списке — и не запускается никогда. Регистр здесь значим, это подтверждено документацией в двух независимых местах.</a:t>
            </a:r>
          </a:p>
          <a:p/>
          <a:p>
            <a:r>
              <a:t>Четвёртый я поставил ради контраста. Матчер списком вместо строки отклоняет весь файл целиком — но это как раз **не** тихо: в интерактивной сессии сразу вылезает диалог.</a:t>
            </a:r>
          </a:p>
          <a:p/>
          <a:p>
            <a:r>
              <a:t>Отсюда уточнение под таблицей, и оно против ходовой формулировки. «Невалидный матчер гасит все хуки файла» — неточно. По-настоящему тихо отказывает одна кривая запись внутри файла, который в остальном работает. Именно поэтому её никто не находит.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Разбираю все пять. Целевая — до вызова и запретить: единственная клетка, где действие не происходит вовсе. Остальные четыре не про это.</a:t>
            </a:r>
          </a:p>
          <a:p/>
          <a:p>
            <a:r>
              <a:t>После вызова и запретить. Клетка рабочая — просто не для запрета. Она для того, чтобы поймать факт и отреагировать: уведомить, откатить, записать в журнал. Но коммит к этому моменту уже в истории. Формулировка, которую стоит забрать с собой: запрет после действия — это не запрет, это протокол.</a:t>
            </a:r>
          </a:p>
          <a:p/>
          <a:p>
            <a:r>
              <a:t>До вызова и разрешить с предупреждением. Имеет смысл как мягкий режим, пока обкатываете новое правило и не уверены в ложных срабатываниях. Но предупреждение — снова текст. А что бывает с текстом, мы час назад видели на файле, где правило написано заглавными.</a:t>
            </a:r>
          </a:p>
          <a:p/>
          <a:p>
            <a:r>
              <a:t>До вызова и спросить. Вот это не соломенный вариант, и я хочу, чтобы его заметили. Именно так наш собственный хук отвечает в соседней клетке: когда репозитория ещё нет, он не разрешает тихо, а спрашивает — потому что тихое разрешение изобразило бы защиту, которой нет. Но для основного случая эта клетка означает вопрос человеку на каждый коммит, а это дорого.</a:t>
            </a:r>
          </a:p>
          <a:p/>
          <a:p>
            <a:r>
              <a:t>После вызова и спросить — нигде. Спрашивать разрешения на случившееся бессмысленно.</a:t>
            </a:r>
          </a:p>
          <a:p/>
          <a:p>
            <a:r>
              <a:t>И теперь строка внизу, ради которой кейс и построен так. Хук из нашей сцены стоял в **правильной** клетке. И всё равно не сработал — потому что матчер был выбран отдельно, и выбран неверно. Клетка и матчер — два независимых решения, ошибиться можно в любом, а выглядит это одинаково: тишина.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Один файл, два решения. Не два хука — один, потому что ситуации разные.</a:t>
            </a:r>
          </a:p>
          <a:p/>
          <a:p>
            <a:r>
              <a:t>Первая ветка: репозитория нет вовсе. Решение — спросить. Мы это разбирали: тихо разрешить здесь означало бы изобразить защиту, которой нет.</a:t>
            </a:r>
          </a:p>
          <a:p/>
          <a:p>
            <a:r>
              <a:t>Вторая: мы на защищённой ветке. Решение — запретить, с текстом причины.</a:t>
            </a:r>
          </a:p>
          <a:p/>
          <a:p>
            <a:r>
              <a:t>Таблица полей. Три решения плюс важная четвёртая строка: если поля нет совсем — это не «разрешено». Это «решения нет, идите обычным порядком разрешений». Разница видна тогда, когда рядом стоит правило, которое и так бы спросило.</a:t>
            </a:r>
          </a:p>
          <a:p/>
          <a:p>
            <a:r>
              <a:t>Обратите внимание на вторую строку: «спросить» работает даже в режиме без диалогов подтверждения. Тот самый режим из нашей сцены — он не отменяет вопрос от хука.</a:t>
            </a:r>
          </a:p>
          <a:p/>
          <a:p>
            <a:r>
              <a:t>Приоритет, если хуков несколько и ответили они по-разному: запрет сильнее всего, разрешение слабее всего. Личный и проектный хук сработают оба, и запрет одного перебьёт разрешение другого.</a:t>
            </a:r>
          </a:p>
          <a:p/>
          <a:p>
            <a:r>
              <a:t>И последняя строка, самая практичная. При запрете причина видна агенту — он её прочитает. При разрешении и вопросе причина видна только человеку. Отсюда прямое следствие: текст отказа — это не украшение и не журнал, это единственный канал, которым вы объясняете агенту, что он сделал не так. Писать `BLOCKED` без объяснения — значит потратить единственный доступный канал впустую.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Клетку мы выбрали правильно. Файл написали правильно. Вот два способа всё равно остаться без барьера.</a:t>
            </a:r>
          </a:p>
          <a:p/>
          <a:p>
            <a:r>
              <a:t>Первый. Один и тот же хук, один и тот же субагент. Объявлен в шапке самого субагента — не срабатывает вовсе. Объявлен в файле настроек проекта для того же субагента — срабатывает и блокирует как надо. Открытое обращение, конкретная версия.</a:t>
            </a:r>
          </a:p>
          <a:p/>
          <a:p>
            <a:r>
              <a:t>Почему это доказательство, а не жалоба: база сравнения названа полностью. Тот же хук, тот же субагент, отличается одно — место объявления. При таком сравнении вывод не требует доверия к автору обращения.</a:t>
            </a:r>
          </a:p>
          <a:p/>
          <a:p>
            <a:r>
              <a:t>Второй способ мне нравится меньше всего. У нашего хука первая операция — разбор входной нагрузки вспомогательной утилитой. Если её в окружении нет, скрипт падает на первой же строке, возвращает код один — а код один, как мы помним, не блокирует ничего. Действие проходит.</a:t>
            </a:r>
          </a:p>
          <a:p/>
          <a:p>
            <a:r>
              <a:t>И теперь совместите это с левой половиной. Отсутствующая утилита и намеренный обход дают один и тот же наблюдаемый результат: тишину и прошедший коммит. Различить их, глядя на сессию, нельзя.</a:t>
            </a:r>
          </a:p>
          <a:p/>
          <a:p>
            <a:r>
              <a:t>Причём это не редкость: в официальном разделе устранения неполадок ровно эта ошибка стоит отдельной строкой с решением «установите утилиту». То есть режим известен, ожидаем и всё равно тих.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кейс — про отказ, который не выглядит отказом. Хук исправен, срабатывает штатно, возвращает верное решение каждый раз.</a:t>
            </a:r>
          </a:p>
          <a:p/>
          <a:p>
            <a:r>
              <a:t>И именно поэтому его никто не заподозрит: ошибки нет, диагностировать нечего. Есть только задача, которая идёт непонятно долго.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мой собственный случай, и подпись под таблицей стоит не из скромности. Это опыт, а не замер — я не сидел с секундомером. Измеренную часть покажу через два слайда, и там будет видно, где замер, а где арифметика. Смешивать одно с другим нельзя, даже когда вывод совпадает.</a:t>
            </a:r>
          </a:p>
          <a:p/>
          <a:p>
            <a:r>
              <a:t>Что произошло. Одна задача, по ходу двадцать правок — обычное дело для любой нетривиальной работы. На каждой правке срабатывает хук и прогоняет полный цикл проверок, потому что матчер у него стоит на любое изменение файла.</a:t>
            </a:r>
          </a:p>
          <a:p/>
          <a:p>
            <a:r>
              <a:t>Что должно было занять минуты, заняло десятки минут. В худшем случае — час.</a:t>
            </a:r>
          </a:p>
          <a:p/>
          <a:p>
            <a:r>
              <a:t>Теперь самое важное, третья строка. Причина не в том, что хук медленный. Хук нормальный. Причина в том, что широкий матчер умножается на число правок. Это произведение, и растёт оно по множителю, а не по цене одного прогона.</a:t>
            </a:r>
          </a:p>
          <a:p/>
          <a:p>
            <a:r>
              <a:t>И четвёртая строка — почему это не заметили сразу. Сигнала об ошибке не было ни одного. Хук отработал штатно все двадцать раз, вернул верное решение двадцать раз. Жаловаться не на что: в журнале чисто.</a:t>
            </a:r>
          </a:p>
          <a:p/>
          <a:p>
            <a:r>
              <a:t>Спросите зал, было ли у кого-то похожее. Обычно у половины было — только они списывали это на модель или на сеть.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Две настройки, от которых зависит вся арифметика следующего слайда.</a:t>
            </a:r>
          </a:p>
          <a:p/>
          <a:p>
            <a:r>
              <a:t>Матчер — фильтр, на какие вызовы хук реагирует. Формулировку стоит запомнить: именно матчер решает, **сколько раз** хук сработает за задачу. Не его скорость. Таймаут — сколько среда ждёт ответа.</a:t>
            </a:r>
          </a:p>
          <a:p/>
          <a:p>
            <a:r>
              <a:t>Справа две вещи. Таймаут по умолчанию — шестьсот секунд, и рядом для сравнения два других события: тридцать секунд и десять. Значит, шестьсот выбрано не как «безопасное вообще», а как дефолт для этого типа. Наш файл ставит десять, в шестьдесят раз меньше.</a:t>
            </a:r>
          </a:p>
          <a:p/>
          <a:p>
            <a:r>
              <a:t>Вторая неприятнее: хук, превысивший таймаут, ничего не блокирует. Вызов идёт дальше, как будто хука нет. Это не предохранитель, а момент тихой сдачи позиции.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Главное в этом вопросе — строка про порядок. Если её не проговорить, зал назовёт одну карточку, и разбор потеряет смысл.</a:t>
            </a:r>
          </a:p>
          <a:p/>
          <a:p>
            <a:r>
              <a:t>Пауза, три-четыре голоса. Прошу назвать первое и второе действие, а не одно.</a:t>
            </a:r>
          </a:p>
          <a:p/>
          <a:p>
            <a:r>
              <a:t>Если кто-то выберет таймаут — не поправлять, это самый поучительный ответ на разборе.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три таблицы, и я прошу следить, где замер, а где счёт. Это не формальность: в прошлой редакции этого материала цифру вывели арифметически и подали как измеренную, и её пришлось снять.</a:t>
            </a:r>
          </a:p>
          <a:p/>
          <a:p>
            <a:r>
              <a:t>Первая таблица — цена одного срабатывания, измерено на настоящем проекте, с теми проверками, которые в нём реально лежат. Наш барьер ветки — двадцать семь миллисекунд. Сборка — тысяча сто тридцать семь, больше секунды. Между ними, на слайде её нет, синтаксическая проверка — сто двадцать четыре миллисекунды.</a:t>
            </a:r>
          </a:p>
          <a:p/>
          <a:p>
            <a:r>
              <a:t>Но главная колонка здесь последняя. Наш барьер срабатывает **один раз** за задачу, потому что его матчер — команда коммита. Два других — на каждую правку.</a:t>
            </a:r>
          </a:p>
          <a:p/>
          <a:p>
            <a:r>
              <a:t>Вторая таблица: что из этого выходит. Первая строка измерена от начала до конца, не пересчитана из первой таблицы: двадцать правок — двадцать шесть секунд, сорок — пятьдесят одна. Для десяти, если спросят, двенадцать секунд.</a:t>
            </a:r>
          </a:p>
          <a:p/>
          <a:p>
            <a:r>
              <a:t>И тут же оговорка, которая делает цифру честной — её на слайде нет, проговорите вслух: это самый дешёвый случай, какой можно придумать. Три файла, сборка чуть больше секунды. На вашем проекте будет больше, не меньше.</a:t>
            </a:r>
          </a:p>
          <a:p/>
          <a:p>
            <a:r>
              <a:t>Третья таблица — рост. Первая строка измерена, она выделена. Три остальные — арифметика от неё, и так и подписаны. Настоящий прогон тестов на минуту — двадцать и сорок минут. И два хука вместо одного, что бывает сплошь — восемьдесят минут на сорока правках.</a:t>
            </a:r>
          </a:p>
          <a:p/>
          <a:p>
            <a:r>
              <a:t>Вот откуда берётся час из сцены. Не из медленного хука: из двадцати семи миллисекунд, умноженных не на то число.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Целевых ответов здесь два, и порядок между ними — часть ответа.</a:t>
            </a:r>
          </a:p>
          <a:p/>
          <a:p>
            <a:r>
              <a:t>**Первый — сузить матчер.** Смотрите, почему именно он первый. Убрать из-под хука девятнадцать правок из двадцати — это делается одной строкой в настройках. Ускорить прогон в двадцать раз — это в общем случае невозможно. Наш барьер ветки стоит двадцать семь миллисекунд за всю задачу не потому, что он быстрый, а потому, что срабатывает один раз.</a:t>
            </a:r>
          </a:p>
          <a:p/>
          <a:p>
            <a:r>
              <a:t>**Второй — вынести дорогое на пул-реквест.** Сборка и тесты нужны, никто не предлагает от них отказаться. Они нужны **один раз за задачу**, а не на каждое изменение. Отсюда правило, которое стоит забрать: на каждое изменение вешают то, что стоит миллисекунды и не может подождать до конца задачи.</a:t>
            </a:r>
          </a:p>
          <a:p/>
          <a:p>
            <a:r>
              <a:t>Теперь три отвергнутых.</a:t>
            </a:r>
          </a:p>
          <a:p/>
          <a:p>
            <a:r>
              <a:t>Терпеть. Работает, если цена нарушения заведомо выше задержки. Но слово «заведомо» требует цифры, а цифру никто не смотрел — и это не придирка: потеря здесь невидима. Хук становится тормозом задолго до того, как это заметят, потому что сообщения об ошибке нет.</a:t>
            </a:r>
          </a:p>
          <a:p/>
          <a:p>
            <a:r>
              <a:t>Выкинуть хуки. Не раньше измерения и не вместо сужения. Выбросив всё, вы выбросите и те двадцать семь миллисекунд, которые работали и стоили ровно ничего.</a:t>
            </a:r>
          </a:p>
          <a:p/>
          <a:p>
            <a:r>
              <a:t>Увеличить таймаут. Вот самый поучительный ответ. Таймаут не ускоряет ничего — он определяет, сколько ждать перед тем, как **тихо пропустить**. Увеличив его, вы получаете и большую задержку, и сохранённый тихий отказ. Оба минуса, ни одного плюса.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единственный артефакт занятия, который не файл, а процедура. Применить можно к своему проекту сегодня же.</a:t>
            </a:r>
          </a:p>
          <a:p/>
          <a:p>
            <a:r>
              <a:t>Первая строка таблицы — главная. Прогон команды хука под `time`, **умноженный на число правок за типичную задачу**. Цифра за один вызов не отвечает ни на один вопрос: двадцать семь миллисекунд и тысяча сто — обе выглядят приемлемо, а различаются они множителем.</a:t>
            </a:r>
          </a:p>
          <a:p/>
          <a:p>
            <a:r>
              <a:t>Начинать, однако, надо с третьей строки — со списка хуков. Сначала посмотрите, что у вас вообще стоит и с какими матчерами. В моём случае выяснилось, что часть хуков я не заводил: они приехали с настройками.</a:t>
            </a:r>
          </a:p>
          <a:p/>
          <a:p>
            <a:r>
              <a:t>Процедура — три шага. Посчитать правки. Умножить. Сравнить с длительностью задачи.</a:t>
            </a:r>
          </a:p>
          <a:p/>
          <a:p>
            <a:r>
              <a:t>И теперь порог, и вот это стоит проговорить отдельно. Абсолютного порога не существует. Одна и та же цена — полторы секунды на правку, сорок правок, пятьдесят две секунды суммарно. В задаче на десять минут это девять процентов, терпимо. В задаче на три минуты — почти треть. В задаче на минуту — почти вся задача.</a:t>
            </a:r>
          </a:p>
          <a:p/>
          <a:p>
            <a:r>
              <a:t>Одна и та же цифра, три разных вывода. Поэтому вопрос не «сколько миллисекунд», а «какая доля задачи».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Процедура с предыдущего слайда верна. И всё равно даст не тот ответ — вот почему.</a:t>
            </a:r>
          </a:p>
          <a:p/>
          <a:p>
            <a:r>
              <a:t>Списки хуков не перекрываются, а объединяются: это прямо в документации. Значит, ваш личный хук из домашних настроек и проектный хук на то же событие сработают оба.</a:t>
            </a:r>
          </a:p>
          <a:p/>
          <a:p>
            <a:r>
              <a:t>Следствие первое: вы измерили свой, а сессия платит за сумму.</a:t>
            </a:r>
          </a:p>
          <a:p/>
          <a:p>
            <a:r>
              <a:t>Следствие второе, про командную работу. Владелец репозитория видит только проектные хуки. То, что участник завёл себе сам, он не видит вовсе — и не может ни измерить, ни учесть. Человек жалуется, что «у него всё медленно», и оба правы.</a:t>
            </a:r>
          </a:p>
          <a:p/>
          <a:p>
            <a:r>
              <a:t>И то, чего я не нашла: сколько хуков в среднем стоит в реальном проекте и какова суммарная латентность по флоту — не измерено никем. Подставлять сюда похожие цифры из смежных работ я не буду.</a:t>
            </a:r>
          </a:p>
          <a:p/>
          <a:p>
            <a:r>
              <a:t>Поэтому кейс даёт арифметику и метод, а не эталонное число. Считать придётся на своём проекте.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095500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В файле инструкций нет ни слова про ветки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13176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Агент коммитит прямо в main — и не нарушает ни одного правила, потому что правила про ветки в файле инструкций нет вовсе.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442460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442460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КЕЙС · 5 РЕШЕНИЙ СБОРКИ · 2 СЛОЯ ПРОВАЛА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Весь файл инструкций — двадцать строк</a:t>
            </a:r>
          </a:p>
        </p:txBody>
      </p:sp>
      <p:pic>
        <p:nvPicPr>
          <p:cNvPr id="4" name="Picture 3" descr="khuki-n07-sts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9688" y="1254252"/>
            <a:ext cx="7969574" cy="136146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2780312"/>
            <a:ext cx="11183112" cy="2915411"/>
          </a:xfrm>
          <a:prstGeom prst="roundRect">
            <a:avLst>
              <a:gd name="adj" fmla="val 6969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2963192"/>
            <a:ext cx="10744200" cy="25496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# CLAUDE.md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signup-landing: статический лендинг с формой заявки на демо-урок.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Готово = `npm run build` код 0, `npx playwright test` зелёный, форма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отправлена руками из собранного `dist/` — и заполненная, и пустая.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## Safety / scope boundaries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- Никогда не запускать деплой на прод без явного запроса.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## Build, test, verify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- To verify: открыть `dist/index.html` после сборки и отправить форму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руками — с заполненными и с пустыми полями.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- Один раз на машину, до первого `npx playwright test`: `npm ci`, затем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`npx playwright install chromium`. Без второй команды падают все тесты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сразу и не по делу.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## Задачная память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- На многошаговую задачу — файл в `.tasks/active/`, до первой правки.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- Договорённость или решение по ходу — в этот файл сразу, а не в конце сессии.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- План сверять в начале и в конце сессии, дату ставить `date -u +%Y-%m-%dT%H:%M:%SZ`.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860316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988332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Цена: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показ заказчику завтра — правка уезжает мимо ветки прямо в него.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ХУК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это за штука и зачем она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949195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1949195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077211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2077211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КРОМКА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1949195"/>
            <a:ext cx="7315" cy="326288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1949195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461260"/>
            <a:ext cx="5381244" cy="27508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1" i="0">
                <a:solidFill>
                  <a:srgbClr val="141B2E"/>
                </a:solidFill>
                <a:latin typeface="Arial"/>
              </a:rPr>
              <a:t>Хук — команда, которую среда запускает сама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в заданный момент работы агента. Агента не спрашивают, и отказаться он не может.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Три слова, которые дальше звучат без объяснения.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Событие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момент, к которому привязана команда.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Матчер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фильтр, на какие вызовы реагировать.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Решение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что хук отвечает среде.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461260"/>
            <a:ext cx="5381244" cy="1859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Таких моментов задокументировано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33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против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≈8–9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в ранних версиях того же продукта.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В работе у нас будет ровно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один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из тридцати трёх. Остальные тридцать два сегодня не понадобятся ни разу.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здесь ничего не решается — вопрос на следующем слайде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Правило можно написать громче. Что поставить рядом?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03019"/>
            <a:ext cx="11183112" cy="1197864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1208" y="1357884"/>
            <a:ext cx="64008" cy="1088136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440179"/>
            <a:ext cx="10643616" cy="9235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В файле инструкций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этого курса</a:t>
            </a:r>
            <a:r>
              <a:rPr sz="1350" b="0" i="0">
                <a:solidFill>
                  <a:srgbClr val="141B2E"/>
                </a:solidFill>
                <a:latin typeface="Arial"/>
              </a:rPr>
              <a:t>, строка 80: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«NEVER push to main directly … This is NON-NEGOTIABLE, even for "small" fixes»</a:t>
            </a:r>
            <a:r>
              <a:rPr sz="1350" b="0" i="0">
                <a:solidFill>
                  <a:srgbClr val="141B2E"/>
                </a:solidFill>
                <a:latin typeface="Arial"/>
              </a:rPr>
              <a:t>.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Заглавными, со словом «никогда» и явным «даже для мелочей».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А файл настроек рядом —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.claude/settings.json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— содержит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{}</a:t>
            </a:r>
            <a:r>
              <a:rPr sz="1350" b="0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823971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8" y="2878835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Правило можно дописать в файл инструкций прямо сейчас, одной строкой. Здесь такая строка уже есть, и написана она настолько громко, насколько это возможно.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672839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376" y="3800855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Что поставить вместо неё — или рядом с ней?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8231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478231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защита ветки на стороне сервера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68803" y="478231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78531" y="478231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хук — команда, которую запускает среда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34686" y="478231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44414" y="478231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git-хук в .git/hooks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00569" y="478231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10297" y="478231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забрать у агента право запускать git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66452" y="478231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76180" y="478231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проверять руками перед показом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про хуки известно — и что измерено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97292"/>
            <a:ext cx="11183112" cy="4044632"/>
          </a:xfrm>
          <a:prstGeom prst="roundRect">
            <a:avLst>
              <a:gd name="adj" fmla="val 7535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1208" y="1388732"/>
            <a:ext cx="68580" cy="3861752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80172"/>
            <a:ext cx="266127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ИЗВЕСТНО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93381" y="1480172"/>
            <a:ext cx="443027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 СРАВНЕНИЯ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69964" y="1480172"/>
            <a:ext cx="328688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ИСТОЧНИК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62239"/>
            <a:ext cx="2661277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Точек, куда можно привязать хук, —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93381" y="1762239"/>
            <a:ext cx="443027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было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≈8–9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в ранних версиях: тот же продукт, тот же способ счёта, другая дата; независимая сверка даёт то же число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69964" y="1762239"/>
            <a:ext cx="328688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официальная документация, обращение 25.09.2026 +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morphllm.com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06.09.2026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47451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474518"/>
            <a:ext cx="2661277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Режимов, в которых хук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молча не срабатывает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задокументировано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восемь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93381" y="2474518"/>
            <a:ext cx="4430279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сверено по официальной документации построчно, а не собрано из разборов в блогах: у каждого режима отмечено, подтверждён ли он дословной цитатой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9964" y="2474518"/>
            <a:ext cx="3286883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официальная документация, раздел про хуки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36936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369360"/>
            <a:ext cx="2661277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Барьер этого класса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обходится</a:t>
            </a:r>
            <a:r>
              <a:rPr sz="1250" b="0" i="0">
                <a:solidFill>
                  <a:srgbClr val="141B2E"/>
                </a:solidFill>
                <a:latin typeface="Arial"/>
              </a:rPr>
              <a:t>: найдены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4 формы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одной и той же команды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3381" y="3369360"/>
            <a:ext cx="4430279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тот же самый хук из материала курса, до и после внешнего теста — не абстрактный пример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69964" y="3369360"/>
            <a:ext cx="3286883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workain/agent-harness-registry#65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20.09.2026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426420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4264202"/>
            <a:ext cx="2661277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3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случая, когда хуки исполняются в обход диалога доверия или подменяется сама конфигурация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93381" y="4264202"/>
            <a:ext cx="4430279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оценки серьёзности сверены первично по NVD — национальной базе уязвимостей США — и GitHub Advisory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69964" y="4264202"/>
            <a:ext cx="3286883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CVE-2026-40068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7,7 по шкале CVSS 4.0, и та же запись независимо 8,8 по шкале 3.1;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CVE-2025-59536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8,7;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CVE-2026-35603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5,4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614117"/>
            <a:ext cx="11183112" cy="648969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" y="5751277"/>
            <a:ext cx="10707624" cy="37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Механизм, который мы сейчас поставим, отказывает </a:t>
            </a:r>
            <a:r>
              <a:rPr sz="1250" b="1" i="1">
                <a:solidFill>
                  <a:srgbClr val="6B7685"/>
                </a:solidFill>
                <a:latin typeface="Arial"/>
              </a:rPr>
              <a:t>восемью способами молча</a:t>
            </a:r>
            <a:r>
              <a:rPr sz="1250" b="0" i="1">
                <a:solidFill>
                  <a:srgbClr val="6B7685"/>
                </a:solidFill>
                <a:latin typeface="Arial"/>
              </a:rPr>
              <a:t>. Это не повод его не ставить. Это повод не считать его поставленным до того, как он отказал громко.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Единственный, кто успевает до действия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72945"/>
            <a:ext cx="11183112" cy="4026661"/>
          </a:xfrm>
          <a:prstGeom prst="roundRect">
            <a:avLst>
              <a:gd name="adj" fmla="val 756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55825"/>
            <a:ext cx="168753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19640" y="1855825"/>
            <a:ext cx="243469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ОН РАБОТАЕТ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00637" y="1855825"/>
            <a:ext cx="625621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ПОЧЕМУ НЕ ЗДЕСЬ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7892"/>
            <a:ext cx="11055096" cy="712279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137892"/>
            <a:ext cx="168753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хук — команда, которую запускает среда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9640" y="2137892"/>
            <a:ext cx="243469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целевой ответ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00637" y="2137892"/>
            <a:ext cx="625621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единственный, кто срабатывает в момент действия агента: лежит в репозитории и приезжает с клоном без шага установки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85017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850172"/>
            <a:ext cx="168753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защита ветки на стороне сервера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9640" y="2850172"/>
            <a:ext cx="243469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 это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более сильный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барьер: он не зависит от текста команды вообще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00637" y="2850172"/>
            <a:ext cx="625621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коммит лежит локально до отправки — сервер узнаёт о нарушении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после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. И он не в репозитории: настраивается в другом месте и другим человеком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56245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562451"/>
            <a:ext cx="168753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git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-хук в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.git/hooks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19640" y="3562451"/>
            <a:ext cx="243469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для человека, который набирает команду в терминале руками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00637" y="3562451"/>
            <a:ext cx="625621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.git/hooks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не версионируется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нужен ручной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cp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в каждый клон. В репозитории этого курса такой хук лежит — и не работает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427473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4274731"/>
            <a:ext cx="168753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забрать у агента право запускать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19640" y="4274731"/>
            <a:ext cx="243469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когда агент вообще не должен трогать историю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00637" y="4274731"/>
            <a:ext cx="625621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агент коммитит по делу всю сессию: запрет на инструмент убьёт работу, а не нарушение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498701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4987010"/>
            <a:ext cx="168753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проверять руками перед показом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19640" y="4987010"/>
            <a:ext cx="243469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пока показов мало и вы про них помните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00637" y="4987010"/>
            <a:ext cx="62562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нашей сцене правила не было вовсе — а там, где оно есть и написано заглавными, оно всё равно не сработало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Где лежит, что пишется, как срабатывает</a:t>
            </a:r>
          </a:p>
        </p:txBody>
      </p:sp>
      <p:pic>
        <p:nvPicPr>
          <p:cNvPr id="4" name="Picture 3" descr="khuki-n12-ustroyst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9616" y="1254252"/>
            <a:ext cx="7969719" cy="152752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2946373"/>
            <a:ext cx="11183112" cy="1395262"/>
          </a:xfrm>
          <a:prstGeom prst="roundRect">
            <a:avLst>
              <a:gd name="adj" fmla="val 14563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3129253"/>
            <a:ext cx="10744200" cy="10295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# ГДЕ ЛЕЖИТ — оба файла в git, поэтому в свежем клоне работает само, без установки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signup-landing/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├── .claude/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│   ├── settings.json                    ← сам хук: регистрация + команда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│   └── hooks/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│       └── selftest-branch-guard.sh     ← самотест, вызывается вручную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└── CLAUDE.md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506227"/>
            <a:ext cx="11183112" cy="1124644"/>
          </a:xfrm>
          <a:prstGeom prst="roundRect">
            <a:avLst>
              <a:gd name="adj" fmla="val 18067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4689107"/>
            <a:ext cx="10744200" cy="7588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# КАКАЯ СТРУКТУРА ЗАПИСИ — четыре уровня вложенности, у каждого своё имя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hooks → PreToolUse → [ { matcher, hooks: [ { type, command, timeout } ] } ]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│         │              │                       │           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где       событие        на что                  что         сколько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живёт     привязки       реагировать             запустить   ждать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795464"/>
            <a:ext cx="82296" cy="532183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5923480"/>
            <a:ext cx="10643616" cy="2761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Что пишется в команде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— четыре шага: достать команду (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jq</a:t>
            </a:r>
            <a:r>
              <a:rPr sz="1100" b="1" i="0">
                <a:solidFill>
                  <a:srgbClr val="141B2E"/>
                </a:solidFill>
                <a:latin typeface="Arial"/>
              </a:rPr>
              <a:t>) → проверить, что это коммит (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grep</a:t>
            </a:r>
            <a:r>
              <a:rPr sz="1100" b="1" i="0">
                <a:solidFill>
                  <a:srgbClr val="141B2E"/>
                </a:solidFill>
                <a:latin typeface="Arial"/>
              </a:rPr>
              <a:t>) → узнать ветку (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git symbolic-ref</a:t>
            </a:r>
            <a:r>
              <a:rPr sz="1100" b="1" i="0">
                <a:solidFill>
                  <a:srgbClr val="141B2E"/>
                </a:solidFill>
                <a:latin typeface="Arial"/>
              </a:rPr>
              <a:t>) → напечатать решение.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Собираем барьер: пять решений</a:t>
            </a:r>
          </a:p>
        </p:txBody>
      </p:sp>
      <p:pic>
        <p:nvPicPr>
          <p:cNvPr id="4" name="Picture 3" descr="khuki-n13-sbork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384" y="1254252"/>
            <a:ext cx="9640182" cy="2249375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668219"/>
            <a:ext cx="11183112" cy="2029015"/>
          </a:xfrm>
          <a:prstGeom prst="roundRect">
            <a:avLst>
              <a:gd name="adj" fmla="val 15022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3823667"/>
            <a:ext cx="537853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ВОПРОС ЗАЛУ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83202" y="3823667"/>
            <a:ext cx="520107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КУДА ЛОЖИТСЯ ОТВЕТ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105734"/>
            <a:ext cx="5378530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До вызова или после?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3202" y="4105734"/>
            <a:ext cx="5201077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событие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58368" y="4392945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58368" y="4392945"/>
            <a:ext cx="5378530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На все инструменты или на один?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83202" y="4392945"/>
            <a:ext cx="5201077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`matcher`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58368" y="4680155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4680155"/>
            <a:ext cx="5378530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Откуда хук узнаёт саму команду?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83202" y="4680155"/>
            <a:ext cx="5201077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`command`</a:t>
            </a:r>
            <a:r>
              <a:rPr sz="1150" b="0" i="0">
                <a:solidFill>
                  <a:srgbClr val="141B2E"/>
                </a:solidFill>
                <a:latin typeface="Arial"/>
              </a:rPr>
              <a:t>, первый шаг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58368" y="4967366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58368" y="4967366"/>
            <a:ext cx="5378530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Как узнать текущую ветку?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3202" y="4967366"/>
            <a:ext cx="5201077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`command`</a:t>
            </a:r>
            <a:r>
              <a:rPr sz="1150" b="0" i="0">
                <a:solidFill>
                  <a:srgbClr val="141B2E"/>
                </a:solidFill>
                <a:latin typeface="Arial"/>
              </a:rPr>
              <a:t>, третий шаг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58368" y="5254576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58368" y="5254576"/>
            <a:ext cx="5378530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А если это ещё не репозиторий?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83202" y="5254576"/>
            <a:ext cx="5201077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решение</a:t>
            </a:r>
            <a:r>
              <a:rPr sz="1150" b="0" i="0">
                <a:solidFill>
                  <a:srgbClr val="141B2E"/>
                </a:solidFill>
                <a:latin typeface="Arial"/>
              </a:rPr>
              <a:t>, которое хук печатает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861827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5989843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Собираем не «хук вообще», а заполняем те пять мест, которые только что были названы по именам.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Файл, который можно склонировать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3658361"/>
          </a:xfrm>
          <a:prstGeom prst="roundRect">
            <a:avLst>
              <a:gd name="adj" fmla="val 5554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37132"/>
            <a:ext cx="10744200" cy="32926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{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"$comment": "… пояснение автора, на исполнение не влияет …",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"hooks": {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"PreToolUse": [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{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"matcher": "Bash",                                  ← 1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"hooks": [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  {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    "type": "command",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    "command": "jq -r '.tool_input.command' | { read -r cmd;   ← 2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         if echo \"$cmd\" | grep -qE '(^|[;&amp;|]\\s*)git\\s+commit\\b'; then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           if ! git rev-parse --is-inside-work-tree …; then    ← 3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             … permissionDecision: \"ask\"  + причина …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           fi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           branch=$(git symbolic-ref --short HEAD …)           ← 4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           if [ \"$branch\" = \"main\" ] || [ \"$branch\" = \"master\" ]; then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             … permissionDecision: \"deny\" + причина …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           fi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         fi; }",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    "timeout": 10                                   ← 5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  }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]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}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]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}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}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5077205"/>
            <a:ext cx="82296" cy="51577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5205221"/>
            <a:ext cx="10643616" cy="2597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1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матчер на команды оболочки ·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2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достать команду из нагрузки ·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3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это вообще репозиторий? ·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4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имя ветки ·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5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таймаут, урезанный с 600 секунд до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757568"/>
            <a:ext cx="82296" cy="51577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5885584"/>
            <a:ext cx="10643616" cy="2597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На пустом репозитории без коммитов: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git rev-parse --abbrev-ref HEAD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→ код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128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git symbolic-ref --short HEAD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→ ветка и код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0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 Тот же репозиторий, обе подряд.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Наш обходится — а этот вообще не запускался</a:t>
            </a:r>
          </a:p>
        </p:txBody>
      </p:sp>
      <p:pic>
        <p:nvPicPr>
          <p:cNvPr id="4" name="Picture 3" descr="khuki-n15-prov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4758" y="1254252"/>
            <a:ext cx="8159435" cy="172028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139125"/>
            <a:ext cx="82296" cy="544851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267141"/>
            <a:ext cx="10643616" cy="2888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Наш барьер обходится — и печатает это сам.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Самотест: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9 из 9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пройдено,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0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провалов — и тот же скрипт печатает пять форм, где барьер молчит.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848569"/>
            <a:ext cx="82296" cy="463295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3976585"/>
            <a:ext cx="10643616" cy="2072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А этот хук не запускался ни разу</a:t>
            </a:r>
            <a:r>
              <a:rPr sz="1200" b="1" i="0">
                <a:solidFill>
                  <a:srgbClr val="141B2E"/>
                </a:solidFill>
                <a:latin typeface="Arial"/>
              </a:rPr>
              <a:t> — в репозитории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этого курса</a:t>
            </a:r>
            <a:r>
              <a:rPr sz="1200" b="1" i="0">
                <a:solidFill>
                  <a:srgbClr val="141B2E"/>
                </a:solidFill>
                <a:latin typeface="Arial"/>
              </a:rPr>
              <a:t>, 830 байт, исполняемый бит стоит. Три независимые причины: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476457"/>
            <a:ext cx="11183112" cy="1228852"/>
          </a:xfrm>
          <a:prstGeom prst="roundRect">
            <a:avLst>
              <a:gd name="adj" fmla="val 2480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4604473"/>
            <a:ext cx="4991327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ПРИЧИНА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8567" y="4604473"/>
            <a:ext cx="5643144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ЧЕМ ПРОВЕРЯЕТСЯ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" y="4864061"/>
            <a:ext cx="499132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это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git</a:t>
            </a:r>
            <a:r>
              <a:rPr sz="1000" b="0" i="0">
                <a:solidFill>
                  <a:srgbClr val="141B2E"/>
                </a:solidFill>
                <a:latin typeface="Arial"/>
              </a:rPr>
              <a:t>-хук, а не хук среды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8567" y="4864061"/>
            <a:ext cx="56431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Consolas"/>
              </a:rPr>
              <a:t>cat .claude/settings.json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→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{}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30936" y="5101805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" y="5101805"/>
            <a:ext cx="499132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как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git</a:t>
            </a:r>
            <a:r>
              <a:rPr sz="1000" b="0" i="0">
                <a:solidFill>
                  <a:srgbClr val="141B2E"/>
                </a:solidFill>
                <a:latin typeface="Arial"/>
              </a:rPr>
              <a:t>-хук не установлен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8567" y="5101805"/>
            <a:ext cx="56431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Consolas"/>
              </a:rPr>
              <a:t>ls .git/hooks/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→ только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.sample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30936" y="5339549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30936" y="5339549"/>
            <a:ext cx="499132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зовёт библиотеку, которой нет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8567" y="5339549"/>
            <a:ext cx="56431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Consolas"/>
              </a:rPr>
              <a:t>bash …pre-commit-viz.sh; echo $?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→ </a:t>
            </a:r>
            <a:r>
              <a:rPr sz="1000" b="1" i="0">
                <a:solidFill>
                  <a:srgbClr val="141B2E"/>
                </a:solidFill>
                <a:latin typeface="Arial"/>
              </a:rPr>
              <a:t>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869901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5997917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Барьер — это регистрация плюс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доказанный громкий отказ</a:t>
            </a:r>
            <a:r>
              <a:rPr sz="115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До какого момента он честно работает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64080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892096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Решение, которое мы принимаем вслух: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барьер ставим, список известных дыр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записываем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и не пытаемся закрыть его регулярным выражением.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178352"/>
            <a:ext cx="5454396" cy="2384552"/>
          </a:xfrm>
          <a:prstGeom prst="roundRect">
            <a:avLst>
              <a:gd name="adj" fmla="val 1278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288080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ЭТОТ ХУК ЧЕСТНО РАБОТАЕТ, ПОКА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562400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правило выражается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формой команды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388104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3881043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нарушитель —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агент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419968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4199686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форм команды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конечное число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1636" y="3178352"/>
            <a:ext cx="5454396" cy="2384552"/>
          </a:xfrm>
          <a:prstGeom prst="roundRect">
            <a:avLst>
              <a:gd name="adj" fmla="val 1278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4516" y="3288080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 ПРЕДЕЛОМ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4516" y="3562400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если правило — суждение, а не синтаксис, механизировать его нельзя: остаётся текст плюс проверка человеком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14516" y="4053382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14516" y="4053382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человека с открытым терминалом этот хук не видит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вовсе</a:t>
            </a:r>
            <a:r>
              <a:rPr sz="1150" b="0" i="0">
                <a:solidFill>
                  <a:srgbClr val="141B2E"/>
                </a:solidFill>
                <a:latin typeface="Arial"/>
              </a:rPr>
              <a:t>: событие принадлежит жизни агента. Нужен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git</a:t>
            </a:r>
            <a:r>
              <a:rPr sz="1150" b="0" i="0">
                <a:solidFill>
                  <a:srgbClr val="141B2E"/>
                </a:solidFill>
                <a:latin typeface="Arial"/>
              </a:rPr>
              <a:t>-хук или запрет на стороне сервера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14516" y="471670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414516" y="4716703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их число не конечно: оболочка раскрывает слова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после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решения хука. Потолком ставят запрет на стороне платформы, а хук сужают до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перечислимого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--no-verify</a:t>
            </a:r>
            <a:r>
              <a:rPr sz="1150" b="0" i="0">
                <a:solidFill>
                  <a:srgbClr val="141B2E"/>
                </a:solidFill>
                <a:latin typeface="Arial"/>
              </a:rPr>
              <a:t>, подмена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core.hooksPath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343912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343912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237994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Хук работал. Потом молча перестал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55670"/>
            <a:ext cx="9509760" cy="569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Хук стоял и работал, потом молча перестал — а файл никто не трогал.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299966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299966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ИНЦИДЕНТ · 5 КЛЕТОК · 8 СПОСОБОВ ПРОМОЛЧАТЬ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Никто не менял хук — изменили права</a:t>
            </a:r>
          </a:p>
        </p:txBody>
      </p:sp>
      <p:pic>
        <p:nvPicPr>
          <p:cNvPr id="4" name="Picture 3" descr="khuki-n18-sts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3840" y="1254252"/>
            <a:ext cx="9301270" cy="217029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589140"/>
            <a:ext cx="11183112" cy="2108454"/>
          </a:xfrm>
          <a:prstGeom prst="roundRect">
            <a:avLst>
              <a:gd name="adj" fmla="val 1445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3744588"/>
            <a:ext cx="722524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ЭТАП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27196" y="3744588"/>
            <a:ext cx="9857083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ЧТО ПРОИЗОШЛО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011669"/>
            <a:ext cx="72252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что было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7196" y="4011669"/>
            <a:ext cx="985708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хук с матчером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Edit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/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Write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проверял правки файлов и работал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58368" y="4285989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58368" y="4285989"/>
            <a:ext cx="722524" cy="418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что изменили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196" y="4285989"/>
            <a:ext cx="9857083" cy="418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в хуке — ничего. Включили более широкие права: режим без диалогов подтверждения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58368" y="4704708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4704708"/>
            <a:ext cx="722524" cy="418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что стало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7196" y="4704708"/>
            <a:ext cx="9857083" cy="418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на части моделей режим добавляет агенту указание предпочитать команды оболочки выделенным инструментам. Агент вместо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Edit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делает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sed -i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через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Bash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— и матчер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Edit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/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Write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этого вызова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не видит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58368" y="5123427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58368" y="5123427"/>
            <a:ext cx="722524" cy="418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чем доказано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7196" y="5123427"/>
            <a:ext cx="9857083" cy="418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таблица «модель × флаг» в самом обращении: указание активно для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одной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модели и не активно по умолчанию для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двух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других. Та же команда через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Read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даёт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оба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ожидаемых маркера, через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Bash cat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—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ни одного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862186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5990202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Хук был написан правильно. Он был написан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не на ту клетку</a:t>
            </a:r>
            <a:r>
              <a:rPr sz="115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ХУК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это за штука и зачем она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800605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1800605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928621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1928621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КРОМКА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1800605"/>
            <a:ext cx="7315" cy="356006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1800605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312670"/>
            <a:ext cx="5381244" cy="1859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Хук отвечает среде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двумя каналами</a:t>
            </a:r>
            <a:r>
              <a:rPr sz="1800" b="0" i="0">
                <a:solidFill>
                  <a:srgbClr val="141B2E"/>
                </a:solidFill>
                <a:latin typeface="Arial"/>
              </a:rPr>
              <a:t>: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кодом возврата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и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объектом решения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Решение бывает трёх видов.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Запретить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не пускать вовсе.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Спросить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вернуть выбор человеку.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Разрешить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пропустить без вопроса.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312670"/>
            <a:ext cx="5381244" cy="3047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Код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1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привычный по Unix как «упало» —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не блокирует ничего</a:t>
            </a:r>
            <a:r>
              <a:rPr sz="1800" b="0" i="0">
                <a:solidFill>
                  <a:srgbClr val="141B2E"/>
                </a:solidFill>
                <a:latin typeface="Arial"/>
              </a:rPr>
              <a:t>: без разборного решения на выходе он считается неблокирующей ошибкой, и действие проходит.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Блокирует только код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2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и он сильнее собственного разрешения того же хука. Дословно: *«even a JSON </a:t>
            </a:r>
            <a:r>
              <a:rPr sz="1800" b="0" i="0">
                <a:solidFill>
                  <a:srgbClr val="141B2E"/>
                </a:solidFill>
                <a:latin typeface="Consolas"/>
              </a:rPr>
              <a:t>permissionDecision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of "allow" can't override it»*.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здесь ничего не решается — вопрос на следующем слайде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вмешиваться — и насколько жёстко?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28546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683410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Наше правило — «не коммитить в защищённую ветку». Матчер мы уже выбрали: </a:t>
            </a:r>
            <a:r>
              <a:rPr sz="1300" b="0" i="1">
                <a:solidFill>
                  <a:srgbClr val="6B7685"/>
                </a:solidFill>
                <a:latin typeface="Consolas"/>
              </a:rPr>
              <a:t>Bash</a:t>
            </a:r>
            <a:r>
              <a:rPr sz="1300" b="0" i="1">
                <a:solidFill>
                  <a:srgbClr val="6B7685"/>
                </a:solidFill>
                <a:latin typeface="Arial"/>
              </a:rPr>
              <a:t>. Осталось решить, </a:t>
            </a:r>
            <a:r>
              <a:rPr sz="1300" b="1" i="1">
                <a:solidFill>
                  <a:srgbClr val="6B7685"/>
                </a:solidFill>
                <a:latin typeface="Arial"/>
              </a:rPr>
              <a:t>когда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барьер вмешивается и </a:t>
            </a:r>
            <a:r>
              <a:rPr sz="1300" b="1" i="1">
                <a:solidFill>
                  <a:srgbClr val="6B7685"/>
                </a:solidFill>
                <a:latin typeface="Arial"/>
              </a:rPr>
              <a:t>насколько жёстко</a:t>
            </a:r>
            <a:r>
              <a:rPr sz="1300" b="0" i="1">
                <a:solidFill>
                  <a:srgbClr val="6B7685"/>
                </a:solidFill>
                <a:latin typeface="Arial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858414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986430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 клетку.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после вызова + запретить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до вызова + разрешить с предупреждением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до вызова + спросить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до вызова + запретить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после вызова + спросить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Восемь способов промолчать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50339"/>
            <a:ext cx="11183112" cy="2766695"/>
          </a:xfrm>
          <a:prstGeom prst="roundRect">
            <a:avLst>
              <a:gd name="adj" fmla="val 11016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1208" y="1741779"/>
            <a:ext cx="68580" cy="2583815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833219"/>
            <a:ext cx="303319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РЕЖИМ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65301" y="1833219"/>
            <a:ext cx="639843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ПРОИСХОДИТ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10039" y="1833219"/>
            <a:ext cx="94680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ТИХО?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15286"/>
            <a:ext cx="303319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 превысил таймаут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65301" y="2115286"/>
            <a:ext cx="639843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на нашем событии вызов идёт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дальше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как если бы хука не было. На событии смены модели — ровно наоборот, там таймаут блокирует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10039" y="2115286"/>
            <a:ext cx="94680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да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64500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645003"/>
            <a:ext cx="303319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поле решения стоит не на своём уровне вложенности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65301" y="2645003"/>
            <a:ext cx="639843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разбирается успешно, поле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отбрасывается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в записи сессии — ни строчки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10039" y="2645003"/>
            <a:ext cx="94680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да, полностью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17472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174720"/>
            <a:ext cx="303319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опечатка или не тот регистр в имени инструмента в матчере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65301" y="3174720"/>
            <a:ext cx="639843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виден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в списке хуков и не запускается никогда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10039" y="3174720"/>
            <a:ext cx="94680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да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370443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704437"/>
            <a:ext cx="303319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матчер задан списком вместо строки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65301" y="3704437"/>
            <a:ext cx="639843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отклоняется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весь файл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настроек — но в интерактивной сессии показывается диалог с ошибкой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10039" y="3704437"/>
            <a:ext cx="94680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нет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084546"/>
            <a:ext cx="11183112" cy="648969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" y="5221706"/>
            <a:ext cx="10707624" cy="37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Ходовая формулировка «один невалидный матчер гасит все хуки файла» — </a:t>
            </a:r>
            <a:r>
              <a:rPr sz="1250" b="1" i="1">
                <a:solidFill>
                  <a:srgbClr val="6B7685"/>
                </a:solidFill>
                <a:latin typeface="Arial"/>
              </a:rPr>
              <a:t>неточна</a:t>
            </a:r>
            <a:r>
              <a:rPr sz="1250" b="0" i="1">
                <a:solidFill>
                  <a:srgbClr val="6B7685"/>
                </a:solidFill>
                <a:latin typeface="Arial"/>
              </a:rPr>
              <a:t>. Тихо отказывает </a:t>
            </a:r>
            <a:r>
              <a:rPr sz="1250" b="1" i="1">
                <a:solidFill>
                  <a:srgbClr val="6B7685"/>
                </a:solidFill>
                <a:latin typeface="Arial"/>
              </a:rPr>
              <a:t>одна кривая запись</a:t>
            </a:r>
            <a:r>
              <a:rPr sz="1250" b="0" i="1">
                <a:solidFill>
                  <a:srgbClr val="6B7685"/>
                </a:solidFill>
                <a:latin typeface="Arial"/>
              </a:rPr>
              <a:t> внутри рабочего в остальном файла. Сломанный целиком файл в интерактивной сессии виден сразу, при старте.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Запрет после действия — это не запрет</a:t>
            </a:r>
          </a:p>
        </p:txBody>
      </p:sp>
      <p:pic>
        <p:nvPicPr>
          <p:cNvPr id="4" name="Picture 3" descr="khuki-n22-kletk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1577" y="1254252"/>
            <a:ext cx="7005796" cy="186821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287056"/>
            <a:ext cx="11183112" cy="2360295"/>
          </a:xfrm>
          <a:prstGeom prst="roundRect">
            <a:avLst>
              <a:gd name="adj" fmla="val 1291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3442504"/>
            <a:ext cx="1625628" cy="2446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30300" y="3442504"/>
            <a:ext cx="4088601" cy="2446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6B7685"/>
                </a:solidFill>
                <a:latin typeface="Arial"/>
              </a:rPr>
              <a:t>ГДЕ ОН РАБОТАЕТ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5206" y="3442504"/>
            <a:ext cx="4719073" cy="2446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6B7685"/>
                </a:solidFill>
                <a:latin typeface="Arial"/>
              </a:rPr>
              <a:t>ПОЧЕМУ НЕ ЗДЕСЬ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3687106"/>
            <a:ext cx="11055096" cy="2743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3687106"/>
            <a:ext cx="162562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1" i="0">
                <a:solidFill>
                  <a:srgbClr val="141B2E"/>
                </a:solidFill>
                <a:latin typeface="Arial"/>
              </a:rPr>
              <a:t>до вызова + запретить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30300" y="3687106"/>
            <a:ext cx="408860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1" i="0">
                <a:solidFill>
                  <a:srgbClr val="141B2E"/>
                </a:solidFill>
                <a:latin typeface="Arial"/>
              </a:rPr>
              <a:t>целевой ответ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65206" y="3687106"/>
            <a:ext cx="471907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1" i="0">
                <a:solidFill>
                  <a:srgbClr val="141B2E"/>
                </a:solidFill>
                <a:latin typeface="Arial"/>
              </a:rPr>
              <a:t>единственная клетка, где действие не происходит вовсе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58368" y="3961426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961426"/>
            <a:ext cx="1625628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после вызова + запретить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30300" y="3961426"/>
            <a:ext cx="4088601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когда важно поймать факт и отреагировать: уведомить, откатить, записать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65206" y="3961426"/>
            <a:ext cx="4719073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срабатывает </a:t>
            </a:r>
            <a:r>
              <a:rPr sz="900" b="1" i="0">
                <a:solidFill>
                  <a:srgbClr val="141B2E"/>
                </a:solidFill>
                <a:latin typeface="Arial"/>
              </a:rPr>
              <a:t>после</a:t>
            </a:r>
            <a:r>
              <a:rPr sz="900" b="0" i="0">
                <a:solidFill>
                  <a:srgbClr val="141B2E"/>
                </a:solidFill>
                <a:latin typeface="Arial"/>
              </a:rPr>
              <a:t> исполнения — коммит уже в истории. Запрет после действия не запрет, а протокол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58368" y="4338616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58368" y="4338616"/>
            <a:ext cx="1625628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до вызова + разрешить с предупреждением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30300" y="4338616"/>
            <a:ext cx="4088601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как мягкий режим на обкатке нового правила, пока не уверены в ложных срабатываниях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65206" y="4338616"/>
            <a:ext cx="4719073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предупреждение — это снова </a:t>
            </a:r>
            <a:r>
              <a:rPr sz="900" b="1" i="0">
                <a:solidFill>
                  <a:srgbClr val="141B2E"/>
                </a:solidFill>
                <a:latin typeface="Arial"/>
              </a:rPr>
              <a:t>текст</a:t>
            </a:r>
            <a:r>
              <a:rPr sz="900" b="0" i="0">
                <a:solidFill>
                  <a:srgbClr val="141B2E"/>
                </a:solidFill>
                <a:latin typeface="Arial"/>
              </a:rPr>
              <a:t>, а текст в первом кейсе уже один раз не сработал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58368" y="4715806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58368" y="4715806"/>
            <a:ext cx="1625628" cy="5017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до вызова + спросить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30300" y="4715806"/>
            <a:ext cx="4088601" cy="5017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1" i="0">
                <a:solidFill>
                  <a:srgbClr val="141B2E"/>
                </a:solidFill>
                <a:latin typeface="Arial"/>
              </a:rPr>
              <a:t>именно так наш хук отвечает в соседней клетке</a:t>
            </a:r>
            <a:r>
              <a:rPr sz="900" b="0" i="0">
                <a:solidFill>
                  <a:srgbClr val="141B2E"/>
                </a:solidFill>
                <a:latin typeface="Arial"/>
              </a:rPr>
              <a:t>: когда репозитория нет вовсе, тихо разрешить — значит изобразить защиту, которой нет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5206" y="4715806"/>
            <a:ext cx="4719073" cy="5017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для основного случая это возвращает решение человеку </a:t>
            </a:r>
            <a:r>
              <a:rPr sz="900" b="1" i="0">
                <a:solidFill>
                  <a:srgbClr val="141B2E"/>
                </a:solidFill>
                <a:latin typeface="Arial"/>
              </a:rPr>
              <a:t>в каждом коммите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58368" y="5217583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58368" y="5217583"/>
            <a:ext cx="162562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после вызова + спросить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30300" y="5217583"/>
            <a:ext cx="408860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нигде в этой задаче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65206" y="5217583"/>
            <a:ext cx="471907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спрашивать разрешения на то, что уже случилось, смысла не имеет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811943"/>
            <a:ext cx="82296" cy="44754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5939959"/>
            <a:ext cx="10643616" cy="191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Возврат к сцене: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хук из инцидента стоял в правильной клетке — и всё равно не сработал. Ошиблись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матчером</a:t>
            </a:r>
            <a:r>
              <a:rPr sz="1100" b="1" i="0">
                <a:solidFill>
                  <a:srgbClr val="141B2E"/>
                </a:solidFill>
                <a:latin typeface="Arial"/>
              </a:rPr>
              <a:t>, а это отдельный выбор.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Обе ветки одного файла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2155952"/>
          </a:xfrm>
          <a:prstGeom prst="roundRect">
            <a:avLst>
              <a:gd name="adj" fmla="val 9425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37132"/>
            <a:ext cx="10744200" cy="1790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// ветка 1 — репозитория нет вовсе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if ! git rev-parse --is-inside-work-tree; then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  "permissionDecision": "ask",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  "permissionDecisionReason":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     "WARNING: branch-protection gate inactive —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      this is not a git repository yet …"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// ветка 2 — мы на защищённой ветке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if [ "$branch" = "main" ] || [ "$branch" = "master" ]; then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  "permissionDecision": "deny",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  "permissionDecisionReason":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     "BLOCKED: direct commit to main/master.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      Create a feature branch first."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574796"/>
            <a:ext cx="11183112" cy="1548003"/>
          </a:xfrm>
          <a:prstGeom prst="roundRect">
            <a:avLst>
              <a:gd name="adj" fmla="val 1968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3702811"/>
            <a:ext cx="334531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ПОЛЕ РЕШЕНИЯ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22552" y="3702811"/>
            <a:ext cx="728915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ДЕЛАЕТ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" y="3984878"/>
            <a:ext cx="3345312" cy="2524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Consolas"/>
              </a:rPr>
              <a:t>"deny"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22552" y="3984878"/>
            <a:ext cx="7289159" cy="2524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вызов не происходит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30936" y="4237354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30936" y="4237354"/>
            <a:ext cx="3345312" cy="2524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Consolas"/>
              </a:rPr>
              <a:t>"ask"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22552" y="4237354"/>
            <a:ext cx="7289159" cy="2524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спрашивает человека,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даже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в режиме без диалогов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30936" y="4489830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" y="4489830"/>
            <a:ext cx="3345312" cy="2524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Consolas"/>
              </a:rPr>
              <a:t>"allow"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22552" y="4489830"/>
            <a:ext cx="7289159" cy="2524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пропускает без вопроса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30936" y="4742306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30936" y="4742306"/>
            <a:ext cx="3345312" cy="2524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поля нет вовсе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22552" y="4742306"/>
            <a:ext cx="7289159" cy="2524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решения нет — обычный порядок разрешений, а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не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«разрешено»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287391"/>
            <a:ext cx="82296" cy="950213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5415407"/>
            <a:ext cx="10643616" cy="69418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Если хуков несколько и ответили они по-разному, приоритет такой: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`deny` &gt; `defer` &gt; `ask` &gt; `allow`</a:t>
            </a:r>
            <a:r>
              <a:rPr sz="1350" b="1" i="0">
                <a:solidFill>
                  <a:srgbClr val="141B2E"/>
                </a:solidFill>
                <a:latin typeface="Arial"/>
              </a:rPr>
              <a:t>.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Причина при </a:t>
            </a:r>
            <a:r>
              <a:rPr sz="1350" b="1" i="0">
                <a:solidFill>
                  <a:srgbClr val="141B2E"/>
                </a:solidFill>
                <a:latin typeface="Consolas"/>
              </a:rPr>
              <a:t>deny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видна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агенту</a:t>
            </a:r>
            <a:r>
              <a:rPr sz="1350" b="1" i="0">
                <a:solidFill>
                  <a:srgbClr val="141B2E"/>
                </a:solidFill>
                <a:latin typeface="Arial"/>
              </a:rPr>
              <a:t>. При </a:t>
            </a:r>
            <a:r>
              <a:rPr sz="1350" b="1" i="0">
                <a:solidFill>
                  <a:srgbClr val="141B2E"/>
                </a:solidFill>
                <a:latin typeface="Consolas"/>
              </a:rPr>
              <a:t>allow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и </a:t>
            </a:r>
            <a:r>
              <a:rPr sz="1350" b="1" i="0">
                <a:solidFill>
                  <a:srgbClr val="141B2E"/>
                </a:solidFill>
                <a:latin typeface="Consolas"/>
              </a:rPr>
              <a:t>ask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—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человеку, но не агенту</a:t>
            </a:r>
            <a:r>
              <a:rPr sz="1350" b="1" i="0">
                <a:solidFill>
                  <a:srgbClr val="141B2E"/>
                </a:solidFill>
                <a:latin typeface="Arial"/>
              </a:rPr>
              <a:t>. Значит, текст отказа — единственный способ объяснить агенту, что он сделал не так.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Тот же хук, другое место объявления — и тишина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382268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Одно и то же, объявленное в двух местах: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874265"/>
            <a:ext cx="11183112" cy="116738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029713"/>
            <a:ext cx="582466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ОБЪЯВЛЕН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29339" y="2029713"/>
            <a:ext cx="475494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ИСХОД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311780"/>
            <a:ext cx="5824667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 шапке самого субагента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339" y="2311780"/>
            <a:ext cx="4754940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не срабатывает вовсе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8368" y="2598991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" y="2598991"/>
            <a:ext cx="5824667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 файле настроек проекта, для того же субагента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339" y="2598991"/>
            <a:ext cx="4754940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срабатывает и блокирует корректно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206242"/>
            <a:ext cx="82296" cy="65227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3334258"/>
            <a:ext cx="10643616" cy="396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База сравнения: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тот же</a:t>
            </a:r>
            <a:r>
              <a:rPr sz="1200" b="1" i="0">
                <a:solidFill>
                  <a:srgbClr val="141B2E"/>
                </a:solidFill>
                <a:latin typeface="Arial"/>
              </a:rPr>
              <a:t> хук,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тот же</a:t>
            </a:r>
            <a:r>
              <a:rPr sz="1200" b="1" i="0">
                <a:solidFill>
                  <a:srgbClr val="141B2E"/>
                </a:solidFill>
                <a:latin typeface="Arial"/>
              </a:rPr>
              <a:t> субагент,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два</a:t>
            </a:r>
            <a:r>
              <a:rPr sz="1200" b="1" i="0">
                <a:solidFill>
                  <a:srgbClr val="141B2E"/>
                </a:solidFill>
                <a:latin typeface="Arial"/>
              </a:rPr>
              <a:t> места объявления — разный результат. Не «иногда глючит»: воспроизводимая разница.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023106"/>
            <a:ext cx="82296" cy="65227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4151122"/>
            <a:ext cx="10643616" cy="396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А здесь барьер снимает отсутствующая утилита.</a:t>
            </a:r>
            <a:r>
              <a:rPr sz="1200" b="1" i="0">
                <a:solidFill>
                  <a:srgbClr val="141B2E"/>
                </a:solidFill>
                <a:latin typeface="Arial"/>
              </a:rPr>
              <a:t> </a:t>
            </a:r>
            <a:r>
              <a:rPr sz="1200" b="1" i="0">
                <a:solidFill>
                  <a:srgbClr val="141B2E"/>
                </a:solidFill>
                <a:latin typeface="Consolas"/>
              </a:rPr>
              <a:t>jq</a:t>
            </a:r>
            <a:r>
              <a:rPr sz="1200" b="1" i="0">
                <a:solidFill>
                  <a:srgbClr val="141B2E"/>
                </a:solidFill>
                <a:latin typeface="Arial"/>
              </a:rPr>
              <a:t> не установлен → скрипт падает на первой строке → код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1</a:t>
            </a:r>
            <a:r>
              <a:rPr sz="1200" b="1" i="0">
                <a:solidFill>
                  <a:srgbClr val="141B2E"/>
                </a:solidFill>
                <a:latin typeface="Arial"/>
              </a:rPr>
              <a:t> без разборного решения →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действие проходит</a:t>
            </a:r>
            <a:r>
              <a:rPr sz="120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839970"/>
            <a:ext cx="82296" cy="65227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4967986"/>
            <a:ext cx="10643616" cy="396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Это не край и не экзотика: официальная подсказка в разделе устранения неполадок звучит буквально «</a:t>
            </a:r>
            <a:r>
              <a:rPr sz="1200" b="1" i="0">
                <a:solidFill>
                  <a:srgbClr val="141B2E"/>
                </a:solidFill>
                <a:latin typeface="Consolas"/>
              </a:rPr>
              <a:t>jq: command not found</a:t>
            </a:r>
            <a:r>
              <a:rPr sz="1200" b="1" i="0">
                <a:solidFill>
                  <a:srgbClr val="141B2E"/>
                </a:solidFill>
                <a:latin typeface="Arial"/>
              </a:rPr>
              <a:t> → установите </a:t>
            </a:r>
            <a:r>
              <a:rPr sz="1200" b="1" i="0">
                <a:solidFill>
                  <a:srgbClr val="141B2E"/>
                </a:solidFill>
                <a:latin typeface="Consolas"/>
              </a:rPr>
              <a:t>jq</a:t>
            </a:r>
            <a:r>
              <a:rPr sz="1200" b="1" i="0">
                <a:solidFill>
                  <a:srgbClr val="141B2E"/>
                </a:solidFill>
                <a:latin typeface="Arial"/>
              </a:rPr>
              <a:t>». Режим известен и ожидаем.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656834"/>
            <a:ext cx="82296" cy="471169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5784850"/>
            <a:ext cx="10643616" cy="21513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Отсутствие утилиты и намеренный обход дают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один и тот же</a:t>
            </a:r>
            <a:r>
              <a:rPr sz="1250" b="1" i="0">
                <a:solidFill>
                  <a:srgbClr val="141B2E"/>
                </a:solidFill>
                <a:latin typeface="Arial"/>
              </a:rPr>
              <a:t> наблюдаемый результат: тишину и прошедшее действие.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343912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343912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464689"/>
            <a:ext cx="9144000" cy="453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Хук не ломается — он замедляет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28975"/>
            <a:ext cx="9509760" cy="569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Хук не ломается — он замедляет, и сообщения об ошибке не будет ни одного.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073271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073271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СЛУЧАЙ · 3 ЗАМЕРА · 5 ВАРИАНТОВ ДЕЙСТВИЯ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Задача на двадцать правок шла час</a:t>
            </a:r>
          </a:p>
        </p:txBody>
      </p:sp>
      <p:pic>
        <p:nvPicPr>
          <p:cNvPr id="4" name="Picture 3" descr="khuki-n26-sts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4842" y="1254252"/>
            <a:ext cx="9339267" cy="182893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247783"/>
            <a:ext cx="82296" cy="62077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375799"/>
            <a:ext cx="10643616" cy="3647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Одна задача. Двадцать правок по ходу. На каждой правке срабатывает хук и гоняет полный цикл проверок — потому что матчер у него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Edit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/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Write</a:t>
            </a:r>
            <a:r>
              <a:rPr sz="1100" b="1" i="0">
                <a:solidFill>
                  <a:srgbClr val="141B2E"/>
                </a:solidFill>
                <a:latin typeface="Arial"/>
              </a:rPr>
              <a:t>, то есть «на любое изменение файла».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033151"/>
            <a:ext cx="11183112" cy="1675257"/>
          </a:xfrm>
          <a:prstGeom prst="roundRect">
            <a:avLst>
              <a:gd name="adj" fmla="val 18194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4188599"/>
            <a:ext cx="3524851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ВОПРОС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9523" y="4188599"/>
            <a:ext cx="7054756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ОТВЕТ ПО ЭТОМУ СЛУЧАЮ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455680"/>
            <a:ext cx="352485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что должно было занять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9523" y="4455680"/>
            <a:ext cx="70547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минуты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4730000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58368" y="4730000"/>
            <a:ext cx="352485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что заняло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29523" y="4730000"/>
            <a:ext cx="70547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десятки минут, в худшем случае час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58368" y="5004320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58368" y="5004320"/>
            <a:ext cx="352485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почему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9523" y="5004320"/>
            <a:ext cx="70547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не один медленный хук, а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широкий матчер, умноженный на число правок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58368" y="5278640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58368" y="5278640"/>
            <a:ext cx="352485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сигнала об ошибке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9523" y="5278640"/>
            <a:ext cx="70547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не было ни одного: хук отработал штатно все двадцать раз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873000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6001016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Случай преподавателя курса, не снятое измерение.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ХУК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это за штука и зачем она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949195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1949195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077211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2077211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КРОМКА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1949195"/>
            <a:ext cx="7315" cy="326288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1949195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461260"/>
            <a:ext cx="5381244" cy="156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У хука есть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матчер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фильтр, на какие вызовы он реагирует. Именно он решает, сколько раз хук сработает за задачу.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И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таймаут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сколько среда ждёт его ответа, прежде чем перестать ждать.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461260"/>
            <a:ext cx="5381244" cy="27508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Таймаут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по умолчанию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для нашего типа хука —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600 секунд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 Для сравнения, в той же документации: 30 секунд у одного события, 10 у другого. Наш файл ставит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10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автор урезал дефолт в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60 раз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А превысивший таймаут хук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не блокирует</a:t>
            </a:r>
            <a:r>
              <a:rPr sz="1800" b="0" i="0">
                <a:solidFill>
                  <a:srgbClr val="141B2E"/>
                </a:solidFill>
                <a:latin typeface="Arial"/>
              </a:rPr>
              <a:t>: вызов идёт дальше, как если бы хука не было. Таймаут — не защита от медленного хука, а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тихое сдавание позиции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здесь ничего не решается — вопрос на следующем слайде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делаете — и с чего начинаете?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32521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487385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Задача на двадцать правок идёт час. Хуки отрабатывают штатно, ошибок нет ни одной.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305678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433694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делаете — и с чего начинаете.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647465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3647465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терпеть — это цена безопасности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3647465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3647465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выкинуть хуки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3647465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3647465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увеличить таймаут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3647465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3647465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сузить матчер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3647465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3647465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вынести дорогие проверки на пул-реквест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217852"/>
            <a:ext cx="11183112" cy="476631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21208" y="5272716"/>
            <a:ext cx="64008" cy="366903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5355012"/>
            <a:ext cx="10643616" cy="202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Спрашивается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порядок</a:t>
            </a:r>
            <a:r>
              <a:rPr sz="1350" b="0" i="0">
                <a:solidFill>
                  <a:srgbClr val="141B2E"/>
                </a:solidFill>
                <a:latin typeface="Arial"/>
              </a:rPr>
              <a:t>, а не одна карточка.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Вот откуда берётся час</a:t>
            </a:r>
          </a:p>
        </p:txBody>
      </p:sp>
      <p:pic>
        <p:nvPicPr>
          <p:cNvPr id="4" name="Picture 3" descr="khuki-n29-umnozhen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5999" y="1254252"/>
            <a:ext cx="8936952" cy="163844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057285"/>
            <a:ext cx="11183112" cy="1069467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21208" y="3148725"/>
            <a:ext cx="68580" cy="886587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3185301"/>
            <a:ext cx="237714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ХУК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383" y="3185301"/>
            <a:ext cx="248434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МАТЧЕР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85037" y="3185301"/>
            <a:ext cx="253911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ОДНО СРАБАТЫВАНИЕ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70459" y="3185301"/>
            <a:ext cx="294125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СРАБАТЫВАНИЙ ЗА ЗАДАЧУ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" y="3467368"/>
            <a:ext cx="2377143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наш барьер ветки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383" y="3467368"/>
            <a:ext cx="2484349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Bash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+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git commit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85037" y="3467368"/>
            <a:ext cx="2539118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27 мс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70459" y="3467368"/>
            <a:ext cx="2941252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1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30936" y="3733052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30936" y="3733052"/>
            <a:ext cx="2377143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сборка проекта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54383" y="3733052"/>
            <a:ext cx="2484349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Edit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/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Write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85037" y="3733052"/>
            <a:ext cx="2539118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1 137 мс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0459" y="3733052"/>
            <a:ext cx="2941252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по числу правок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291344"/>
            <a:ext cx="11183112" cy="1335151"/>
          </a:xfrm>
          <a:prstGeom prst="roundRect">
            <a:avLst>
              <a:gd name="adj" fmla="val 22828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21208" y="4382784"/>
            <a:ext cx="68580" cy="1152271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" y="4419360"/>
            <a:ext cx="315500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ЦИКЛ ПРОВЕРОК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2246" y="4419360"/>
            <a:ext cx="232816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20 ПРАВОК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6717" y="4419360"/>
            <a:ext cx="232816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40 ПРАВОК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81188" y="4419360"/>
            <a:ext cx="253052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" y="4701427"/>
            <a:ext cx="3155006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синтаксис + сборка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32246" y="4701427"/>
            <a:ext cx="2328166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26 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6717" y="4701427"/>
            <a:ext cx="2328166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51 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81188" y="4701427"/>
            <a:ext cx="2530523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измерено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30936" y="4967111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30936" y="4967111"/>
            <a:ext cx="3155006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прогон тестов 60 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32246" y="4967111"/>
            <a:ext cx="2328166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≈ 20 мин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6717" y="4967111"/>
            <a:ext cx="2328166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≈ 40 мин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81188" y="4967111"/>
            <a:ext cx="2530523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арифметика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30936" y="5232795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30936" y="5232795"/>
            <a:ext cx="3155006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 же, и хуков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два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32246" y="5232795"/>
            <a:ext cx="2328166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≈ 40 мин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6717" y="5232795"/>
            <a:ext cx="2328166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≈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80 мин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81188" y="5232795"/>
            <a:ext cx="2530523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арифметика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5791087"/>
            <a:ext cx="11183112" cy="454152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40664" y="5928247"/>
            <a:ext cx="10707624" cy="1798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00" b="0" i="1">
                <a:solidFill>
                  <a:srgbClr val="6B7685"/>
                </a:solidFill>
                <a:latin typeface="Arial"/>
              </a:rPr>
              <a:t>Верхняя таблица измерена на настоящем проекте. </a:t>
            </a:r>
            <a:r>
              <a:rPr sz="1200" b="1" i="1">
                <a:solidFill>
                  <a:srgbClr val="6B7685"/>
                </a:solidFill>
                <a:latin typeface="Arial"/>
              </a:rPr>
              <a:t>Множитель — число правок за задачу, а не стоимость одного прогона.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Сужать матчер, а не ускорять прогон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4158107"/>
          </a:xfrm>
          <a:prstGeom prst="roundRect">
            <a:avLst>
              <a:gd name="adj" fmla="val 733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111618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48293" y="1437132"/>
            <a:ext cx="185551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ОН РАБОТАЕТ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50110" y="1437132"/>
            <a:ext cx="740673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ПОЧЕМУ ЦЕЛЕВОЙ / ПОЧЕМУ НЕ ЗДЕСЬ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19199"/>
            <a:ext cx="11055096" cy="668464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19199"/>
            <a:ext cx="1116189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① сузить матчер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48293" y="1719199"/>
            <a:ext cx="1855512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целевой, и он первый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50110" y="1719199"/>
            <a:ext cx="7406737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цена одного прогона тут ни при чём: убрать из-под хука 19 правок из 20 дешевле, чем ускорять прогон в двадцать раз. Наш барьер стоит 27 мс за задачу именно потому, что матчер узкий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38766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66928" y="2387663"/>
            <a:ext cx="11055096" cy="836422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387663"/>
            <a:ext cx="1116189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② вынести дорогие проверки на пул-реквест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48293" y="2387663"/>
            <a:ext cx="1855512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целевой, и он второй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50110" y="2387663"/>
            <a:ext cx="7406737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сборка и тесты дешевле один раз за задачу, а не на каждое изменение. Правило: на каждое изменение вешают то, что стоит миллисекунды и не может подождать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322408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3224085"/>
            <a:ext cx="1116189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терпеть — это цена безопасности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48293" y="3224085"/>
            <a:ext cx="1855512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когда цена нарушения заведомо выше любой задержки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50110" y="3224085"/>
            <a:ext cx="7406737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«заведомо» проверяется цифрой, а её никто не смотрел. И потеря невидима: хук становится тормозом раньше, чем это заметят как ошибку — сообщения-то нет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389255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3892550"/>
            <a:ext cx="1116189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выкинуть хуки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48293" y="3892550"/>
            <a:ext cx="1855512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если измерение покажет, что проверка дорогая, а её работу делает другой барьер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50110" y="3892550"/>
            <a:ext cx="7406737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не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раньше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измерения и не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вместо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сужения: выбросив всё, вы выбросите и те 27 миллисекунд, которые работали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800" y="472897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4728972"/>
            <a:ext cx="1116189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увеличить таймаут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48293" y="4728972"/>
            <a:ext cx="1855512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практически нигде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50110" y="4728972"/>
            <a:ext cx="7406737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таймаут не ускоряет ничего: он задаёт, сколько ждать перед тем, как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тихо пропустить</a:t>
            </a:r>
            <a:r>
              <a:rPr sz="1150" b="0" i="0">
                <a:solidFill>
                  <a:srgbClr val="141B2E"/>
                </a:solidFill>
                <a:latin typeface="Arial"/>
              </a:rPr>
              <a:t>. Увеличив его, вы увеличиваете задержку и сохраняете тихий отказ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576951"/>
            <a:ext cx="82296" cy="471169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5704967"/>
            <a:ext cx="10643616" cy="21513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Множитель — число правок за задачу, а не стоимость одного прогона.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Как померить у себя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2014727"/>
          </a:xfrm>
          <a:prstGeom prst="roundRect">
            <a:avLst>
              <a:gd name="adj" fmla="val 15128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5188037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СРЕДСТВО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20141" y="1437132"/>
            <a:ext cx="5336706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ЧТО ДАЁТ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96719"/>
            <a:ext cx="5188037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прогон команды хука под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time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на своей нагрузке </a:t>
            </a:r>
            <a:r>
              <a:rPr sz="1000" b="1" i="0">
                <a:solidFill>
                  <a:srgbClr val="141B2E"/>
                </a:solidFill>
                <a:latin typeface="Arial"/>
              </a:rPr>
              <a:t>× число правок за типичную задачу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20141" y="1696719"/>
            <a:ext cx="5336706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цифру </a:t>
            </a:r>
            <a:r>
              <a:rPr sz="1000" b="1" i="0">
                <a:solidFill>
                  <a:srgbClr val="141B2E"/>
                </a:solidFill>
                <a:latin typeface="Arial"/>
              </a:rPr>
              <a:t>за задачу</a:t>
            </a:r>
            <a:r>
              <a:rPr sz="1000" b="0" i="0">
                <a:solidFill>
                  <a:srgbClr val="141B2E"/>
                </a:solidFill>
                <a:latin typeface="Arial"/>
              </a:rPr>
              <a:t>, а не за вызов — единственную, которая отвечает на вопрос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15341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153412"/>
            <a:ext cx="518803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профилировщик хуков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claudekit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20141" y="2153412"/>
            <a:ext cx="533670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готовый инструмент сторонного автора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46430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464308"/>
            <a:ext cx="518803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Consolas"/>
              </a:rPr>
              <a:t>/hooks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20141" y="2464308"/>
            <a:ext cx="533670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какие хуки вообще стоят и с какими матчерами — </a:t>
            </a:r>
            <a:r>
              <a:rPr sz="1000" b="1" i="0">
                <a:solidFill>
                  <a:srgbClr val="141B2E"/>
                </a:solidFill>
                <a:latin typeface="Arial"/>
              </a:rPr>
              <a:t>начинать надо отсюда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277520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2775203"/>
            <a:ext cx="518803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запуск с записью отладочного файла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20141" y="2775203"/>
            <a:ext cx="533670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сработал ли хук и что он вернул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433572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3561588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Процедура, три шага: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①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посчитать правки за задачу →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②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умножить на цену одного прогона →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③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сравнить с длительностью задачи.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053586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4181602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Порог — доля, а не абсолют.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Одна и та же измеренная цена, 1,3 с на правку × 40 правок =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52 с</a:t>
            </a:r>
            <a:r>
              <a:rPr sz="1150" b="1" i="0">
                <a:solidFill>
                  <a:srgbClr val="141B2E"/>
                </a:solidFill>
                <a:latin typeface="Arial"/>
              </a:rPr>
              <a:t>: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673600"/>
            <a:ext cx="11183112" cy="1426337"/>
          </a:xfrm>
          <a:prstGeom prst="roundRect">
            <a:avLst>
              <a:gd name="adj" fmla="val 2136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4829048"/>
            <a:ext cx="3960818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В ЗАДАЧЕ НА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65490" y="4829048"/>
            <a:ext cx="6618789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52 С СОСТАВЛЯЮТ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5103622"/>
            <a:ext cx="3960818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10 минут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65490" y="5103622"/>
            <a:ext cx="6618789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9 %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— терпимо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58368" y="5383911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58368" y="5383911"/>
            <a:ext cx="3960818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3 минуты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65490" y="5383911"/>
            <a:ext cx="6618789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29 %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— почти треть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58368" y="5664200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58368" y="5664200"/>
            <a:ext cx="3960818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1 минуту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65490" y="5664200"/>
            <a:ext cx="6618789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87 %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— почти столько же, сколько сама задача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Вы измерили свой хук — сессия платит не за него</a:t>
            </a:r>
          </a:p>
        </p:txBody>
      </p:sp>
      <p:pic>
        <p:nvPicPr>
          <p:cNvPr id="4" name="Picture 3" descr="khuki-n32-slo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0338" y="1254252"/>
            <a:ext cx="9508274" cy="206012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478970"/>
            <a:ext cx="82296" cy="62077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606986"/>
            <a:ext cx="10643616" cy="3647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Списки хуков не перекрываются — они объединяются.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Личный хук из ваших домашних настроек и проектный хук на то же событие сработают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оба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264338"/>
            <a:ext cx="11183112" cy="112661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4419786"/>
            <a:ext cx="3454281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ВЫ ИЗМЕРИЛИ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8953" y="4419786"/>
            <a:ext cx="7125326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СВОЙ</a:t>
            </a:r>
            <a:r>
              <a:rPr sz="1050" b="1" i="0">
                <a:solidFill>
                  <a:srgbClr val="6B7685"/>
                </a:solidFill>
                <a:latin typeface="Arial"/>
              </a:rPr>
              <a:t> ХУК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686867"/>
            <a:ext cx="345428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сессия платит за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8953" y="4686867"/>
            <a:ext cx="712532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сумму всех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сработавших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4961187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58368" y="4961187"/>
            <a:ext cx="345428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владелец репозитория видит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8953" y="4961187"/>
            <a:ext cx="712532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только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проектные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— те, что каждый участник завёл себе сам, он не видит вовсе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555547"/>
            <a:ext cx="11183112" cy="739521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5692707"/>
            <a:ext cx="10707624" cy="4652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950" b="1" i="1">
                <a:solidFill>
                  <a:srgbClr val="6B7685"/>
                </a:solidFill>
                <a:latin typeface="Arial"/>
              </a:rPr>
              <a:t>Честный пробел:</a:t>
            </a:r>
            <a:r>
              <a:rPr sz="950" b="0" i="1">
                <a:solidFill>
                  <a:srgbClr val="6B7685"/>
                </a:solidFill>
                <a:latin typeface="Arial"/>
              </a:rPr>
              <a:t> сколько хуков в среднем стоит в реальном проекте и какова суммарная латентность по флоту — </a:t>
            </a:r>
            <a:r>
              <a:rPr sz="950" b="1" i="1">
                <a:solidFill>
                  <a:srgbClr val="6B7685"/>
                </a:solidFill>
                <a:latin typeface="Arial"/>
              </a:rPr>
              <a:t>не измерено никем</a:t>
            </a:r>
            <a:r>
              <a:rPr sz="950" b="0" i="1">
                <a:solidFill>
                  <a:srgbClr val="6B7685"/>
                </a:solidFill>
                <a:latin typeface="Arial"/>
              </a:rPr>
              <a:t>. Контролируемого эксперимента с единым хуком на едином наборе вызовов не существует.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950" b="0" i="1">
                <a:solidFill>
                  <a:srgbClr val="6B7685"/>
                </a:solidFill>
                <a:latin typeface="Arial"/>
              </a:rPr>
              <a:t>Поэтому этот кейс даёт </a:t>
            </a:r>
            <a:r>
              <a:rPr sz="950" b="1" i="1">
                <a:solidFill>
                  <a:srgbClr val="6B7685"/>
                </a:solidFill>
                <a:latin typeface="Arial"/>
              </a:rPr>
              <a:t>арифметику и метод</a:t>
            </a:r>
            <a:r>
              <a:rPr sz="950" b="0" i="1">
                <a:solidFill>
                  <a:srgbClr val="6B7685"/>
                </a:solidFill>
                <a:latin typeface="Arial"/>
              </a:rPr>
              <a:t>, а не эталонное число.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