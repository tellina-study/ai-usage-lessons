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attention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attention weights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attention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attention.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attention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causal-методы — attention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AI-модели,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75564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19456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3774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2918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0632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8862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6575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4805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2519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0749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8463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68046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19456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3774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2644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0632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130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118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36168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1605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103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091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589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578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attention.</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Attention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attention)</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attention)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(через attention)</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domain-эксперта или causal-методы.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920240"/>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240280"/>
            <a:ext cx="1005840" cy="1005840"/>
          </a:xfrm>
          <a:prstGeom prst="rect">
            <a:avLst/>
          </a:prstGeom>
        </p:spPr>
      </p:pic>
      <p:sp>
        <p:nvSpPr>
          <p:cNvPr id="6" name="TextBox 5"/>
          <p:cNvSpPr txBox="1"/>
          <p:nvPr/>
        </p:nvSpPr>
        <p:spPr>
          <a:xfrm>
            <a:off x="1874519" y="219456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83464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429000"/>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близость эмбеддингов + LLM → ответ из вашей базы</a:t>
            </a:r>
          </a:p>
        </p:txBody>
      </p:sp>
      <p:sp>
        <p:nvSpPr>
          <p:cNvPr id="9" name="Rounded Rectangle 8"/>
          <p:cNvSpPr/>
          <p:nvPr/>
        </p:nvSpPr>
        <p:spPr>
          <a:xfrm>
            <a:off x="6190488" y="1920240"/>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19088" y="2240280"/>
            <a:ext cx="1005840" cy="1005840"/>
          </a:xfrm>
          <a:prstGeom prst="rect">
            <a:avLst/>
          </a:prstGeom>
        </p:spPr>
      </p:pic>
      <p:sp>
        <p:nvSpPr>
          <p:cNvPr id="11" name="TextBox 10"/>
          <p:cNvSpPr txBox="1"/>
          <p:nvPr/>
        </p:nvSpPr>
        <p:spPr>
          <a:xfrm>
            <a:off x="7562088" y="219456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62088" y="283464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64807" y="3429000"/>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636008"/>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956048"/>
            <a:ext cx="1005840" cy="1005840"/>
          </a:xfrm>
          <a:prstGeom prst="rect">
            <a:avLst/>
          </a:prstGeom>
        </p:spPr>
      </p:pic>
      <p:sp>
        <p:nvSpPr>
          <p:cNvPr id="16" name="TextBox 15"/>
          <p:cNvSpPr txBox="1"/>
          <p:nvPr/>
        </p:nvSpPr>
        <p:spPr>
          <a:xfrm>
            <a:off x="1874519" y="491032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550408"/>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6144768"/>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90488" y="4636008"/>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19088" y="4956048"/>
            <a:ext cx="1005840" cy="1005840"/>
          </a:xfrm>
          <a:prstGeom prst="rect">
            <a:avLst/>
          </a:prstGeom>
        </p:spPr>
      </p:pic>
      <p:sp>
        <p:nvSpPr>
          <p:cNvPr id="21" name="TextBox 20"/>
          <p:cNvSpPr txBox="1"/>
          <p:nvPr/>
        </p:nvSpPr>
        <p:spPr>
          <a:xfrm>
            <a:off x="7562088" y="491032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62088" y="5550408"/>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64807" y="6144768"/>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