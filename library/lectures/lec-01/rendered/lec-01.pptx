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</a:t>
            </a:r>
          </a:p>
          <a:p>
            <a:r>
              <a:t>в разработке и внедрении информационных систем, больше двадцати лет в ИТ.</a:t>
            </a:r>
          </a:p>
          <a:p>
            <a:r>
              <a:t>За это время под моим руководством было реализовано больше десяти</a:t>
            </a:r>
          </a:p>
          <a:p>
            <a:r>
              <a:t>завершённых проектов — от системного анализа и проектирования архитектуры</a:t>
            </a:r>
          </a:p>
          <a:p>
            <a:r>
              <a:t>до управления данными, автоматизации бизнес-процессов и запуска продуктов.</a:t>
            </a:r>
          </a:p>
          <a:p/>
          <a:p>
            <a:r>
              <a:t>Я работал и как консультант, и как штатный сотрудник — с Яндексом, МТС,</a:t>
            </a:r>
          </a:p>
          <a:p>
            <a:r>
              <a:t>Магнитом, Сибуром. Это разные индустрии — технологии, телеком, ритейл,</a:t>
            </a:r>
          </a:p>
          <a:p>
            <a:r>
              <a:t>нефтехимия — и в каждой AI применялся по-своему, с разным успехом. Именно</a:t>
            </a:r>
          </a:p>
          <a:p>
            <a:r>
              <a:t>поэтому меня интересует не общий разговор про «искусственный интеллект», а</a:t>
            </a:r>
          </a:p>
          <a:p>
            <a:r>
              <a:t>конкретная инженерная граница: где AI реально экономит время и деньги, а</a:t>
            </a:r>
          </a:p>
          <a:p>
            <a:r>
              <a:t>где — красивая демонстрация, которая разваливается в продакшене.</a:t>
            </a:r>
          </a:p>
          <a:p/>
          <a:p>
            <a:r>
              <a:t>Этот курс — попытка дать вам карту, которой у меня самого не было, когда я</a:t>
            </a:r>
          </a:p>
          <a:p>
            <a:r>
              <a:t>только начинал разбираться с этими инструментами в реальных проектах. Мы</a:t>
            </a:r>
          </a:p>
          <a:p>
            <a:r>
              <a:t>будем разбирать конкретные инженерные решения, а не общие декларации, и</a:t>
            </a:r>
          </a:p>
          <a:p>
            <a:r>
              <a:t>границам — там, где AI ломается, — будет уделено столько же внимания,</a:t>
            </a:r>
          </a:p>
          <a:p>
            <a:r>
              <a:t>сколько успешным кейсам.</a:t>
            </a:r>
          </a:p>
          <a:p/>
          <a:p>
            <a:r>
              <a:t>Если в течение курса возникнут вопросы вне формата лекции — пишите в</a:t>
            </a:r>
          </a:p>
          <a:p>
            <a:r>
              <a:t>Telegram (@Maxim_Levko) или на почту (Levko.maxim@gmail.com). Чем раньше</a:t>
            </a:r>
          </a:p>
          <a:p>
            <a:r>
              <a:t>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846320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11887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11887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