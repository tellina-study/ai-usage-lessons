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5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59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204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826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0" y="1673351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97480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74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5079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27448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58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162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164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166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20240" y="3186684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20240" y="3863340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4539996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5216652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89330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1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75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75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11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753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753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53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53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753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755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755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755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755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755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757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757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122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757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122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757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122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757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122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75904" y="2715768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759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759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75904" y="5422392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76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12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76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12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6104" y="4069080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76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12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76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12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интегрирует API,
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33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Диалог, уточнения
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Делегирование целиком,
оркестратор решает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
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
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агент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Галлюцинации: AI уверенно генерирует несуществующие DOI.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 один из 4 спикеров не занимает нейтрально-научной позиции.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
(30 часов,
вкл. подготовку)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1460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217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