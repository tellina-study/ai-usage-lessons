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За 75 минут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 Планирование — построить последовательность действий для достижения цели: маршрут, расписание.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Код — частный случай текста, но с особенностями.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77639"/>
            <a:ext cx="502920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16052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10% доходят 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1295C"/>
                </a:solidFill>
                <a:latin typeface="Arial"/>
              </a:rPr>
              <a:t>Введение —
AI вокруг нас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5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59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204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6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208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826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pic>
        <p:nvPicPr>
          <p:cNvPr id="14" name="Picture 13" descr="lucide-list-checks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8460" y="1673351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21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Планиров.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97480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74136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5079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27448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04104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58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162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164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166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20240" y="3186684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20240" y="3863340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20240" y="4539996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20240" y="5216652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89330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75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11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75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1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75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11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75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11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CodeBERT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753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753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53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118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753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753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Snyk, Sonar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755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755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755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755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755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Copilot search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757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122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757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122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757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122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757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122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757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122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Cursor, Claude Code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75904" y="2715768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759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759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759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124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75904" y="5422392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76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012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ReAct, AutoGPT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76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12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visual nav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76104" y="4069080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76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12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scheduling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76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12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Devin, OpenClaw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64207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223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1" y="465063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Сам интегрирует API,
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3380" y="400050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Диалог, уточнения
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916936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Делегирование целиком,
оркестратор решает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
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
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
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
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32461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027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068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188720" y="3977640"/>
            <a:ext cx="1007668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685032"/>
            <a:ext cx="8915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wn Arrow 27"/>
          <p:cNvSpPr/>
          <p:nvPr/>
        </p:nvSpPr>
        <p:spPr>
          <a:xfrm>
            <a:off x="10218420" y="1810511"/>
            <a:ext cx="182880" cy="594360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 на каждом шаге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пара, ролями перетекая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+ план + правки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агент действует, gate на узлах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полная автономия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по согласию, 5 лет хранение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 проверка людьми, 3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без обучения на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нулевое хранение данных 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без обучения на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4924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534924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44068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85216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617220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Галлюцинации: AI уверенно генерирует несуществующие DOI.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Ни один из 4 спикеров не занимает нейтрально-научной позиции.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
(30 часов,
вкл. подготовку)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1460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62179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контакты лектора — заполняется перед лекцией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