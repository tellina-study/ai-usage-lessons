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</a:t>
            </a:r>
          </a:p>
          <a:p>
            <a:r>
              <a:t>в разработке и внедрении информационных систем, больше двадцати лет в ИТ.</a:t>
            </a:r>
          </a:p>
          <a:p>
            <a:r>
              <a:t>За это время под моим руководством было реализовано больше десяти</a:t>
            </a:r>
          </a:p>
          <a:p>
            <a:r>
              <a:t>завершённых проектов — от системного анализа и проектирования архитектуры</a:t>
            </a:r>
          </a:p>
          <a:p>
            <a:r>
              <a:t>до управления данными, автоматизации бизнес-процессов и запуска продуктов.</a:t>
            </a:r>
          </a:p>
          <a:p/>
          <a:p>
            <a:r>
              <a:t>Я работал и как консультант, и как штатный сотрудник — с Яндексом, МТС,</a:t>
            </a:r>
          </a:p>
          <a:p>
            <a:r>
              <a:t>Магнитом, Сибуром. Это разные индустрии — технологии, телеком, ритейл,</a:t>
            </a:r>
          </a:p>
          <a:p>
            <a:r>
              <a:t>нефтехимия — и в каждой AI применялся по-своему, с разным успехом. Именно</a:t>
            </a:r>
          </a:p>
          <a:p>
            <a:r>
              <a:t>поэтому меня интересует не общий разговор про «искусственный интеллект», а</a:t>
            </a:r>
          </a:p>
          <a:p>
            <a:r>
              <a:t>конкретная инженерная граница: где AI реально экономит время и деньги, а</a:t>
            </a:r>
          </a:p>
          <a:p>
            <a:r>
              <a:t>где — красивая демонстрация, которая разваливается в продакшене.</a:t>
            </a:r>
          </a:p>
          <a:p/>
          <a:p>
            <a:r>
              <a:t>Этот курс — попытка дать вам карту, которой у меня самого не было, когда я</a:t>
            </a:r>
          </a:p>
          <a:p>
            <a:r>
              <a:t>только начинал разбираться с этими инструментами в реальных проектах. Мы</a:t>
            </a:r>
          </a:p>
          <a:p>
            <a:r>
              <a:t>будем разбирать конкретные инженерные решения, а не общие декларации, и</a:t>
            </a:r>
          </a:p>
          <a:p>
            <a:r>
              <a:t>границам — там, где AI ломается, — будет уделено столько же внимания,</a:t>
            </a:r>
          </a:p>
          <a:p>
            <a:r>
              <a:t>сколько успешным кейсам.</a:t>
            </a:r>
          </a:p>
          <a:p/>
          <a:p>
            <a:r>
              <a:t>Если в течение курса возникнут вопросы вне формата лекции — пишите в</a:t>
            </a:r>
          </a:p>
          <a:p>
            <a:r>
              <a:t>Telegram (@Maxim_Levko) или на почту (Levko.maxim@gmail.com). Чем раньше</a:t>
            </a:r>
          </a:p>
          <a:p>
            <a:r>
              <a:t>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В ячейке «Поиск × Структурированные данные» стоит vector DB — база данных для поиска по смысловой похожести, подробнее разберём на слайде про агента.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 Тема — ваша зона ответственности, а не отдельный вопрос для специалистов по AI safety: вы уже приняли решение встроить AI, и отвечать за инцидент — утечку данных, неправильное решение по клиенту, ошибочный автоматический вердикт — будете вы и ваша команда, а не «модель».</a:t>
            </a:r>
          </a:p>
          <a:p/>
          <a:p>
            <a:r>
              <a:t>К тому же AI ошибается системно и предсказуемо: bias, галлюцинации, sycophancy, distribution shift повторяются от системы к системе, это не случайные баги, а свойства технологии. И, наконец, граница «что AI не умеет» — тоже ваша зона ответственности: за её пределами нужны человеческое решение, верификация, запасной сценарий, и без понимания этой границы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33333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33333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33333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756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704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8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6523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336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889503"/>
            <a:ext cx="805586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ресурсы уходят, когда обещания не сбываются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470404" y="5138927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608990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616305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кадра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прогноз видео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Инференс: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0436" y="4187952"/>
            <a:ext cx="9829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846320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11887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11887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3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35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