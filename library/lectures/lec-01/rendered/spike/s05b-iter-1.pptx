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41E3C"/>
                </a:solidFill>
              </a:rPr>
              <a:t>Главный вопрос курса — не «можно ли AI?», а «НУЖНО ли и ГДЕ?»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C81E1E"/>
                </a:solidFill>
              </a:rPr>
              <a:t>Как инженеру ИУ6 попасть в оставшиеся 10%?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505050"/>
                </a:solidFill>
              </a:rPr>
              <a:t>Через 3 года ~80% инженерных проектов будут иметь AI-компоненту (Gartner 2025). В РФ 90% AI-пилотов откатываются — только 5–10% доходят до продакшена (АНО ЦЭ 2025).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