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7863840" cy="2286000"/>
          </a:xfrm>
          <a:prstGeom prst="rect">
            <a:avLst/>
          </a:prstGeom>
          <a:solidFill>
            <a:srgbClr val="FCF5F0"/>
          </a:solidFill>
          <a:ln>
            <a:solidFill>
              <a:srgbClr val="FC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9728" cy="228600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498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</a:rPr>
              <a:t>Через 3 года ~80% инженерных проектов будут иметь AI-компоненту (Gartner 2025).      В РФ 90% AI-пилотов откатываются — только 5–10%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