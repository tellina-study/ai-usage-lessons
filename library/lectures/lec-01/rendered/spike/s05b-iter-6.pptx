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41E3C"/>
                </a:solidFill>
              </a:rPr>
              <a:t>Главный вопрос курса — не «можно ли AI?», а «НУЖНО ли и ГДЕ?»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1554480"/>
            <a:ext cx="2743200" cy="45720"/>
          </a:xfrm>
          <a:prstGeom prst="rect">
            <a:avLst/>
          </a:prstGeom>
          <a:solidFill>
            <a:srgbClr val="C81E1E"/>
          </a:solidFill>
          <a:ln>
            <a:solidFill>
              <a:srgbClr val="C8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2468880"/>
            <a:ext cx="8595360" cy="1828800"/>
          </a:xfrm>
          <a:prstGeom prst="rect">
            <a:avLst/>
          </a:prstGeom>
          <a:solidFill>
            <a:srgbClr val="FCF5F0"/>
          </a:solidFill>
          <a:ln>
            <a:solidFill>
              <a:srgbClr val="FCF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2468880"/>
            <a:ext cx="109728" cy="1828800"/>
          </a:xfrm>
          <a:prstGeom prst="rect">
            <a:avLst/>
          </a:prstGeom>
          <a:solidFill>
            <a:srgbClr val="C81E1E"/>
          </a:solidFill>
          <a:ln>
            <a:solidFill>
              <a:srgbClr val="C8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8229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C81E1E"/>
                </a:solidFill>
              </a:rPr>
              <a:t>Как инженеру ИУ6 попасть в оставшиеся 10%?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377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505050"/>
                </a:solidFill>
              </a:rPr>
              <a:t>Через 3 года ~80% инженерных проектов будут иметь AI-компоненту (Gartner 2025). В РФ 90% AI-пилотов откатываются — только 5–10% доходят до продакшена (АНО ЦЭ 2025).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