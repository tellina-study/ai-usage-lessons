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141E3C"/>
                </a:solidFill>
              </a:rPr>
              <a:t>Главный вопрос курса — не «можно ли AI?», а «НУЖНО ли и ГДЕ?»</a:t>
            </a:r>
          </a:p>
        </p:txBody>
      </p:sp>
      <p:sp>
        <p:nvSpPr>
          <p:cNvPr id="3" name="Rectangle 2"/>
          <p:cNvSpPr/>
          <p:nvPr/>
        </p:nvSpPr>
        <p:spPr>
          <a:xfrm>
            <a:off x="3200400" y="1508760"/>
            <a:ext cx="2743200" cy="45720"/>
          </a:xfrm>
          <a:prstGeom prst="rect">
            <a:avLst/>
          </a:prstGeom>
          <a:solidFill>
            <a:srgbClr val="C81E1E"/>
          </a:solidFill>
          <a:ln>
            <a:solidFill>
              <a:srgbClr val="C81E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2194560"/>
            <a:ext cx="85953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C81E1E"/>
                </a:solidFill>
              </a:rPr>
              <a:t>Как инженеру ИУ6 попасть в оставшиеся 10%?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5029200"/>
            <a:ext cx="6400800" cy="18288"/>
          </a:xfrm>
          <a:prstGeom prst="rect">
            <a:avLst/>
          </a:prstGeom>
          <a:solidFill>
            <a:srgbClr val="C8C8C8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5212080"/>
            <a:ext cx="8229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>
                <a:solidFill>
                  <a:srgbClr val="505050"/>
                </a:solidFill>
              </a:rPr>
              <a:t>Через 3 года ~80% инженерных проектов будут иметь AI-компоненту (Gartner 2025).</a:t>
            </a:r>
          </a:p>
          <a:p>
            <a:pPr algn="ctr"/>
            <a:r>
              <a:rPr sz="1400">
                <a:solidFill>
                  <a:srgbClr val="505050"/>
                </a:solidFill>
              </a:rPr>
              <a:t>В РФ 90% AI-пилотов откатываются — только 5–10% доходят до продакшена (АНО ЦЭ 2025).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