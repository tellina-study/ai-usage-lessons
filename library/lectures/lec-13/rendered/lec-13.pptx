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slides/s01-hook-three-pictures.md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slides/s02-cover.md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slides/s03-lecture-map.md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slides/s04-glossary.md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slides/s05-keystone-environment-ladder.md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slides/s07-symbotic-walmart.md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slides/s08-amazon-robotics.md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slides/s09-amr-locus-greyorange.md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slides/s10-port-automation.md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slides/s11-rail-konux-limits.md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slides/s12-discrete-failure-matrix.md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slides/s14-aurora-dallas-houston.md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slides/s15-mobileye-kamaz.md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slides/s16-ups-orion-fundamental.md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slides/s17-av-bankruptcy-timeline.md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slides/s18-cumulative-20b-burned.md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slides/s19-survivor-consolidation.md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slides/s20-trucker-shortage-false-framing.md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slides/s21-highway-failure-matrix.md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slides/s22-starsky-sim-to-real.md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slides/s24-waymo-survivor.md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slides/s25-china-robotaxi.md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slides/s26-pony-ai-unit-economics.md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slides/s27-tesla-robotaxi-austin.md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slides/s28-последняя миля-deliveries.md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slides/s29-cruise-centerpiece.md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slides/s30-uber-tempe-2018.md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slides/s31-tesla-autopilot-nhtsa.md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slides/s32-городской-провал-matrix.md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slides/s34-houthi-red-sea.md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slides/s35-suez-ever-given.md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slides/s36-covid-supply-chain.md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slides/s37-trucker-shortage-structural.md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slides/s38-decision-framework.md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slides/s39-alternative-toolkit.md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slides/s40-qa-vendor-questions.md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slides/s41-closing-hero-noc-bridge.md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457200"/>
            <a:ext cx="6095999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548640"/>
            <a:ext cx="347472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Три картинки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рядом —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и 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мост к Лекции 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ROI 2-4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единица прибыль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городской US заблокировано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торговля)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Роботics,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Роботics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pic>
        <p:nvPicPr>
          <p:cNvPr id="10" name="Picture 9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Роботics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гэп.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обучение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«симуляция-к-реальности has very реальный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Роботics,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конец of Starsky Роботics»,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На до получения выручки масштаб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симуляция-к-реальности имеет реальные пределы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публичный дороги.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Большие контракт'ы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На до получения выручки масштаб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симуляция-к-реальности имеет реальные пределы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публичный дороги.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Большие контракт'ы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First-wave casualty с honest first-person разбор полётов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самоуправление car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Роботics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планирование расписаний)?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запас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 (рег.),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разбивает нагрузку на категории + правильный инструмент на каждую.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вопросами вендору (слайд s40)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вопросов вендору на завтра —
практический инструмент для кармана.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59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" y="466344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59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466344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60" y="61264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6035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72084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5-критерийную рамку слайда s38 · окупаемость лекции 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Мост к Лекции 14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те же 5 вопросов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