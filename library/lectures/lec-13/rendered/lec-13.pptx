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slides/s01-hook-three-pictures.md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slides/s02-cover.md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slides/s03-lecture-map.md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slides/s04-glossary.md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slides/s05-keystone-environment-ladder.md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slides/s07-symbotic-walmart.md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slides/s08-amazon-robotics.md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slides/s09-amr-locus-greyorange.md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slides/s10-port-automation.md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slides/s11-rail-konux-limits.md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slides/s12-discrete-failure-matrix.md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slides/s14-aurora-dallas-houston.md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slides/s15-mobileye-kamaz.md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slides/s16-ups-orion-fundamental.md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slides/s17-av-bankruptcy-timeline.md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slides/s18-cumulative-20b-burned.md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slides/s19-survivor-consolidation.md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slides/s20-trucker-shortage-false-framing.md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slides/s21-highway-failure-matrix.md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slides/s22-starsky-sim-to-real.md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slides/s24-waymo-survivor.md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slides/s25-china-robotaxi.md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slides/s26-pony-ai-unit-economics.md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slides/s27-tesla-robotaxi-austin.md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slides/s28-last-mile-deliveries.md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slides/s29-cruise-centerpiece.md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slides/s30-uber-tempe-2018.md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slides/s31-tesla-autopilot-nhtsa.md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slides/s32-urban-failure-matrix.md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slides/s34-houthi-red-sea.md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slides/s35-suez-ever-given.md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slides/s36-covid-supply-chain.md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slides/s37-trucker-shortage-structural.md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slides/s38-decision-framework.md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slides/s39-alternative-toolkit.md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slides/s40-qa-vendor-questions.md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slides/s41-closing-hero-noc-bridge.md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waymo-jaguar-sf-dll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457200"/>
            <a:ext cx="6095999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0749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Waymo Jaguar I-Pace в Сан-Франциско · 2023 · Wikimedia Commons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548640"/>
            <a:ext cx="347472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Три картинки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рядом —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и один вопрос</a:t>
            </a:r>
          </a:p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Декабрь 2024 · Cruise: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10 миллиардов → 0</a:t>
            </a:r>
          </a:p>
          <a:p>
            <a:pPr algn="l">
              <a:lnSpc>
                <a:spcPct val="11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Март 2026 · Waymo: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500 000 поездок/неделю</a:t>
            </a:r>
          </a:p>
          <a:p>
            <a:pPr algn="l">
              <a:lnSpc>
                <a:spcPct val="11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Февраль 2026 · Tesla: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14 ДТП за 8 мес.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48640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2356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Дело не в технологии — дело в среде, в которой система разворачивалась, и в дисциплине ODD.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0" b="1" i="0">
                <a:solidFill>
                  <a:srgbClr val="D9E2EC"/>
                </a:solidFill>
                <a:latin typeface="Arial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371600"/>
            <a:ext cx="75895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Лекция 13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AI в логистике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и транспорте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02336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C7293"/>
                </a:solidFill>
                <a:latin typeface="Arial"/>
              </a:rPr>
              <a:t>Модуль 3 · 75 минут + Q&amp;A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C7293"/>
                </a:solidFill>
                <a:latin typeface="Arial"/>
              </a:rPr>
              <a:t>Студенты-инженеры 3 курса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5029200"/>
            <a:ext cx="758952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516636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Цели лекции: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LO1 — пять уровней лестницы среды · LO2 — критически оценить вендора AV/AI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LO7 — регуляторный ландшафт + критерии «AI не работает» + альтернативы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Курс «Применение AI в инженерии»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Маршрут лекции — пять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150876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508760"/>
            <a:ext cx="1207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Контролируемое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6 слайдов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1938528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Склад · порт · рельсы · границы уровня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98648" y="150876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1508760"/>
            <a:ext cx="1207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228600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10 слайдов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697480"/>
            <a:ext cx="1938528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Aurora · Mobileye · КамАЗ · UPS ORION · банкротства AV-грузоперевозки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57216" y="1508760"/>
            <a:ext cx="640080" cy="64008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736" y="1508760"/>
            <a:ext cx="1207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Город+миля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28600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10 слайдов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2697480"/>
            <a:ext cx="1938528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Waymo · Apollo Go · Pony.ai · Tesla · Cruise · Uber · Tesla NHTSA · Starship · Zipline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2903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415783" y="1508760"/>
            <a:ext cx="640080" cy="64008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15783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1508760"/>
            <a:ext cx="1207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Чрезвыч.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5783" y="228600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7 слайдов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5783" y="2697480"/>
            <a:ext cx="1938528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Хуситы · Suez · COVID · trucker дефицит · 5 критериев · альтернативы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91472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74351" y="1508760"/>
            <a:ext cx="640080" cy="6400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74351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1508760"/>
            <a:ext cx="1207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Замыкание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1" y="228600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2 слайда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74351" y="2697480"/>
            <a:ext cx="1938528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Q&amp;A · мост к Лекции 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Спуск по лестнице среды: от контролируемая к чёрному лебедю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Десять аббревиатур, без которых дальше не пройти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Глоссарий must-know — расшифровка + роль в лекции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SAE J3016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Society of Automotive Engineers. Стандарт уровней автомобильной автономии L0-L5.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ODD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Operational Design Domain — область штатной эксплуатации. Главная инженерная дисциплина.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832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Autonomous Vehicle — автономный автомобиль. Зонтичный термин.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976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AMR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09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Autonomous Mobile Robot — автономный мобильный робот, чаще всего складской.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2120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HD-map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235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High-Definition map — детальная карта с точностью ~10 см.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5544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645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965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Operations Research — операционные исследования. НЕ AI. Канонические инструменты — Gurobi, CPLEX, OR-Tools.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4688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560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TSP / VRP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8803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Travelling Salesman / Vehicle Routing Problem. UPS ORION экономит ~$300M/год через 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832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74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EOQ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Economic Order Quantity (Harris 1913). Формула трёх параметров; для большой доли SKU не хуже ML.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2976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4389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709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NHTSA Standing General Order on Crash Reporting. База Tesla/Waymo/Cruise смертельный случай numbers.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2120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5303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HITL/HOOL/HOTL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56235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Human In/On/Off-The-Loop. Три уровня участия человека (Лекция 9).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Глоссарий — если хоть три термина незнакомы, зафиксируйте сейчас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Лестница среды: главный предиктор успеха AI в логистике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Пять уровней — от контролируемого склада к чёрному лебедю. Каждый раздел = мотивированный шаг по этой оси.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97864" y="1691639"/>
            <a:ext cx="731520" cy="7315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7864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Контролируемое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Symbotic+Walmart 400 APD
Amazon 1M+ роботов
KONUX железная дорога PdM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ROI 2-4 года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5768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6432" y="1691639"/>
            <a:ext cx="731520" cy="7315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7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Aurora Dallas-Houston
Mobileye L3 eyes-off
КамАЗ М-11 «Нева»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7208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2927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$20B+ сожжено невыжившие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336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14999" y="1691639"/>
            <a:ext cx="731520" cy="7315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4999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Urban robotaxi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Waymo 500K/неделю
Apollo Go 22 города
Pony.ai единица прибыль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5775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11496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Cruise: $10B →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2903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73567" y="1691639"/>
            <a:ext cx="731520" cy="7315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73567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4344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Последняя миля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0063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Starship 9M+ кампусы
Zipline 100M миль Africa
Nuro разворот 2024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24344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0063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Дроны городской US заблокировано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91472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32136" y="1691639"/>
            <a:ext cx="731520" cy="7315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32136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Чёрный лебедь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8632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Хуситы 2024 (-90%)
Suez 2021 (12% торговля)
COVID 2020 обвал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82911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AI не работает — нужен человек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85216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Среда определяет AI. Выжившие уважают среду + остаются в узкий ODD + не переобещание.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Контролируемое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Склад: Symbotic+Walmart, Amazon Robotics, AMR (Locus / GreyOrange / Geek+)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Порт: ABB, Konecranes, ZPMC — и ILA-страйки 2024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Железная дорога: KONUX + Deutsche Bahn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Границы уровня 1: humanoid хайп, безлюдный миф, капитал интенсивность, распределение сдвиг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Symbotic + Walmart: 400 APD-центров,
более 5 миллиардов портфель заказов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7-symbotic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37460"/>
            <a:ext cx="4663440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Symbotic · Wikimedia Commons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737360"/>
            <a:ext cx="59436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0" y="1874519"/>
            <a:ext cx="55778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400 APD-центров — Walmart обязался развернуть Symbotic (январь 2025)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Более 5 миллиардов долларов портфель заказов — экстраординарный сигнал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(4× годовой выручки вперёд)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$618 миллионов — выручка Symbotic Q4 FY2025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Symbotic делает технически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Palletization · depalletization · отбор · sorting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Комбинация классических роботов + мобильных платформ + CV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ML для распознавания SKU, core control — детерминированные правила + WMS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Failure mode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Капитальная интенсивность — десятки миллионов на APD-центр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Малые ритейлеры не могут позволить · OEM привязка к вендору риск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Уровень 1 лестницы среды · самая контролируемая среда логистики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Amazon: более 1 миллиона роботов в фулфилменте.
Sparrow → Vulcan: путь от vision-only к тактильному.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5029200" cy="393192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4290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[missing: s08-amazon-warehouse-robot-2020.JPG]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Amazon склад робот · 2020 · Wikimedia · CC-BY-SA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737360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1828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Sparrow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194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2514600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Bin-picking манипулятор. Vision + глубина. Ограничения: текстиль, прозрачная упаковка.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1737360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3960" y="1828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Sequoia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194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514600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Контейнерное хранение. Mechatronics + WMS-логика, не «AI» в строгом смысле.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3749039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38404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Proteus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4206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4526279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полностью автономный AMR в фулфилменте. SLAM в условиях движущихся людей.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3749039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38404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Vulcan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4206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2024-25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4526279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+ тактильная чувствительность. Ответ на ограничения Sparrow (текстиль, зеркала).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585216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Vision-стек не универсален. Multi-modal сенсор — урок 3 лет.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 1000 раз больше, чем у Aurora · в 300 раз больше, чем у Waymo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AMR-стек: Locus 5 миллиардов pick-ов.
Но AMR — не готовый к работе, и worker нагрузка отпор реален.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5029200" cy="393192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4290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[missing: s09-item-picking-robot.png]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Item Picking Robot · Wikimedia · CC-BY-SA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7373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0" y="18288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Locus Robotics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1945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Collaborative отбор. 5+ миллиардов pick-операций, 350+ развёртываний.
FedEx · GXO · DHL.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31089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32004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GreyOrange Butler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5661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Goods-to-person. Рак-полка движется к человеку. Плотность хранения растёт ×1,5-2.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44805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45720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Geek+ (Китай)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9377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Лидер по объёмам в Азии. Hybrid collaborative + goods-to-person. Расширение в Европу.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585216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58978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Worker нагрузка отпор: 50-100 pick/час → 200-250. Toyota Jidoka — augment, не заменить.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AMR не готовый к работе · развёртывание 3-9 месяцев · перепланировка склада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Maasvlakte II · Long Beach LBCT · Yangshan — автоматизированы.
ILA-страйки 2024: технология упирается в трудовую политику.</a:t>
            </a:r>
          </a:p>
        </p:txBody>
      </p:sp>
      <p:pic>
        <p:nvPicPr>
          <p:cNvPr id="3" name="Picture 2" descr="s10b-long-beach-term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" y="1737360"/>
            <a:ext cx="5242559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Terminal Island, Long Beach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4864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Главные поставщики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ABB · STS краны semi-automated (Швейцария)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Konecranes · автоматизированный контейнер обработка (Финляндия)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ZPMC · ~70% мирового рынка STS-кранов (Шанхай)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НЕ автоматизировано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Quay краны — финальное позиционирование = человек/remote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Lashing (закрепление контейнеров) — ручная работа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Inspection · таможня — диспетчеры-люди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ILA-страйки октябрь 2024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~85 000 работников · до $5 миллиардов/день ущерба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US East+Gulf Coast — $75-100 миллиардов грузопоток/год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Урок: технология сталкивается с трудовой политика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Maasvlakte II Rotterdam · LBCT Long Beach · Yangshan Shanghai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KONUX + Deutsche Bahn: PdM стрелок зрело.
Humanoid и безлюдный склад — пока миф.</a:t>
            </a:r>
          </a:p>
        </p:txBody>
      </p:sp>
      <p:pic>
        <p:nvPicPr>
          <p:cNvPr id="3" name="Picture 2" descr="s11-deutsche-bahn-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1737360"/>
            <a:ext cx="2804160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8862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Deutsche Bahn ICE Testfahrt · Wikimedia · CC-BY-SA</a:t>
            </a:r>
          </a:p>
        </p:txBody>
      </p:sp>
      <p:pic>
        <p:nvPicPr>
          <p:cNvPr id="5" name="Picture 4" descr="s11b-rail-swi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2744" y="4206240"/>
            <a:ext cx="2878111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Railway стрелка lever · Wikimedia · CC-BY-SA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288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Humanoid хайп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19456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Optimus / Figure 02 / UBTech — на 2026 в research/pilot. Контрфактив: Amazon Sparrow $50-150K vs гуманоид $100-300K.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320040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329184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Капитальная интенсивность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65760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Один APD-центр Symbotic — десятки миллионов. ZPMC-кран — $10M+. Maasvlakte II — €2 миллиарда. Доступно только крупным.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466344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4754879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Lights-out склад миф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512064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Работает только в узких категориях (автозапчасти, банковский архив). Broad SKU с миллионами артикулов — пока нет.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Педагогически: тот же пилот чистилище как в Лекции 11 — adoption ограничен бюрократией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границы уровня 1: капитал интенсивность, OEM привязка к вендору,
lights-out миф, сезонный распределение сдвиг.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554480"/>
            <a:ext cx="30175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28346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Граница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1554480"/>
            <a:ext cx="41148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16002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Симптом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554480"/>
            <a:ext cx="402336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600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Капитальная интенсивность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057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130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APD-центр Symbotic — десятки $M. ZPMC-кран — $10M+. Maasvlakte II — €2 миллиарда. Малые не могут.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057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2130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Ориентир для малого 3PL — конвейеры + штрих-код + ML-маршрутизация через SaaS (project44, FourKites).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00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OEM привязка к вендору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200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3273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Walmart инвестирует миллиарды в Symbotic — стрелка на Knapp/Vanderlande/KION займёт годы и major re-investment.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200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3273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long-term contract: выход strategy? proprietary vs стандартизированные компоненты? стоимость migration через 10 лет?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343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416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Lights-out склад миф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4343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4416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Работает только в узких категориях. Broad SKU с миллионами артикулов — долгий хвост краевые случаи (текстиль, returns).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4343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4416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Спросить: «Какой % SKU без вмешательства человека?» Если 99% — попросить логи и список 1% краевые случаи.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86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559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Сезонный распределение сдвиг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66160" y="5486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03320" y="5559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Black Friday / Christmas / Halloween — каталог наполняется новыми категориями. Sparrow vision-классификатор ошибается чаще.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5486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5559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Спросить: error rate на пиках vs обычное время? как часто переобучается? кто оплачивает retraining cost?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Чек-лист «что спросить» при оценке любого решения уровня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Aurora Innovation: первая беспилотный коммерческий US (май 2025)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Mobileye Chauffeur L3 + КамАЗ-54901 М-11 «Нева»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UPS ORION: операционные исследования, не RL (canonical anti-hype)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AV-bankruptcy хронология: Argo / Embark / TuSimple / Waymo Via / Starsky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Cumulative &gt;$20 миллиардов сожжено на невыжившие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Выживший консолидация 10:1 — Waymo, Aurora, Mobileye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Aurora Innovation: 1 мая 2025 — первая в США
коммерческая беспилотная грузоперевозка.</a:t>
            </a:r>
          </a:p>
        </p:txBody>
      </p:sp>
      <p:pic>
        <p:nvPicPr>
          <p:cNvPr id="3" name="Picture 2" descr="s14-aurora-driverless-pr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50554"/>
            <a:ext cx="5943600" cy="31055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Aurora Driver Class-8 грузовик · Aurora press, май 2025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 мая 2025 — старт беспилотный коммерческий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Маршрут Даллас-Хьюстон · ~240 миль I-45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~10 машин к концу 2025 · 100 план 2027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Платформа PACCAR Peterbilt + Aurora Driver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Crawl-walk-run подход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Crawl 2018-2024: безопасность operator, многолетние тесты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Walk 2023-2024: Dallas-Houston с operator на отдельных рейсах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Run май 2025: беспилотный коммерческий единичный маршрут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Цитата Chris Urmson (CEO)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«Новая эра грузоперевозок» — не «replacing X% drivers»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выживания: crawl-walk-run · узкий ODD · не переобещание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Mobileye Chauffeur L3 eyes-off + КамАЗ-54901 М-11:
две модели на полуструктурированной магистрали.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66928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Mobileye Chauffeur</a:t>
            </a:r>
          </a:p>
        </p:txBody>
      </p:sp>
      <p:pic>
        <p:nvPicPr>
          <p:cNvPr id="5" name="Picture 4" descr="s15c-mobileye-zeekr-ia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377440"/>
            <a:ext cx="3154679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262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Mobileye Zeekr · IAA Summit 2023, Munich · Wikimedia · CC-BY-SA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~300K SuperVision к 2025, цель 1,2M к 2026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Camera-first ADAS без дорогого LiDAR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L3 eyes-off на Polestar 4, Audi Q6, VW Touareg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4864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КамАЗ-54901 + Cognitive Pilot</a:t>
            </a:r>
          </a:p>
        </p:txBody>
      </p:sp>
      <p:pic>
        <p:nvPicPr>
          <p:cNvPr id="10" name="Picture 9" descr="s15b-kamaz-tru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120" y="2377440"/>
            <a:ext cx="3738879" cy="2103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92240" y="45262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КамАЗ · Wikimedia Commons · CC-BY-SA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8463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67 единиц на М-11 «Нева» (2024), 10 в коммерческий cargo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План 100 единиц на 2025 + М-12 + ЦКАД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рамках ЭПР (экспериментального правового режима)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Разные бизнес-модели · потребительская L3 vs коммерческий L4 на dedicated магистрали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UPS ORION: 100M миль/год, $300-400M savings/год.
Это операционные исследования, не глубокое обучение, не RL.</a:t>
            </a:r>
          </a:p>
        </p:txBody>
      </p:sp>
      <p:pic>
        <p:nvPicPr>
          <p:cNvPr id="3" name="Picture 2" descr="s16-ups-delivery-tru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737360"/>
            <a:ext cx="36576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Typical UPS доставка грузовик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0292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$300-400 миллионов/год</a:t>
            </a:r>
          </a:p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savings для UPS через OR + эвристики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Парк ~125 000 машин · 100 миллионов миль/год экономии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5778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под капотом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Operations Research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ILP + эвристики + Vehicle Routing Problem (VRP)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НЕ глубокое обучение · НЕ RL · НЕ GenAI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Используемые инструменты: Gurobi, CPLEX, OR-Tools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Алгоритмы датируются 1950-60-ми (теория графов, branch-and-bound)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Когда задавать поставщику вопросы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Какие сравнения с OR-baseline (Gurobi / OR-Tools)?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Если нет — red флаг.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Какой VRP-solver? «end-to-end deep learning» → объяснимость?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Stationary спрос или нет? Если да — EOQ может быть достаточным.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Педагогически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UPS ORION = canonical anti-hype example. Простая задача — OR лучше 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FedEx, Maersk, ZIM, CMA CGM используют specialized OR-solvers для своих задач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AV-грузоперевозки bankruptcy хронология 2020-2024:
пять компаний на одной линии, серия катастроф.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657600"/>
            <a:ext cx="10332720" cy="457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10512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Март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Starsky
Robotics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~$200M
сожжено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Первая волна
sim-to-real эссе</a:t>
            </a:r>
          </a:p>
        </p:txBody>
      </p:sp>
      <p:sp>
        <p:nvSpPr>
          <p:cNvPr id="10" name="Oval 9"/>
          <p:cNvSpPr/>
          <p:nvPr/>
        </p:nvSpPr>
        <p:spPr>
          <a:xfrm>
            <a:off x="3877056" y="3566160"/>
            <a:ext cx="274320" cy="2743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72384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8104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Окт 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8104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$7B
сожжено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Ford+VW pull funding
$2,7B impairment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0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38928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4648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Март 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Embark
Trucks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4648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$5,16B target
cap, 16 мес.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От SPAC IPO
до банкротства</a:t>
            </a:r>
          </a:p>
        </p:txBody>
      </p:sp>
      <p:sp>
        <p:nvSpPr>
          <p:cNvPr id="22" name="Oval 21"/>
          <p:cNvSpPr/>
          <p:nvPr/>
        </p:nvSpPr>
        <p:spPr>
          <a:xfrm>
            <a:off x="8010144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05472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51192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2023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1192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1192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Alphabet
закрыла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1192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Бесконечный capital
не нашёл profitable</a:t>
            </a:r>
          </a:p>
        </p:txBody>
      </p:sp>
      <p:sp>
        <p:nvSpPr>
          <p:cNvPr id="28" name="Oval 27"/>
          <p:cNvSpPr/>
          <p:nvPr/>
        </p:nvSpPr>
        <p:spPr>
          <a:xfrm>
            <a:off x="10076688" y="3566160"/>
            <a:ext cx="274320" cy="2743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72016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17736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Янв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7736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91%+ shareholder
value lost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7736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Nasdaq delisting
US-China напряжение</a:t>
            </a:r>
          </a:p>
        </p:txBody>
      </p:sp>
      <p:pic>
        <p:nvPicPr>
          <p:cNvPr id="34" name="Picture 33" descr="s17-argo-ai-vehicle-2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114800"/>
            <a:ext cx="2743200" cy="1828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" y="5989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Argo AI (2021) · Wikimedia · CC-BY-SA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60720" y="4114800"/>
            <a:ext cx="5943600" cy="2194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4206240"/>
            <a:ext cx="5577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Общие паттерны невыжившие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Capital интенсивность без выручка ($1-7B сожжено до коммерции)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SPAC IPO пузырь 2021-2022 (Embark, TuSimple, Aurora)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Sim-to-real разрыв (ML в demo ≠ ML на публичный дороги)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Регуляторная неопределённость (NHTSA SGO, state patchwork)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Misaligned customer спрос (перевозчики хотели dedicated lanes)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• Выживший консолидация 10:1 — выжили 3-4 из 30+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См. также s22 Stefan Seltz-Axmacher post-mortem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Cumulative: &gt;$20 миллиардов сожжено на невыжившие
autonomous trucking + robotaxi 2017-2024.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737360"/>
            <a:ext cx="5238750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44590" y="17830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$10.0B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783080"/>
            <a:ext cx="496443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Cruise (GM)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$10B операционный loss · &lt;$500M выручка · 2016-2024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651760"/>
            <a:ext cx="3667125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2965" y="269747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$7.0B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97479"/>
            <a:ext cx="339280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Argo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186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Ford $5B+ + VW $2,6B · 2017-2022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566160"/>
            <a:ext cx="523875" cy="5486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9715" y="361187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$1.0B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611879"/>
            <a:ext cx="24955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TuSimple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118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133087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IPO proceeds + private · 91% loss · 2017-2024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480560"/>
            <a:ext cx="261937" cy="5486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67777" y="45262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$500M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526280"/>
            <a:ext cx="-1238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Embark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26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0474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SPAC target $5,16B · 16 мес. жизни · 2020-2023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5394960"/>
            <a:ext cx="104775" cy="5486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615" y="54406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$200M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440680"/>
            <a:ext cx="-1695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Starsky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440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9618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Первая волна · 2015-2020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6309360"/>
            <a:ext cx="261937" cy="5486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67777" y="63550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$500M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6355080"/>
            <a:ext cx="-1238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Waymo Via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355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68762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Alphabet investment · сегмент закрыт 2023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8640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57784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&gt;$20 миллиардов  ·  только невыжившие AV-грузоперевозки + robotaxi 2017-2024</a:t>
            </a:r>
          </a:p>
          <a:p>
            <a:pPr algn="ctr">
              <a:lnSpc>
                <a:spcPct val="12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До $50 миллиардов с early-stage investments в Cruise, Zoox, Aurora ранние раунды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Lec-11 Pilot чистилище был $десятки тысяч/пилот · AV-провал в тысячи раз дороже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Выжившие vs выбывшие: 10:1 консолидация.
Waymo, Aurora, Mobileye, Apollo Go — survivors из 30+.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486400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Выжившие (3-4 компании)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Waymo (Alphabet)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Crawl-walk-run · HD-карта + LiDAR + удалённый ops · 500K rides/неделю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Aurora Innovation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One route at a время · Dallas-Houston коммерческий май 2025 · ~10 грузовиков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Mobileye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59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Camera-first ADAS · ~300K consumer L2/L3 · spin-off Intel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749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Apollo Go (Baidu)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59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240M км глобально · 17M+ заказов · 22 города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577840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8288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0392B"/>
                </a:solidFill>
                <a:latin typeface="Arial"/>
              </a:rPr>
              <a:t>Dropouts (&gt;15 компаний)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317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62432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$7B сгорело · Ford+VW отозвали финансирование одновременно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2607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Cruise (GM)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1868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$10B → 0 за 8 лет · October 2023 волочения инцидент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2043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1304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Delisting · китайский asset transfer · US-China напряжение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11480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Embark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40740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SPAC bust 16 месяцев от IPO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70916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0176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Alphabet закрыла собственное trucking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3035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Starsky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59612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Первая волна 2020 · sim-to-real гэп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989320"/>
            <a:ext cx="11274552" cy="5029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Паттерн выживания: crawl-walk-run · узкий ODD · не переобещание · patient капитал · уважение к среде.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«AV решит дефицит водителей» — false framing.
Math не работает на горизонте 2030.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029200" cy="4114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ATA 2022 — пик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0AB00"/>
                </a:solidFill>
                <a:latin typeface="Arial"/>
              </a:rPr>
              <a:t>78 000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21295C"/>
                </a:solidFill>
                <a:latin typeface="Arial"/>
              </a:rPr>
              <a:t>дефицит водителей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Required пропускная способность: 7,8 миллиарда миль/год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Aurora 10-100 грузовиков к 2027 = 1-10M миль пропускная способность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AV покрывает 0,01-0,13% дефицита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737360"/>
            <a:ext cx="59436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1874519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Что реально решает (не AI)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4231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Visa программы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7432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Immigration reform, регуляторный rest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1089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CDL обучение subsidies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4290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Government программы — компенсация $3-7K стоимость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7947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Pay restructuring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114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Hourly (включая loading) вместо per-mile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4805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Equipment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8006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Newer грузовиков · ~70% оборот вызвано pay+equipment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1663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Job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4864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Local локальный (30-40% оборот) vs дальнобойный (90%+)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Bob Costello (ATA chief economist): «для всех  неправильных reasons» — не AI снизил, downturn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причины провала AV-грузоперевозки startup'ов:
capital / регуляторный / SPAC-bust / sim-to-real.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7432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Причина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0" y="1737360"/>
            <a:ext cx="36576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Пример (компания → год)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79" y="1737360"/>
            <a:ext cx="475488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9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1343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Капиталоёмкость
без выручка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224028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31343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Argo AI $7B → Oct 2022
Cruise $10B → Dec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79" y="224028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231343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Проверять удельная экономика: капитал / коммерческая выручка. Если выручка &lt;5% от капитал — флаг.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3756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1071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Регуляторная
неопределённость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3375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341071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TuSimple (US-China напряжение Jan 2024)
Tesla NHTSA EA22002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79" y="333756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341071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Запрашивать legal team опыт. NHTSA SGO crash reports? Pipeline EA-investigations?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SPAC IPO пузырь
2021-2022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4348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9000" y="450799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Embark 16 месяцев SPAC→банкротство
TuSimple early days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79" y="443484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450799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вкладывать в до выручки SPAC merger без 5+ лет коммерческий history. Public scrutiny убьёт хайп.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53212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Sim-to-real разрыв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553212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29000" y="560527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Starsky (Mar 2020) — general причина
каждого недо-выжившего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79" y="553212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560527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Запрашивать ratio км в симуляции / км на публичный дороги. Если только sim — серьёзный red флаг.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Выжившие применяют crawl-walk-run против всех 4 причин (см. s19)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Старски — первый, кто публично признал гэп.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32720" cy="25603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2200" b="1" i="1">
                <a:solidFill>
                  <a:srgbClr val="21295C"/>
                </a:solidFill>
                <a:latin typeface="Arial"/>
              </a:rPr>
              <a:t>«Supervised machine learning doesn't live up to  хайп.»</a:t>
            </a:r>
          </a:p>
          <a:p>
            <a:pPr algn="ctr">
              <a:lnSpc>
                <a:spcPct val="14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200" b="1" i="1">
                <a:solidFill>
                  <a:srgbClr val="21295C"/>
                </a:solidFill>
                <a:latin typeface="Arial"/>
              </a:rPr>
              <a:t>«Sim-to-real has very real limits.»</a:t>
            </a:r>
          </a:p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— Стефан Зельц-Аксмахер, основатель и CEO Starsky Robotics,</a:t>
            </a:r>
          </a:p>
          <a:p>
            <a:pPr algn="ctr">
              <a:lnSpc>
                <a:spcPct val="14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Medium эссе «The end of Starsky Robotics», март 2020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ML не оправдывает ожиданий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Каждый новый edge-case требует labeled данных. На до выручки масштаб денег не хватает.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Sim-to-real имеет реальные пределы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Симуляция не покрывает long-tail. ML, обученная только на sim, не обобщается на публичный дороги.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Большие deal'ы не материализуются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Грузоперевозчики — консервативные customers. Untested стек не покупают.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ML не оправдывает ожиданий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Каждый новый edge-case требует labeled данных. На до выручки масштаб денег не хватает.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Sim-to-real имеет реальные пределы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Симуляция не покрывает long-tail. ML, обученная только на sim, не обобщается на публичный дороги.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Большие deal'ы не материализуются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Грузоперевозчики — консервативные customers. Untested стек не покупают.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First-wave casualty с honest first-person post-mortem · читать эссе полностью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Город + последняя миля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Robotaxi survivors: Waymo · Apollo Go · Pony.ai · WeRide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Pony.ai удельная экономика — Гуанчжоу Nov 2025 (1st) · Шэньчжэнь Feb 2026 (2nd)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Tesla Robotaxi Austin: vision-only без HD-map, 14 ДТП за 8 мес.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Last-mile: Starship · Coco · Zipline · Nuro разворот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Cruise GM выход — centerpiece ($10B → 0)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Uber Tempe 2018 · Tesla Autopilot 54 смертельных случаев NHTSA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Waymo март 2026: 500 000 поездок/неделю, 3 067 машин 5-го поколения.
HD-карта + LiDAR + удалённый ops + formal безопасность кейс.</a:t>
            </a:r>
          </a:p>
        </p:txBody>
      </p:sp>
      <p:pic>
        <p:nvPicPr>
          <p:cNvPr id="3" name="Picture 2" descr="s24-waymo-self-driving-s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1737360"/>
            <a:ext cx="5897879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Waymo self-driving car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 март 2026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500 000 платных поездок/неделю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3 067 машин 5-го поколения (NHTSA Dec 2025)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10+ городов: Phoenix · SF · LA · Austin · Atlanta · Miami · Dallas · Houston · San Antonio · Orlando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14M cumulative поездок за 2025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Рост ×10 за 19 месяцев (с 50K/неделю мая 2024)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Стек full-sensor approach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HD-карта · LiDAR · камеры · радар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Удалённые операторы (assistance, не driving)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Formal безопасность кейс (регуляторный document)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публикует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Per-trip удельная экономика — большая черная коробка на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выживания: crawl-walk-run · узкий ODD · не переобещание · patient капитал Alphabet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Robotaxi Китая: Apollo Go + Pony.ai + WeRide.
Господдержка + единая регуляторика + масштаб.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3703320" cy="9144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Apollo 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Baidu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240M автономных км глобально · 17M+ заказов · 22 города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737360"/>
            <a:ext cx="3703320" cy="9144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Pony.ai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NYSE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300 машин Gen-7 BAIC к Oct 2025 · цель 1000 к концу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3703320" cy="9144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9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WeRide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NASDAQ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Q3 2025 robotaxi выручка 35,3M юаней · +761% YoY</a:t>
            </a:r>
          </a:p>
        </p:txBody>
      </p:sp>
      <p:pic>
        <p:nvPicPr>
          <p:cNvPr id="18" name="Picture 17" descr="s25-apollo-go-rt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480" y="5212080"/>
            <a:ext cx="2275839" cy="12801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Apollo Go Apollo RT6 · Hubei 2025 · Wikimedia · CC-BY-SA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5212080"/>
            <a:ext cx="5486400" cy="12801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Goldman Sachs прогноз 2025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China robotaxi: ×700 рост от 2025 к $47B к 2035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Может обогнать US по числу trips к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Государственная координация + единая регуляторика на национальном уровне (vs US state patchwork)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Pony.ai: первая положительная unit-экономика на машину.
Гуанчжоу Nov 2025 (1st) · Шэньчжэнь Feb 2026 (2nd).</a:t>
            </a:r>
          </a:p>
        </p:txBody>
      </p:sp>
      <p:pic>
        <p:nvPicPr>
          <p:cNvPr id="3" name="Picture 2" descr="s26-pony-ai-lex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8857"/>
            <a:ext cx="5029200" cy="28289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Pony.ai Lexus RX450h · Guangdong, 2024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5943600" cy="4297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1874519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Timeline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Ноябрь 2025 · ГУАНЧЖОУ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город с положительной операционный прибыль на машину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Февраль 2026 · ШЭНЬЧЖЭНЬ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Второй город. Расширение паттерн.</a:t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(SEC 6-K: ~338 юаней daily net income/vehicle · ~23 заказа/день)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означает (и что НЕ означает)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Означает: удельная экономика на парк в отдельных городах = положительная.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означает: что компания в целом прибыльна. R&amp;D, маркетинг не покрыты.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означает: что весь сегмент robotaxi прибылен.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Педагогически point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Первый сигнал, что robotaxi может выйти из venture-жжения. Не magic pill.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Контраст с Waymo: не публикует per-trip economics · большая чёрная коробка на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Tesla Robotaxi Austin: 22 июня 2025 — старт.
~800 000 миль · 14 ДТП за 8 месяцев · vision-only без HD-карты.</a:t>
            </a:r>
          </a:p>
        </p:txBody>
      </p:sp>
      <p:pic>
        <p:nvPicPr>
          <p:cNvPr id="3" name="Picture 2" descr="s27-tesla-model-y-myle-2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67601"/>
            <a:ext cx="5029200" cy="28655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Tesla Model Y (2025) · MYLE Festival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029200"/>
            <a:ext cx="50292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Timeline 2025-2026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22 июня 2025 · старт с ~10 машин + безопасность monitor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Декабрь 2025 · тесты без operators (employees)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Январь 2026 · публичный unsupervised режим</a:t>
            </a:r>
          </a:p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Февраль 2026 · 14 ДТП Austin зарегистрировано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Март-апрель 2026 · downtown Austin · Houston · Dallas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4663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Comparison с Waymo (без demonization)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Austin ~800K миль · Waymo ~10M миль/неделю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Объём в 1000 раз меньше — sample size слишком мал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«Safer than Waymo» — НЕ доказано · «Хуже Waymo» — НЕ доказано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Нужны 3 года данных + сравнение mileage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Vision-only без HD-карты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верит: end-to-end vision-only стек достаточен для L4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Waymo: multi-modal сенсор stack + HD-map (proven паттерн)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На 2026 — статистически не доказано, кто прав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Урок для инженера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Human базовая линия: ~1 смертельный на 100M миль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14 на 800K — пересчитайте на 100M, сравните с базовая линия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Без denominator + базовая линия нельзя оценить «safer/менее safe»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«We Robotaxi everywhere by end of 2026» — Musk Oct 2024. На середину 2026: Austin+Houston+Dallas.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Last-mile: Starship 9M+ доставок · Coco 1000+ роботов LA.
Zipline 100M миль Africa · Nuro разворот 2024 — выход B2C.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9164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Starship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945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9M+ доставок
2700+ роботов
60+ кампусов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19456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Где работает: кампусы, узкий controlled
Где не: dense городской (snow, vandalism)</a:t>
            </a:r>
          </a:p>
        </p:txBody>
      </p:sp>
      <p:pic>
        <p:nvPicPr>
          <p:cNvPr id="7" name="Picture 6" descr="s28b-starship-tartu-2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870" y="3246120"/>
            <a:ext cx="1165860" cy="777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84048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Starship робот · Tartu, 2017 · Wikimedia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Coco Robotics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945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1000+ роботов в LA
500K+ доставок
Цель 10K единиц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19456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LA + Dallas + Miami + Helsinki + Chicago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6052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2519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Zipline (drones Africa)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66344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100M миль (Mar 2025)
2M доставок (Jan 2026)
22M доз вакцин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6634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$7,6B valuation · $150M State Dept Nov 2025
Proven mass-deployment medical Africa</a:t>
            </a:r>
          </a:p>
        </p:txBody>
      </p:sp>
      <p:pic>
        <p:nvPicPr>
          <p:cNvPr id="17" name="Picture 16" descr="s28-zipline-drone-laun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389" y="5715000"/>
            <a:ext cx="112882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4360" y="630936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Zipline Drone Launch · Wikimedia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16052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2519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Nuro разворот 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6344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Exit B2C доставка 2024
Pivot к лицензированию
autonomous-стека OEM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46634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Урок: B2C доставка не оказался
profitable в American городской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Sidewalk robots — узкие ниши · drone городской US — FAA заблокировано · medical Africa — единственный proven mass-deployment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Cruise: 10 миллиардов сожжено, менее 500 миллионов выручки.
От 2 окт 2023 (инцидент SF) до 11 дек 2024 (GM выход) — 14 мес. краха.</a:t>
            </a:r>
          </a:p>
        </p:txBody>
      </p:sp>
      <p:pic>
        <p:nvPicPr>
          <p:cNvPr id="3" name="Picture 2" descr="s29-cruise-bolt-s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737360"/>
            <a:ext cx="4876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Cruise Automation Bolt EV in San Francisco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943600" cy="1645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5577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Timeline 2016 → дек 2024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2016 — GM покупает Cruise за $1B+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2018-2022 — extensive funding, быстрое ODD расширение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2 окт 2023 — инцидент SF (волочения инцидент 20 футов)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24 окт 2023 — California DMV отозвал лицензию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Late 2023 — mass layoffs, freezing operations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11 дек 2024 — GM полный выход · $10B+ losses · &lt;$500M выручка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5029200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74519"/>
            <a:ext cx="46634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4 уровня failure паттерн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1. Technical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Observe сработал · Decide failed (pull over → катастрофа). Provал 2-й стадии OODA.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2. Business model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Capital интенсивность без выручка. $10B vs &lt;$500M = 20:1.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3. Regulatory / trust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Cruise представила инцидент менее severely чем был. DMV отозвал не за инцидент, за coverup.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4. Cultural / organizational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GM-Cruise hybrid culture · misalignment затрудняло crawl-walk-run discipline.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Урок</a:t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Один волочения инцидент + DMV trust violation = killing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 Waymo: crawl-walk-run, conservative ODD, formal безопасность кейс · Cruise: быстрое ODD ради IPO хронология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18 марта 2018, Tempe, Arizona. Элейн Хёрцберг — first AV-pedestrian смертельный случай.
Uber отключил заводское AEB, водитель смотрел телевизор.</a:t>
            </a:r>
          </a:p>
        </p:txBody>
      </p:sp>
      <p:pic>
        <p:nvPicPr>
          <p:cNvPr id="3" name="Picture 2" descr="s30-uber-volvo-s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737360"/>
            <a:ext cx="4876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Uber Self Driving Volvo · San Francisco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943600" cy="1645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5577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Что технически произошло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Camera detected pedestrian 5,6 сек до удара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Perception classifier failed: не классифицировал как pedestrian</a:t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(Hertzberg была вне crosswalk + с велосипедом → distribution-edge)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0392B"/>
                </a:solidFill>
                <a:latin typeface="Arial"/>
              </a:rPr>
              <a:t>Uber отключил заводское automatic экстренное braking (AEB) на Volvo XC90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Backup водитель: watching TV (Hulu) во время инцидента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5029200" cy="47548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74519"/>
            <a:ext cx="46634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NTSB quote (HAR-19/03)</a:t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«Uber ATG's deactivation of its automatic экстренное braking system increased  risks associated with testing автоматизированный vehicles on публичный дороги.»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«Uber's inadequate безопасность culture and inadequate безопасность risk assessment procedures were cited as factors.»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Четыре урока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ODD critical: обучение data bias на pedestrians вне crosswalk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Никогда не отключать заводское безопасность systems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Safety внимание водителя не reliable (10-15 мин)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Безопасная культура organization имеет значение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Backup водитель: pleaded guilty endangerment 2023, 3 года supervised probation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Foundation для NHTSA Standing General Order on Crash Reporting · институциональный legacy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NHTSA SGO Oct 2025: 65 сообщений, 54 verified смертельных случаев Tesla Autopilot.
EA22002: 13 смертельный ДТП с предвидимое неправильное использование.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657600" cy="4114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NHTSA SGO Oct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 i="0">
                <a:solidFill>
                  <a:srgbClr val="C0392B"/>
                </a:solidFill>
                <a:latin typeface="Arial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verified смертельных случаев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(65 reported)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EA22002: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13 смертельный ДТП с предвидимое неправильное использование паттерн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7315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74519"/>
            <a:ext cx="6949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EA22002 investigation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NHTSA открыл 2022 — для Tesla Autopilot специфически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Главный вопрос: достаточно ли driver-monitoring? warning system?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Pattern: водители используют Autopilot для нежных условий (sleep, read)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Foreseeable неправильное использование — концепт инженерное standards. 13 смертельный ДТП = структурная проблема дизайна, не вина водителей.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Четыре урока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Naming имеет значение — «Autopilot» / «Full Self-Driving» invite over-reliance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Driver-monitoring обязателен (real engagement check, не camera-looking-at-face)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Edge cases в perception (sun glare, parked экстренное vehicles)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Vision-only без HD-map — research-stage для L4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Statistical comparison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Human базовая линия: ~1 смертельный на 100M миль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Tesla 54 смертельных случаев на ~70M миль Autopilot — extrapolation НЕ безопаснее человек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Vendor PR утверждает обратное · NHTSA disclosure показывает structural паттерн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Tesla Vehicle Safety Report использует Tesla's own definition vs human-driver ALL miles · apples-to-oranges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урока городского AV: ODD дисциплина / мониторинг водителя /
naming имеет значение / hardware ≠ платформа.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92608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Урок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737360"/>
            <a:ext cx="36576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Демонстрирующий кейс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59" y="1737360"/>
            <a:ext cx="45720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9" y="17830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1343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ODD дисциплина критична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24028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79" y="231343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Cruise (волочения + быстрое расширение)
Uber Tempe (обучение bias)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59" y="224028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19" y="231343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оценке AV-программы: какой ODD? условия за пределами ODD? процесс validation для new expansion?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3756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1071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Driver-monitoring обязателен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3375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341071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Autopilot 54 смертельных случаев NHTSA
EA22002 13 смертельный с предвидимое неправильное использование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59" y="333756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19" y="341071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L2/L3: реальный engagement check, не camera-looking-at-face. Что система делает при distracted driver?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Naming имеет значение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44348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79" y="450799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«Autopilot» / «Full Self-Driving» — invite over-reliance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23759" y="443484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19" y="450799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Никогда не называть L2 ADAS «pilot» / «autonomous» / «self-driving». Use SAE level terminology.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53212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Hardware ≠ платформа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0" y="553212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1879" y="560527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Cruise (GM hardware-OEM культура vs software-platform требования)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23759" y="553212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60919" y="560527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Когда OEM покупает software startup — cultural integration plan? GE Predix lesson повторяется.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Связи: ODD + мониторинг водителя · naming + ODD · hardware ≠ платформа (GE Predix → Cruise GM)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Чрезв. ситуация + рамка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Хуситы в Красном море 2024 — 90% drop за 2 месяца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Suez Ever Given 2021 — 12% мировой торговля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COVID 2020 снабжение chain обвал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Trucker дефицит 78K — структурная, не AI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Рамка решения: 5 критериев AI/не AI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Alternative toolkit: OR / EOQ / сценарный / на правилах / HITL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Хуситы в Красном море, конец 2023. За 2 месяца контейнерный трафик упал на 90%.
Область, в которой ML слеп по определению.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5943600" cy="365760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9184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[missing: s34b-prosperity-guardian-map.png]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40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Map of Operation Prosperity Guardian · Wikimedia · CC-BY-SA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737360"/>
            <a:ext cx="5029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874519"/>
            <a:ext cx="4663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Декабрь 2023 — атаки начались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К февралю 2024: трафик через Red Sea упал на 90% (US DIA)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Daily volume: 4M т → 1,7M т (−57,5%)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Прежде через Red Sea: ~15% морской торговли + ~30% global контейнер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+30% transit время через Cape of Good Hope (Asia-Europe)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−9% effective global контейнер пропускная способность (J.P. Morgan)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работало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ML спрос forecast полностью вне распределения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Optimization solvers — нет данных о новых transit times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РАБОТАЛО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Human dispatchers в exception-teams (Maersk, MSC, CMA CGM, Hapag-Lloyd)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Scenario планирование (компании с pre-built сценариями)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OR с manual override (Gurobi/OR-Tools recalibrated)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Урок: ML по определению слеп на вне распределения событиях · уровень 5 = НЕ AI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Suez Ever Given март 2021: 6 дней блокировки, 12% мировой торговли,
$9,6 миллиарда удержанных грузов. AI не имела роли.</a:t>
            </a:r>
          </a:p>
        </p:txBody>
      </p:sp>
      <p:pic>
        <p:nvPicPr>
          <p:cNvPr id="3" name="Picture 2" descr="s35-ever-given-sue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54864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IMO 9811000 EVER GIVEN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Факты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23-29 марта 2021 · 6 дней блокировки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Ever Given — 400-метровый ULCV (Ultra Large Container Vessel)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~12% мировой торговля проходило через Suez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$9,6 миллиарда goods held up (Bloomberg)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$400M/час delay стоимость estimates (CNBC)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произошло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Sand storm + strong winds + пилот decisions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Канал 200 м ширины · корабль больше в крайних углах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AI не имела роли — физика + pilotage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помогло разблокировать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Engineering, НЕ AI: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Tug boats (10+) · dredging · lunar tide 28-29 марта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Cumulative effort 5,5 дней — инженерное teams 24/7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Урок: physical infrastructure problem требует инженерное решения, не AI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COVID 2020: точно-в-срок не работает на black-swan.
Человеческое exception-управление спасло.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370332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Март-Апрель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Initial shock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Lockdowns Wuhan → Italy → Spain → US за 6 недель.
Demand для consumer goods spike (toilet paper, electronics, home).
Demand для travel collapse.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737360"/>
            <a:ext cx="3703320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2020-2021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Chaos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Ports congested (Long Beach 109 ships waiting Oct 2021).
Container rates spike 5-10×.
Just-in-time broke. PPE дефицит. Microchip дефицит.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370332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2022+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Recalibration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Buffer запасы · многоисточниковый снабжение · nearshoring (Mexico для US, Turkey/Vietnam для Europe).
«Just-in-case» вместо «just-in-time».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206240"/>
            <a:ext cx="5669280" cy="2240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работало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ML спрос forecasting — pre-COVID распределение, точность упала на порядок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Optimization solvers для запасы — стационарный спрос assumption broke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Real-time analytics — данные есть, decisions от человек judgment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06240"/>
            <a:ext cx="5486400" cy="2240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297680"/>
            <a:ext cx="51206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РАБОТАЛО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Human исключение management — manual rebuild снабжение chains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Scenario планирование — pre-built sceнarios (post-SARS планы 2003)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Diversified снабжение base (многоисточниковый = resilience)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Cash reserves для buy-through scarcity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Педагогически: «ML запасы оптимизация» — pitch для стационарный мировой. В мировой с black-swans — buffer + многоисточниковый + сценарный работает лучше.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Trucker дефицит — структурная трудовой политика проблема, не AI.
Решается политикой, переподготовкой, условиями труда.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4864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 (ATA)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78 000 дефицит в 2022 (пик)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~60 000 в 2023 («для всех  неправильных reasons» — Bob Costello)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1,2 миллиона новых нужны за десятилетие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&gt;90% годовой оборот at large carriers (дальнобойный)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~16% female водители (vs ~50% overall workforce)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Root causes (структурные)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Старение workforce (mean age 52, retirement wave)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Pay per mile (not hourly) — effective wage под minimum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Lifestyle — дальнобойный недели от дома, family-incompatible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CDL обучение стоимость $3-7K, benefit unclear первые годы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737360"/>
            <a:ext cx="557784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0" y="1874519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Не-AI решения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Visa программы (H-2B расширение для грузовик водители)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CDL обучение subsidies (government программы)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Pay restructuring (hourly включая loading время)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Equipment quality (newer грузовиков, lower mileage)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Job design (local локальный vs дальнобойный)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Почему AV не решит (recall s20)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78K deficit = 7,8 миллиарда миль пропускная способность needed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Aurora 10-100 грузовиков 2027 = 1-10M миль пропускная способность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AV покрывает 0,01-0,13% дефицита через 2027 год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Урок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Структурные проблемы требуют structural решений.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AI может помочь на margins, не заменить политика.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Bob Costello (ATA chief economist): «для всех  неправильных reasons» — downturn, не AV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Рамка решения: 5 критериев AI/не AI в логистике.
Среда · задача · спрос · безопасность · распределение.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43584" y="1874519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3584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Среда контролируемая?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AI applicable
(склад · port · железная дорога)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Symbotic, Amazon, KONUX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5768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02151" y="1874519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1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7208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Чётко определённая оптимизация
(TSP, VRP, scheduling)?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OR &gt; RL/ML
(Gurobi, CPLEX, OR-Tools)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52927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UPS ORION — $300-400M/год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60720" y="1874519"/>
            <a:ext cx="640080" cy="64008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5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Спрос стационарный?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EOQ + безопасность stock
+ ABC &gt; 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1496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02936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Аудит: какой % SKU реально требует ML? Часто &lt;20%.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2903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19288" y="1874519"/>
            <a:ext cx="640080" cy="64008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19288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24344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Критично для безопасности с
регуляторный аудит?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4344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на правилах + HITL
(FDA, FAA, IMO)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70063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4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Чёрный ящик ML не работает в регулируемых отраслях.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91472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7785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77856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2911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Событие в распределении?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ML scoring
Нет → человек-диспетчер
+ сценарный планирование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28632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20072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Хуситы, Suez, COVID — вне распределения = ML слеп.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126480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Это не «всегда AI» или «никогда AI». Рамка решения разбивает нагрузка на категории + правильный инструмент на категорию.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Альтернативный toolkit инженера-логиста: 6 классов инструментов.
AI — один из шести, не «универсальное решение».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Инструмент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6120" y="1737360"/>
            <a:ext cx="22860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37560" y="17830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737360"/>
            <a:ext cx="2743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79" y="17830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Вендор / open source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737360"/>
            <a:ext cx="338328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17830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Пример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48840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9456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OR (Operations Research)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14884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2194560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Маршрутизация (TSP, VRP), scheduling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2148840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79" y="219456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Gurobi, CPLEX, Google OR-Tools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2148840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194560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UPS ORION — $300-400M/год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843784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8895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Классические запасы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2843784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7560" y="2889504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Inventory management при стационарный спрос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2843784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79" y="28895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(формулы 1913+)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60" y="2843784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2889504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EOQ · безопасность stock · ABC analysis для большинства SKU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38728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58444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Сценарное планирование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46120" y="3538728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7560" y="358444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Black-swan resilience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3538728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79" y="358444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Shell-style · McKinsey сценарный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60" y="3538728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3584448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Maersk post-COVID redundancy планирование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233672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27939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Rule-based vision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46120" y="4233672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37560" y="427939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Контролируемое-env QC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233672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79" y="427939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OpenCV · HALCON · Cognex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66760" y="4233672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200" y="427939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Bottle инспекция на пивоварне (см. lec-11)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28616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9743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Hybrid CV + signal processing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46120" y="4928616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4974336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Multi-sensor инспекция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77840" y="4928616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79" y="49743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Cognex VisionPro + radar/ultrasonic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66760" y="4928616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4974336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Container damage инспекция в портах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5623559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669279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Human-in-the-loop (HITL)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46120" y="5623559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37560" y="5669279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Exception обработка, accountability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577840" y="5623559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79" y="5669279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Workflow tools — Jira, ServiceNow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66760" y="5623559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58200" y="5669279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Maersk исключение teams для Red Sea rerouting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7200" y="6126480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Инженер-логист, знающий только AI — incomplete engineer. AI ≠ универсальное решение.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Семь вопросов вендору на завтра —
практический инструмент для кармана.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55448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" y="173736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64592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Какое сравнение с OR-baseline
(Google OR-Tools, Gurobi, CPLEX)?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UPS ORION: OR &gt; ML для well-defined optimization.
Если поставщик не делал сравнения — red флаг.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59" y="155448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17920" y="173736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737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164592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Какой ваш ODD,
и как валидируется new expansion?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33172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Cruise волочения инцидент Oct 2023 — провал именно ODD-дисциплины.
Расширение без extensive валидации — anti-pattern.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1752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3200400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00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1089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Какой ваш мониторинг водителя stack
(для L2/L3)?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794759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Tesla EA22002: 13 смертельный ДТП с предвидимое неправильное использование.
Структурная проблема дизайна, не вина водителей.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59" y="301752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17920" y="3200400"/>
            <a:ext cx="457200" cy="45720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3200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31089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Ratio км в симуляции / км на публичный roads?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794759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Starsky sim-to-real разрыв.
Если только simulation — серьёзный red флаг.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8056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4360" y="466344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663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57200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Error rate на сезонных распределение shifts
(Black Friday, Christmas)?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25780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Distribution сдвиг на сезонных пиках убивает ML-модели,
обученные на off-peak data.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0759" y="448056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17920" y="466344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4663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59" y="457200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Какие сертификации
(FDA Part 11, ATEX, ISO 26262, NHTSA SGO)?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525780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Regulatory аудит обязателен в safety-critical категориях.
Black-box ML не проходит аудит.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4360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4360" y="61264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6126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603504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Какова единица economics
(на машину / маршрут / тонну)?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72084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Pony.ai первый robotaxi с positive операционный прибыль per vehicle
(Гуанчжоу Nov 2025, Шэньчжэнь Feb 2026).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Чек-лист для оценки vendor proposals · payoff лекции 13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1-noc-iupu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6095999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120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Network Operations Center · IUPUI · Wikimedia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548640"/>
            <a:ext cx="475488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Мост к Лекции 14</a:t>
            </a:r>
          </a:p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Другая среда,</a:t>
            </a:r>
          </a:p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та же логика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Завтра — телекоммуникации,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сетевая инфраструктура, кибербез.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AI augments человек SOC analyst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OR + на правилах threat detection — mainstream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ML helps в-distribution, слепо вне распределения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HITL обязателен в исключение events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Лестница среды переходит</a:t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из физического мира в сетевой.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57784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Выжившие уважают среду + остаются в узкий ODD + не переобещание.</a:t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Cruise vs Waymo — обоим тот же стек. Waymo выжил, потому что cautious в ODD расширение.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