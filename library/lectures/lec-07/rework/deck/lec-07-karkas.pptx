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gie.2014.07.05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S2468-1253%2825%2900133-5"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healthforum.2025.317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Вывод раздела: две стадии, и расходится у них устройство процедуры</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провалилось устройство процедуры — инструмент тот же, а исходы противоположные.</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r>
              <a:rPr sz="1200" b="0" i="1">
                <a:solidFill>
                  <a:srgbClr val="1C7293"/>
                </a:solidFill>
                <a:latin typeface="Arial"/>
              </a:rPr>
              <a:t> · </a:t>
            </a:r>
            <a:r>
              <a:rPr sz="1200" b="0" i="1">
                <a:solidFill>
                  <a:srgbClr val="1C7293"/>
                </a:solidFill>
                <a:latin typeface="Arial"/>
              </a:rPr>
              <a:t>Glass Health и Corti — страницы изготовителей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