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Классический конвейер ассета состоит из девяти стадий, и назвать их по именам важно по одной причине — граница применимости генератора пройдёт ровно по этому списку: три стадии он закрывает, четыре оставляет людям нетронутыми. Самая дешёвая из девяти — блокинг, грубая форма из коробок и цилиндров, на которой проверяют силуэт и пропорции; она существует для того, чтобы выбросить неудачный замысел до того, как в него вложится детализация. Стоимость отказа на блокинге измеряется часами, на стадии анимации — неделями.</a:t>
            </a:r>
          </a:p>
          <a:p>
            <a:r>
              <a:t/>
            </a:r>
          </a:p>
          <a:p>
            <a:r>
              <a:t>Перечислить девять стадий по именам надо целиком: без имён эту границу негде будет провести. Первый участок — поиск облика. Концепт: изображение или набросок, по которому принимается решение «делаем или не делаем». Блокинг: грубая форма из коробок, цилиндров и сфер, на которой проверяют силуэт и пропорции. Скульптинг: доведение формы до миллионов треугольников, когда появляются складки, поры и мелкий рельеф.</a:t>
            </a:r>
          </a:p>
          <a:p>
            <a:r>
              <a:t/>
            </a:r>
          </a:p>
          <a:p>
            <a:r>
              <a:t>Второй участок — подготовка к производству, и он самый дорогой. Ретопология: поверх вылепленной формы строится заново чистая сетка — та, по которой потом можно будет анимировать, с петлями рёбер вокруг суставов, рта и века. Развёртка: поверхность разрезается по спланированным швам и раскладывается в плоскость, чтобы на неё можно было нанести рисунок без искажений и без видимых стыков. Текстурирование: по этой развёртке рисуются карты цвета, шероховатости, отражения и микрорельефа. Риггинг: внутрь ставится скелет, вершины привязываются к костям с весами, сверху собираются управляющие элементы, которыми объект потом двигают.</a:t>
            </a:r>
          </a:p>
          <a:p>
            <a:r>
              <a:t/>
            </a:r>
          </a:p>
          <a:p>
            <a:r>
              <a:t>Третий участок — использование. Анимация и расчёт ткани: форма деформируется по костям, ткань и волосы считаются физикой. Рендер и сборка: из сцены получается изображение, которое пойдёт в монтаж.</a:t>
            </a:r>
          </a:p>
          <a:p>
            <a:r>
              <a:t/>
            </a:r>
          </a:p>
          <a:p>
            <a:r>
              <a:t>Девять стадий, собранные в три участка, — это и есть «как это делали без модели», и делали так тридцать лет. Внутри каждого участка стоимость отказа разная: выбросить неудачный замысел на блокинге стоит часов, на стадии анимации — недель. Когда дальше в разделе речь пойдёт о том, что генератор «выдаёт ассет за восемь секунд», держите этот список перед глазами и спрашивайте, какие именно из девяти стадий он закрывает.</a:t>
            </a:r>
          </a:p>
          <a:p>
            <a:r>
              <a:t/>
            </a:r>
          </a:p>
          <a:p>
            <a:r>
              <a:t>Из этого же списка видно, почему автоматический скелет, которым хвалятся генераторы с 2026 года, не закрывает риггинг. Скелет ставится поверх той сетки, которая есть; если сетка построена не по анатомии, кости окажутся в ней там, где удобно алгоритму, а не там, где у объекта сгибается сустав.</a:t>
            </a:r>
          </a:p>
          <a:p>
            <a:r>
              <a:t/>
            </a:r>
          </a:p>
          <a:p>
            <a:r>
              <a:t>Способов получить исходные данные в производстве пять, и перечислять их стоит полностью, потому что дальше придётся сказать, какие из них модель затронула. Фотограмметрия: объект обходят с камерой и снимают сотнями кадров с перекрытием, после чего процедура калибровки по движению камеры восстанавливает, откуда каждый кадр сделан, и попутно выдаёт разреженное облако точек — несколько десятков тысяч точек, уверенно опознанных на нескольких снимках сразу. Это облако стоит запомнить: через несколько кадров оно окажется стартовой точкой самого быстрого метода восстановления, который отрасль знает. Лазерное сканирование: прибор измеряет расстояние до поверхности и строит облако точек напрямую — точнее фотограмметрии по геометрии и беднее по цвету. Ручное моделирование в редакторе: единственный способ получить объект, которого в природе не существует, и до 2022 года единственный способ вообще. Захват движения: даёт не форму, а изменение формы во времени. Покупка готового ассета из каталога: самый дешёвый путь и самый узкий.</a:t>
            </a:r>
          </a:p>
          <a:p>
            <a:r>
              <a:t/>
            </a:r>
          </a:p>
          <a:p>
            <a:r>
              <a:t>Обученная модель добавила к этим пяти шестой вход — текстовое описание. Это новый способ, которого не было вовсе. Кроме того, модель заметно удешевила первый способ: набор снимков превращается в пригодную сцену за минуты вместо суток. Остальные четыре способа она оставила ровно такими, какими они были.</a:t>
            </a:r>
          </a:p>
          <a:p>
            <a:r>
              <a:t/>
            </a:r>
          </a:p>
          <a:p>
            <a:r>
              <a:t>Отдельно стоит задержаться на лазерном сканере, и задержаться не ради полноты списка. Сканер как мерил размеры, так и мерит: его выход — это координаты в метрах, с погрешностью, которую можно назвать. Ни один из входов, появившихся вместе с обученной моделью, размеров не даёт и дать не может. Запомните эту асимметрию: приборные способы получения данных измеряют, порождающие — правдоподобно выглядят.</a:t>
            </a:r>
          </a:p>
          <a:p>
            <a:r>
              <a:t/>
            </a:r>
          </a:p>
          <a:p>
            <a:r>
              <a:t>Полезно заметить и то, чего в этом списке нет ни у одного из шести входов. Ни фотограмметрия, ни сканирование, ни захват движения, ни каталог, ни ручное моделирование, ни текстовое описание не дают ответа на вопрос «кто автор исходных данных и на каких условиях их можно использовать». Эта строка — «ответить кто отвечает» — останется пустой в накопительной карте вечера и у трёхмерного, и у всех остальных порождающих модальностей.</a:t>
            </a:r>
          </a:p>
          <a:p>
            <a:r>
              <a:t/>
            </a:r>
          </a:p>
          <a:p>
            <a:r>
              <a:t>Для практики из всего этого следует простая проверка, которую можно сделать до того, как выбирать инструмент. Выпишите, что у вас на входе: снимки существующего объекта, прибор, который его меряет, запись движения, каталог или одно только описание словами. Вход определяет задачу, задача определяет, есть ли у результата проверяемый ответ, а наличие проверяемого ответа определяет, можно ли вообще оценивать работу числом.</a:t>
            </a:r>
          </a:p>
          <a:p>
            <a:r>
              <a:t/>
            </a:r>
          </a:p>
          <a:p>
            <a:r>
              <a:t>Стоит назвать и единицу, в которой конвейер меряют в производстве. Она человеко-центричная: не «миллионы треугольников», а человеко-дни на ассет и число кругов правок до приёмки. В этой единице три стадии второго участка — ретопология, развёртка и риггинг — и оказываются самыми дорогими: они требуют не вкуса, а знания анатомии и дисциплины. Именно поэтому их отдают отдельным специалистам, а не художнику, который вылепил форму.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Классический конвейер ассета и пять способов получить данные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71600"/>
            <a:ext cx="1307592" cy="5948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Поиск облика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11680" y="1335024"/>
            <a:ext cx="9677095" cy="66797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103120" y="1362456"/>
            <a:ext cx="2920898" cy="61311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651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185416" y="1408176"/>
            <a:ext cx="2756306" cy="5216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концепт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069738" y="1600433"/>
            <a:ext cx="182880" cy="13716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389778" y="1362456"/>
            <a:ext cx="2920898" cy="61311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651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72074" y="1408176"/>
            <a:ext cx="2756306" cy="5216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блокинг — грубая форма из коробок и сфер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356396" y="1600433"/>
            <a:ext cx="182880" cy="13716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676436" y="1362456"/>
            <a:ext cx="2920898" cy="61311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651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58732" y="1408176"/>
            <a:ext cx="2756306" cy="5216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скульптинг до миллионов треугольников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149306"/>
            <a:ext cx="1307592" cy="5948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Подготовка к производству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011680" y="2112730"/>
            <a:ext cx="9677095" cy="66797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103120" y="2140162"/>
            <a:ext cx="2920898" cy="61311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651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85416" y="2185882"/>
            <a:ext cx="2756306" cy="5216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ретопология — сетка строится заново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5069738" y="2378139"/>
            <a:ext cx="182880" cy="13716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389778" y="2140162"/>
            <a:ext cx="2920898" cy="61311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651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72074" y="2185882"/>
            <a:ext cx="2756306" cy="5216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развёртка по швам · текстурирование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356396" y="2378139"/>
            <a:ext cx="182880" cy="13716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676436" y="2140162"/>
            <a:ext cx="2920898" cy="61311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651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58732" y="2185882"/>
            <a:ext cx="2756306" cy="5216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риггинг — скелет и привязка вершин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2927012"/>
            <a:ext cx="130759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Использование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011680" y="2890436"/>
            <a:ext cx="9677095" cy="51206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2103120" y="2917868"/>
            <a:ext cx="2920898" cy="4572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651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185416" y="2963588"/>
            <a:ext cx="275630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анимация и расчёт ткани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5069738" y="3077888"/>
            <a:ext cx="182880" cy="13716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389778" y="2917868"/>
            <a:ext cx="2920898" cy="4572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651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72074" y="2963588"/>
            <a:ext cx="275630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рендер и сборка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3548804"/>
            <a:ext cx="1307592" cy="8282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Пять классических входов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011680" y="3512228"/>
            <a:ext cx="9677095" cy="901383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2103120" y="3539660"/>
            <a:ext cx="2920898" cy="846519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651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185416" y="3585380"/>
            <a:ext cx="2756306" cy="7550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фотограмметрия — сотни кадров с перекрытием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5069738" y="3894340"/>
            <a:ext cx="182880" cy="13716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389778" y="3539660"/>
            <a:ext cx="2920898" cy="846519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651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72074" y="3585380"/>
            <a:ext cx="2756306" cy="7550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лазерное сканирование — точнее по форме, беднее по цвету</a:t>
            </a:r>
          </a:p>
        </p:txBody>
      </p:sp>
      <p:sp>
        <p:nvSpPr>
          <p:cNvPr id="38" name="Right Arrow 37"/>
          <p:cNvSpPr/>
          <p:nvPr/>
        </p:nvSpPr>
        <p:spPr>
          <a:xfrm>
            <a:off x="8356396" y="3894340"/>
            <a:ext cx="182880" cy="13716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676436" y="3539660"/>
            <a:ext cx="2920898" cy="846519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651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758732" y="3585380"/>
            <a:ext cx="2756306" cy="7550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ручное моделирование · захват движения · библиотеки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4559916"/>
            <a:ext cx="1307592" cy="8282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Что тронула модель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011680" y="4523340"/>
            <a:ext cx="9677095" cy="901383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2103120" y="4550772"/>
            <a:ext cx="2920898" cy="846519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651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185416" y="4596492"/>
            <a:ext cx="2756306" cy="7550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добавила шестой вход — текстовое описание</a:t>
            </a:r>
          </a:p>
        </p:txBody>
      </p:sp>
      <p:sp>
        <p:nvSpPr>
          <p:cNvPr id="45" name="Right Arrow 44"/>
          <p:cNvSpPr/>
          <p:nvPr/>
        </p:nvSpPr>
        <p:spPr>
          <a:xfrm>
            <a:off x="5069738" y="4905451"/>
            <a:ext cx="182880" cy="13716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389778" y="4550772"/>
            <a:ext cx="2920898" cy="846519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651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72074" y="4596492"/>
            <a:ext cx="2756306" cy="7550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удешевила первый: снимки в сцену за минуты вместо суток</a:t>
            </a:r>
          </a:p>
        </p:txBody>
      </p:sp>
      <p:sp>
        <p:nvSpPr>
          <p:cNvPr id="48" name="Right Arrow 47"/>
          <p:cNvSpPr/>
          <p:nvPr/>
        </p:nvSpPr>
        <p:spPr>
          <a:xfrm>
            <a:off x="8356396" y="4905451"/>
            <a:ext cx="182880" cy="13716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8676436" y="4550772"/>
            <a:ext cx="2920898" cy="846519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651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758732" y="4596492"/>
            <a:ext cx="2756306" cy="7550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остальные четыре оставила как были; лазерный сканер мерит по-прежнему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2920" y="5497875"/>
            <a:ext cx="11185855" cy="2150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Девять стадий конвейера и шесть входов, которыми его кормят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74904" y="5804331"/>
            <a:ext cx="11441887" cy="431876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39496" y="5895771"/>
            <a:ext cx="11112703" cy="3404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50" b="1" i="0">
                <a:solidFill>
                  <a:srgbClr val="21295C"/>
                </a:solidFill>
                <a:latin typeface="Arial"/>
              </a:rPr>
              <a:t>Модель вошла в этот конвейер не целиком.</a:t>
            </a:r>
            <a:r>
              <a:rPr sz="850" b="0" i="0">
                <a:solidFill>
                  <a:srgbClr val="21295C"/>
                </a:solidFill>
                <a:latin typeface="Arial"/>
              </a:rPr>
              <a:t> Она добавила шестой вход и удешевила первый; семь стадий из девяти и четыре входа из пяти остались там же, где были — ни одного измерения модель не добавила.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854141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Mildenhall et al., ECCV 2020, arXiv:2003.08934; QuadGPT, arXiv:2509.21420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