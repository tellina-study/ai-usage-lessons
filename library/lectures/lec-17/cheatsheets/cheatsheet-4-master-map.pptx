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2138415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ster-poster-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38" y="274320"/>
            <a:ext cx="29526906" cy="208355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