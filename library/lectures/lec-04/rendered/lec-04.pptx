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сопровождающие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к августу 2026 кластеризуются в диапазоне девяносто пять–девяносто шесть процентов. Цифра близка к ста и звучит как «агент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На нём лидер показывает, в зависимости от источника измерения, от примерно шестидесяти девяти процентов (консервативная методология Scale SEAL) до семидесяти девяти–восьмидесяти процентов (вендорские лидерборды новейшего поколения моделей). Один и тот же класс систем: около девяноста пяти на знакомом публичном коде и от шестидесяти девяти до восьмидесяти на честном незнакомом. Разрыв сузился относительно прошлогодней картины — тогда было около двадцати четырёх процентных пунктов — до примерно пятнадцати–семнадцати по консервативной оценке. Это по-прежнему главный инженерный факт уровня C, только с уточнением: сокращение разрыва не отменяет тезиса, оно лишь говорит, что цена незнакомости стала немного ниже, чем год назад, — не то, что она исчезла.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95%» превращается в «семь-восемь из десяти».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разобранные риски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риски были про то, как AI вредит вашему коду. Этот кейс — про другое: AI масштабирует и шум, и шум бьёт по людям-сопровождающим. curl — критически важная open-source-библиотека, встроенная буквально везде; её ведёт небольшая команда. В её программу bug-bounty хлынул поток сгенерированных моделями «отчётов об уязвимостях»: к июлю 2025 объём вырос примерно в восемь раз, а доля валидных упала с исторической базы около пятнадцати процентов до менее пяти. Характерный пример — правдоподобный отчёт с GDB-дампами, ссылавшийся на несуществующую функцию: чистая фикция, по форме неотличимая от настоящего без ручной проверки. Платную bug-bounty-программу curl закрыл 26 января 2026 года, а ситуация после этого не стабилизировалась: команда объявила полный мораторий на приём любых отчётов об уязвимостях с 1 июля по 3 августа 2026 года — то есть шум дорос до точки, где единственным доступным ответом небольшой команды сопровождающих стала полная остановка канала на месяц.</a:t>
            </a:r>
          </a:p>
          <a:p/>
          <a:p>
            <a:r>
              <a:t>Почему это атака, а не просто много спама. У валидации есть фундаментальная асимметрия стоимости: сгенерировать правдоподобный отчёт стоит атакующему секунды; опровергнуть его стоит сопровождающему часов — понять сценарий, воспроизвести или показать невоспроизводимость, проверить смежный код. До генеративного AI асимметрию ограничивало то, что фейк требовал времени и понимания от человека; AI снял этот ограничитель. Когда одна сторона дешевеет в тысячи раз, а другая нет, процесс ломается — это смена экономики процесса. Получается DDoS на внимание: атакуется не сервер, а самый невосполнимый ресурс open-source — время разбора сопровождающих. Если они закроют канал, реальные уязвимости утонут в шуме — риск переносится на всю supply-chain.</a:t>
            </a:r>
          </a:p>
          <a:p/>
          <a:p>
            <a:r>
              <a:t>Урок и альтернатива. Кейс не про то, что «AI вреден для безопасности»: AI-анализаторы в правильных руках находят реальные баги в curl. Проблема в том, что открытый процесс, принимающий правдоподобный ввод от кого угодно без барьера на входе, перестаёт работать, когда стоимость такого ввода падает до нуля. Виноват не «AI», виновата архитектура процесса; чинить надо процесс, а не запрещать AI. Альтернатива процессная, не-AI: приватное раскрытие через GitHub Security Advisories; убрать денежный стимул для junk; требовать воспроизводимый proof-of-concept на входе — машинный критерий вместо человеческой проверки правдоподобия, та же логика, что «тест как спецификация». Критерий «когда AI здесь опасен»: открытый процесс, где принимается правдоподобный текст от кого угодно и валидация дорога и лежит на людях.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разобранные риски.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Первое, из раздела про уровни A и B: риск — «почти правильный» код; контроль — человеческое ревью плюс тест до того, как доверять фрагменту. Второе,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Третье,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Четвёртое,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разобранные риски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Концептуальное ядро ответа на «что не делегируется»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 Последующий отчёт той же организации, «ROI of AI-assisted Software Development» (май 2026), не смягчает вывод, а заостряет его количественно: та же условность — AI сам по себе не чинит сломанные инженерные системы, как эту мысль формулирует интерпретирующее освещение отчёта в прессе, — плюс модельная оценка конкретной цены нестабильности: рост доли неудачных изменений всего с пяти до шести процентов в их выборке соответствует смоделированному эффекту порядка минус триста сорок четыре тысячи долларов для типичной организации. Отчёт вводит и полезный образ — J-кривую: при масштабировании AI поверх слабого процесса стабильность сначала временно проседает, и только команды, инвестировавшие в инженерные основы заранее, проходят этот провал и выходят на устойчивый выигрыш.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быстрее, и это теперь измеримо в конкретных долларах, а не только в абстрактной «стабильности».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 (и войдёт в J-кривую без выхода из неё);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семидесяти-восьмидесяти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jpg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1-metr-real-sou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090318"/>
            <a:ext cx="4315968" cy="226588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0336" y="5029200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METR · официальный график исследования · CC-BY · metr.org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5248656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28090"/>
                </a:solidFill>
                <a:latin typeface="Arial"/>
              </a:rPr>
              <a:t>perception-gap: ощущение скорости ≠ факт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Ускоряет ли AI лично вас — и откуда вы это знаете? «Мне кажется, помогает» — гипотеза,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6446520" cy="3163824"/>
          </a:xfrm>
          <a:prstGeom prst="roundRect">
            <a:avLst>
              <a:gd name="adj" fmla="val 96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44752"/>
            <a:ext cx="5971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792224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01952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1865376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679191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88920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752344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566159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75887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3639311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316736"/>
            <a:ext cx="4572000" cy="2139696"/>
          </a:xfrm>
          <a:prstGeom prst="roundRect">
            <a:avLst>
              <a:gd name="adj" fmla="val 142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444752"/>
            <a:ext cx="4096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755648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7556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176272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9689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59689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017520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1752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602736"/>
            <a:ext cx="45720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657600"/>
            <a:ext cx="413308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70001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" y="4992624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ghost-text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6350" y="49926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Tab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8766" y="4992624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JetBrains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340096"/>
            <a:ext cx="599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A — самый зрелый и широкий по охвату уровень; лидер по охвату — Copilot-класс, но рост лидера остановился.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80448" y="4700016"/>
            <a:ext cx="4622703" cy="107899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6752" y="4736592"/>
            <a:ext cx="4330095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«Copilot — №1» — это охват, не динамика. Стагнация лидера ≠ «инструмент умер». На уровень A ставит режим tab-completion, а не логотип.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2788920" cy="42062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92224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92224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86000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286000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79776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5844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6393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1120140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982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41264"/>
            <a:ext cx="11201400" cy="122529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650992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" y="5943600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ChatGPT-чат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1484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Chat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3862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Cmd-K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6291072"/>
            <a:ext cx="599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чат-LLM — самый массовый способ применять AI к коду (не требует интеграции, доступен каждому).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80448" y="5650992"/>
            <a:ext cx="4622703" cy="100584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6752" y="5687568"/>
            <a:ext cx="4330095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Чат-LLM — строго уровень B (петля copy-paste, человек после каждого шага), даже если вендор обещает «агентно»: без обвязки «может агентно» — маркетинг.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481328"/>
            <a:ext cx="4480560" cy="14447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200" b="1" i="0">
                <a:solidFill>
                  <a:srgbClr val="21295C"/>
                </a:solidFill>
                <a:latin typeface="Arial"/>
              </a:rPr>
              <a:t>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176"/>
            <a:ext cx="6446520" cy="2871216"/>
          </a:xfrm>
          <a:prstGeom prst="roundRect">
            <a:avLst>
              <a:gd name="adj" fmla="val 106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554480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572768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~95–96%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51760"/>
            <a:ext cx="5971031" cy="384048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51760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разрыв ~15–17 процентных пунктов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090672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10896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~69–80%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08176"/>
            <a:ext cx="4572000" cy="128016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517904"/>
            <a:ext cx="4096512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95%» на знакомом коде → «7–8 из 10»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798064"/>
            <a:ext cx="45720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907791"/>
            <a:ext cx="40965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4439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4865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541264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Claude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1484" y="5541264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Composer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8804" y="5541264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888736"/>
            <a:ext cx="599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C — самый быстрорастущий уровень; частый паттерн «связка инструментов» (редактор-агент + кодинг-агент).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448" y="5248656"/>
            <a:ext cx="4622703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6752" y="5285232"/>
            <a:ext cx="4330095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SWE-bench как доказательство автономии дыряв: высокая цифра ≠ «мерджить без senior-ревью». Уровень задаёт режим (сам итерирует и гоняет тесты), а не бренд.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мерило: набор реальных задач, на котором сравнивают модели; лидеры меняются почти еженедельно. Цифра без среза («Verified или Pro?») и без даты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1696" y="4169663"/>
            <a:ext cx="4773168" cy="32918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169663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17136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40096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449824"/>
            <a:ext cx="626345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742432"/>
            <a:ext cx="1175918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57424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Devin 2.0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8881" y="5742432"/>
            <a:ext cx="57607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Jules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6393" y="5742432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6089904"/>
            <a:ext cx="626345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D — самый молодой сегмент; мульти-агентные системы — верхняя кромка, emerging, а не мейнстрим.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0425" y="5449824"/>
            <a:ext cx="4352726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729" y="5486400"/>
            <a:ext cx="406011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«Полностью автономный инженер» (Devin) — overclaim, не факт. Copilot coding agent в проде = 5 отказов + «аварийный выключатель» → гейты обязательны.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511296"/>
            <a:ext cx="3017520" cy="1042415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21295C"/>
                </a:solidFill>
                <a:latin typeface="Arial"/>
              </a:rPr>
              <a:t>58%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AI-slop как DDoS на внимание сопровождающих.</a:t>
            </a:r>
          </a:p>
        </p:txBody>
      </p:sp>
      <p:pic>
        <p:nvPicPr>
          <p:cNvPr id="3" name="Picture 2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108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8229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curl — критичная open-source-библиотека, её ведёт небольшая команда. В её bug-bounty хлынул поток AI-сгенерированных «отчётов»: к июлю 2025 объём вырос ×8, доля валидных упала с ~15% до &lt;5% (пример — фиктивные GDB-дампы + ссылка на несуществующую функцию). Платный bounty закрыт 26.01.2026; полный мораторий на приём — 01.07–03.08.2026.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11475720" cy="1847088"/>
          </a:xfrm>
          <a:prstGeom prst="roundRect">
            <a:avLst>
              <a:gd name="adj" fmla="val 165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88366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Асимметрия стоимости — почему это атака, а не просто спам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Сгенерировать фейк-отчёт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секунды · почти ноль усилий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правдоподобный жаргон, дампы, ссылки — по форме не отличить от настоящего без ручной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5564" y="2295144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5564" y="2295144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× 1000+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92140" y="2642615"/>
            <a:ext cx="822960" cy="45720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55564" y="3154679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5564" y="3154679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разрыв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8252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4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Опровергнуть фейк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2844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часы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2844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понять сценарий · воспроизвести (или показать невоспроизводимость) · проверить смежный код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673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822191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Одна сторона дешевеет в тысячи раз, другая нет — процесс ломается. Атакуется не сервер, а невосполнимый ресурс — время разбора сопровождающих (DDoS на внимание). Закроют канал — реальные уязвимости утонут в шуме, риск уходит во всю supply-chain.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91456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846320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Виновата архитектура процесса, не «AI» (запрет неисполним). Чинить процесс, не-AI: приватное раскрытие (GitHub Security Advisories) · убрать junk-стимул · барьер воспроизводимого PoC на входе — машинный критерий вместо человеческой проверки правдоподобия.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Критерий «когда AI здесь опасен»: открытый процесс, принимающий правдоподобный текст от кого угодно, И дорогая валидация на людях. Конкретные доли уточняются, асимметрия стабильна.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69417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(~5000 команд) + ROI-отчёт (май 2026)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98678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подряд: «AI не чинит команду — он усиливает то, что уже есть».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40740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ROI-отчёт (2026): та же условность количественно — рост доли неудачных изменений 5%→6% ≈ −$344 000; J-кривая — временный провал стабильности без готовых gate заранее.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10912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065776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быстрее, и это теперь измеримо в долларах, а не только в абстрактной «стабильности».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547872"/>
            <a:ext cx="1481328" cy="310896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547872"/>
            <a:ext cx="1481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(~69–80%)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58064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740664"/>
            <a:ext cx="402336" cy="4023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6152" y="63093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996696"/>
            <a:ext cx="491032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47672"/>
            <a:ext cx="5806440" cy="1481328"/>
          </a:xfrm>
          <a:prstGeom prst="roundRect">
            <a:avLst>
              <a:gd name="adj" fmla="val 2057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057400"/>
            <a:ext cx="53309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87752"/>
            <a:ext cx="53309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30168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18888"/>
            <a:ext cx="5806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Семинар 4 — на следующей неделе. Дополнительные вопросы — на e-mail.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502920"/>
            <a:ext cx="5166360" cy="512064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2-replit-real-sou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517" y="630936"/>
            <a:ext cx="3265245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65976" y="5148072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X (Jason Lemkin) · 18 июля 2025 · архив Wayback Machine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5349240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Агент подтверждает: удалил прод-БД в code-freeze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