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примитивов курирования, которые снижают риск context rot, есть собственный честный предел, симметричный самому context rot. Компакция — это суммаризация, а суммаризация по определению с потерями: если в диалоге было явно принято решение — не использовать библиотеку X из-за лицензионного конфликта, не трогать эндпоинт, от которого зависит legacy-клиент, — а модель при сжатии контекста сочла деталь второстепенной, решение исчезает молча. Никакой ошибки не возникает: агент просто через несколько ходов предлагает именно то, от чего только что отказались, и никто не замечает пропажи, пока она не всплывёт на ревью или в проде. JIT-retrieval страдает симметрично с другой стороны того же компромисса: агент подгружает то, о чём догадался спросить, а то, о существовании чего он не знает, не запросит никогда — и это не лечится «дампом всего», потому что дамп и был исходной проблемой.</a:t>
            </a:r>
          </a:p>
          <a:p>
            <a:r>
              <a:t>У операционной истории задач — отдельный, менее заметный класс устаревания, чем у постоянных инструкций. Файл инструкций один, и его перечитывают вместе с проектом при каждом ревью; архив runbook — десятки отдельных документов, и стареет он незаметно: разбор бага, зафиксированный полгода назад вместе с обходным путём, остаётся в архиве и после того, как баг закрыт апстримом — агент находит документ по релевантности запроса, а не по актуальности, и предлагает решение уже несуществующей проблемы.</a:t>
            </a:r>
          </a:p>
          <a:p>
            <a:r>
              <a:t>И у самих постоянных инструкций есть режим отказа хуже отсутствия: несвежий AGENTS.md вреднее отсутствующего, потому что и агент, и человек доверяют артефакту, который перестал описывать реальный проект, — файл предписывает устаревшую команду сборки или снятое рефакторингом ограничение, а агент следует ему буквально. Курирование не устраняет риск, а меняет один риск на другой — и критерий из этого прямой: решение, которое нельзя терять молча, фиксируют не в сжимаемой сессии, а в постоянном слое.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Постоянный слой инструкций — AGENTS.md — агент читает каждый ход, и платить за него контекстом приходится всегда, даже если инструкция нужна раз в квартал. Skill решает ровно этот компромисс: это папка с файлом SKILL.md, которая подгружается только тогда, когда задача ей соответствует. До вызова она не стоит почти ничего.</a:t>
            </a:r>
          </a:p>
          <a:p>
            <a:r>
              <a:t>Вопрос важнее механики: что в разработке действительно имеет смысл выносить в skill. Практика сводится к трём узнаваемым типам. Первый — прогон проверок одной командой: линтер, проверка типов и тесты конкретного репозитория вызываются единым обращением, а не восстанавливаются агентом заново по обрывкам конфигурации. Второй — одноразовая база под интеграционный тест: как поднять настоящий Postgres или Kafka в контейнере на время прогона и погасить после. Третий — сборка документации по коду: пройти структуру проекта и зависимости, собрать README и записи об архитектурных решениях. Профиль у всех трёх один: шагов много, нужно редко.</a:t>
            </a:r>
          </a:p>
          <a:p>
            <a:r>
              <a:t>Граница важна не меньше списка. Skill не нужен, если процедура требуется каждый ход — её место в AGENTS.md; если задача разовая — достаточно попросить в чате; если это один факт, а не последовательность шагов — хватит строки в инструкциях. Отдельно вредны skill'ы «обо всём сразу»: агент выбирает skill по описанию, и размытое описание он либо не найдёт вовремя, либо применит не к месту. То же правило независимо сформулировано в свежей работе по инженерии ПО: один skill — одна цельная, узнаваемая по описанию способность.</a:t>
            </a:r>
          </a:p>
          <a:p>
            <a:r>
              <a:t>Формат заявлен как открытый стандарт и подтверждён у Codex CLI, но у Cursor слоя «по требованию» нет — там правила, активные всегда. Фразу «инструмент поддерживает skills» стоит уточнять, а не принимать на слово.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MCP агент видит только файлы рабочей копии и терминал. Этого хватает для кода, но не для того, что лежит вне репозитория: трекер задач, живой браузер, система сборки. Пока моста нет, мостом работает инженер — переносит данные руками. MCP убирает мост: сервер при подключении публикует список своих инструментов, и агент вызывает их тем же циклом, что и встроенные.</a:t>
            </a:r>
          </a:p>
          <a:p>
            <a:r>
              <a:t>У этого есть цена, о которой говорят реже. Сервер публикует не весь интерфейс системы, а отобранный набор инструментов. Чего в наборе нет — агенту недоступно, даже если сама система это умеет: набор инструментов GitHub MCP — подмножество того, что доступно через API GitHub и через команду gh в терминале. Плюс каждая схема инструмента занимает контекст постоянно, с момента подключения, а не по вызову. Поэтому там, где у агента уже есть терминал, узкая команда часто дешевле MCP-вызова, а активный набор серверов стоит держать минимальным.</a:t>
            </a:r>
          </a:p>
          <a:p>
            <a:r>
              <a:t>Отдельно — безопасность, и здесь важно не перепутать знак. Смертельная тройка — доступ к данным, канал наружу и недоверенный контент; опасна именно их комбинация. Один сервер обычно даёт первые две сразу, одним подключением, а третья приходит по тому же каналу, как только агент читает чужую задачу. Это риск, а не удобство: концентрация доступа, а не защита. Задокументированный случай: спрятанные в публичных задачах инструкции заставляли агента выводить данные приватных репозиториев через создаваемые заявки на слияние.</a:t>
            </a:r>
          </a:p>
          <a:p>
            <a:r>
              <a:t>Закрывается это тремя шагами, и порядок в них существенен. По умолчанию — только чтение: инструменты записи пропускаются, даже если агент их запросил. Запись открывают под конкретную задачу отдельным решением, а не настройкой из коробки. И чем меньше серверов подключено, тем меньше и углов тройки, и постоянного контекста.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логирования задач наращивают под задачу, а не берут сразу максимум. Паттерны выстраиваются по возрастанию сложности.</a:t>
            </a:r>
          </a:p>
          <a:p>
            <a:r>
              <a:t>Самый простой — один файл, общий хронологический лог: всё, что происходило, пишется подряд. Он даёт цельную картину «что и когда» и хорошо читается человеком, но в команде становится узким местом — все правят одно и то же место, и конфликты слияния идут постоянно. Следующий шаг — папка, в которой на каждую задачу заводится один файл. Конфликтов заметно меньше: разные люди пишут в разные файлы. Гранулярность здесь выбрана не произвольно: открытый проект Backlog.md привязывает размер файла к правилу «одна задача — одно контекстное окно — одна заявка на слияние», чтобы изменения оставались того размера, который человек способен прочитать целиком. Самый развесистый вариант — своя папка на задачу с несколькими файлами внутри: только он даёт детальный след промежуточных шагов, нужен на долгих сложных задачах и заметно плодит директории.</a:t>
            </a:r>
          </a:p>
          <a:p>
            <a:r>
              <a:t>Выбор определяют три вопроса: кто работает — один человек или команда; как долго живёт задача; зачем нужен след — восстановить хронологию, отчитаться или разобрать ход рассуждения.</a:t>
            </a:r>
          </a:p>
          <a:p>
            <a:r>
              <a:t>Есть и четвёртый вариант, не файловый: вести операционный лог в трекере — Jira, Linear, GitHub Issues. Плюсы реальные: он виден нетехническим участникам, ложится в уже принятый процесс команды и не засоряет репозиторий. Минус конкретный: трекер лежит вне файлового контекста агента, и чтобы агент его читал, нужен мост через MCP или API — лишняя внешняя зависимость и сетевой вызов вместо локального чтения файла.</a:t>
            </a:r>
          </a:p>
          <a:p>
            <a:r>
              <a:t>Отдельно стоит различать то, что логом задач не является: встроенные списки дел живут внутри одной сессии и не переживают её, а история коммитов как единственный лог — рабочий, но нигде не формализованный подход.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git безразличен к тому, что написано в сообщении коммита и как названа ветка: он ничего из этого не проверяет. Конвенция — не требование инструмента, а добровольная договорённость команды, записанная там, где её видят все, включая агента. Записанной её делает AGENTS.md: правило, живущее только в голове разработчика, агент прочитать не может.</a:t>
            </a:r>
          </a:p>
          <a:p>
            <a:r>
              <a:t>Смысл каждой из трёх договорённостей стоит понимать отдельно от синтаксиса.</a:t>
            </a:r>
          </a:p>
          <a:p>
            <a:r>
              <a:t>Коммит. Первая строка начинается с пометы, что это за изменение, и только потом идёт описание. Помета нужна не человеку, а программе — по ней автоматически собираются список изменений релиза и новый номер версии: исправление поднимает младшую цифру, новая возможность — среднюю. В работе с агентом смысл усиливается: он коммитит систематически и на порядок чаще человека, и перечитывать каждый коммит глазами уже некому — структура превращает объём в актив, а не в шум.</a:t>
            </a:r>
          </a:p>
          <a:p>
            <a:r>
              <a:t>Ветка. Тип задачи, косая черта, короткое описание строчными буквами, а для веток агента — отдельные приставки. Имя ветки — единственное, что ревьюер видит до того, как открыл изменения. Приставка сразу говорит, что ветку вёл агент, и на такие ветки можно повесить отдельное правило проверки. Без договорённости список веток превращается в «test2» и «fix-final».</a:t>
            </a:r>
          </a:p>
          <a:p>
            <a:r>
              <a:t>Описание заявки на слияние. Фиксированный набор разделов: зачем, что изменилось, что не трогали, чем проверено, риски, что отложено. Ревьюер тратит время на проверку, а не на восстановление замысла. Больше всего экономит раздел «что не трогали» — он снимает необходимость искать побочные эффекты там, где их не было. Шаблон агент заполняет по ходу работы, а не вспоминает в конце.</a:t>
            </a:r>
          </a:p>
          <a:p>
            <a:r>
              <a:t>Правило, общее для всех трёх: агент никогда не коммитит прямо в общую ветку — каждая задача получает свою.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сессия одна, рабочая копия репозитория одна и вопросов не вызывает. Проблема появляется, когда параллельно идут несколько агентных сессий или несколько задач одного разработчика: файлы у них общие, и незакоммиченные правки одной сессии видит — и может испортить — другая. Это не умозрительный риск. В разборе claude-code #60295 описан ровно такой случай: две сессии работали в одном каталоге над разными ветками, одна переключила ветку — и рабочее дерево второй молча изменилось; вторая сессия не имела способа узнать, что её представление о состоянии устарело, а попытка «починить» такое состояние деструктивными командами грозит уже потерей данных. На том же классе конфликта курс терял часы собственной работы.</a:t>
            </a:r>
          </a:p>
          <a:p>
            <a:r>
              <a:t>Git worktree разводит именно файлы: каждая сессия получает свою рабочую директорию со своей веткой. История при этом остаётся одна — папка не копия репозитория, а ещё один вид на ту же историю, поэтому создание такой папки дешевле клонирования: объектный граф не дублируется. Достаточно двух команд. У Claude Code изоляция ещё и принудительная, а не на честном слове: инструмент блокирует правки с рабочей директорией вне назначенной папки, так что задеть соседнюю сессию нельзя даже по ошибке.</a:t>
            </a:r>
          </a:p>
          <a:p>
            <a:r>
              <a:t>Где эта изоляция заканчивается, стоит знать заранее. Разведены только файлы, а каталог .git — общий, и замок на нём тоже общий. В разборе claude-code #55724 из тринадцати параллельных агентов пятеро закоммитили успешно, а восьмеро потеряли несохранённую работу на конкуренции за .git/index.lock; при пяти сессиях сбой случается изредка, при десяти и больше — почти наверняка. Сколько папок держать параллельно, единой нормы нет: называют и три-пять, и четыре-восемь, но это консенсус блогов, а не измеренная величина из документации.</a:t>
            </a:r>
          </a:p>
          <a:p>
            <a:r>
              <a:t>Вывод: сама механика worktree старше любого AI-агента и от него не зависит; новое — только частота, с которой параллельные сессии делают общую папку дорогой ошибкой.</a:t>
            </a:r>
          </a:p>
          <a:p>
            <a:r>
              <a:t>Источники:</a:t>
            </a:r>
          </a:p>
          <a:p>
            <a:r>
              <a:t>[1] Git —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  <a:p>
            <a:r>
              <a:t>[3] claude-code #60295 — подмена ветки — две сессии в одном рабочем каталоге: checkout одной незаметно переключает рабочее дерево другой, reflog приложен; закрыт как not planned. https://github.com/anthropics/claude-code/issues/60295</a:t>
            </a:r>
          </a:p>
          <a:p>
            <a:r>
              <a:t>[4] claude-code #55724 — замок .git — 13 параллельных агентов: 5 закоммитили, 8 потеряли работу на конкуренции за .git/index.lock; закрыт как дубликат. https://github.com/anthropics/claude-code/issues/55724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e2e-браузерный MCP-инструмент. Здесь — фокус не на обзоре рынка тестовых SaaS-платформ, а на конкретном вопросе: чем агент проверяет БД и сеть локально, на машине разработчика, без выхода во внешний облачный сервис.</a:t>
            </a:r>
          </a:p>
          <a:p>
            <a:r>
              <a:t>Тестирование с базой данных — Testcontainers: поднимает реальный сервис в Docker-контейнере на эфемерном порту прямо на машине и уничтожает его после прогона; единственная внешняя зависимость — локальный Docker daemon, ничего не уходит в облако. Зачем это агенту: та же логика детерминированного харнеса — реальная, но одноразовая БД, на которой тест либо детерминированно проходит, либо падает. AI-специфика скромная: не «умнее анализирует БД», а skill даёт процедурное знание, как написать корректный Docker Compose.</a:t>
            </a:r>
          </a:p>
          <a:p>
            <a:r>
              <a:t>Сетевые моки — MSW для JS/TS: перехватывает HTTP-запросы на уровне сети прямо в процессе, один и тот же handler переиспользуется в unit, integration, e2e и Storybook. Честная оговорка: без реального примера ответа API в контексте агент может «придумать» форму ответа по обучающим данным — подавать настоящий JSON-пример не опция, а обязательная часть промпта.</a:t>
            </a:r>
          </a:p>
          <a:p>
            <a:r>
              <a:t>WireMock здесь нужно честно развести: локальное OSS-ядро зрелое, но AI-фичи вендора размещены преимущественно на платном WireMock Cloud — «WireMock локальный» и «AI-функционал WireMock локальный» — два разных утверждения. И нишевый честный пример — pytest-generator: полностью локальная, CPU-only генерация тестов, точность около семидесяти семи процентов self-reported, низкая adoption, вендор сам предупреждает о необходимости ревью.</a:t>
            </a:r>
          </a:p>
          <a:p>
            <a:r>
              <a:t>Суждение: Testcontainers и MSW — берите готовыми, они зрелые; skill-обёртку вокруг уже работающего CI-цикла — делайте сами, это дешевле, чем искать AI-native замену уже отлаженной инфраструктуре.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agents.md/" TargetMode="External"/><Relationship Id="rId7" Type="http://schemas.openxmlformats.org/officeDocument/2006/relationships/hyperlink" Target="https://www.trychroma.com/research/context-rot" TargetMode="External"/><Relationship Id="rId8" Type="http://schemas.openxmlformats.org/officeDocument/2006/relationships/hyperlink" Target="https://www.anthropic.com/engineering/effective-context-engineering-for-ai-agents" TargetMode="Externa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hyperlink" Target="https://www.anthropic.com/engineering/effective-context-engineering-for-ai-agents" TargetMode="Externa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43.png"/><Relationship Id="rId4" Type="http://schemas.openxmlformats.org/officeDocument/2006/relationships/image" Target="../media/image24.png"/><Relationship Id="rId5" Type="http://schemas.openxmlformats.org/officeDocument/2006/relationships/image" Target="../media/image41.png"/><Relationship Id="rId6" Type="http://schemas.openxmlformats.org/officeDocument/2006/relationships/hyperlink" Target="https://agentskills.io/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arxiv.org/abs/2607.25032" TargetMode="External"/><Relationship Id="rId9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47.png"/><Relationship Id="rId7" Type="http://schemas.openxmlformats.org/officeDocument/2006/relationships/image" Target="../media/image18.png"/><Relationship Id="rId8" Type="http://schemas.openxmlformats.org/officeDocument/2006/relationships/hyperlink" Target="https://github.com/github/github-mcp-server" TargetMode="External"/><Relationship Id="rId9" Type="http://schemas.openxmlformats.org/officeDocument/2006/relationships/hyperlink" Target="https://github.com/microsoft/playwright-mcp" TargetMode="External"/><Relationship Id="rId10" Type="http://schemas.openxmlformats.org/officeDocument/2006/relationships/hyperlink" Target="https://simonwillison.net/2025/Jun/16/the-lethal-trifecta/" TargetMode="External"/><Relationship Id="rId11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hyperlink" Target="https://github.com/MrLesk/Backlog.md" TargetMode="External"/><Relationship Id="rId7" Type="http://schemas.openxmlformats.org/officeDocument/2006/relationships/hyperlink" Target="https://code.claude.com/docs/en/best-practices" TargetMode="External"/><Relationship Id="rId8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hyperlink" Target="https://www.conventionalcommits.org/en/v1.0.0/" TargetMode="External"/><Relationship Id="rId7" Type="http://schemas.openxmlformats.org/officeDocument/2006/relationships/hyperlink" Target="https://conventionalbranch.org/" TargetMode="External"/><Relationship Id="rId8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47.png"/><Relationship Id="rId4" Type="http://schemas.openxmlformats.org/officeDocument/2006/relationships/image" Target="../media/image62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62.png"/><Relationship Id="rId7" Type="http://schemas.openxmlformats.org/officeDocument/2006/relationships/hyperlink" Target="https://git-scm.com/docs/git-worktree" TargetMode="External"/><Relationship Id="rId8" Type="http://schemas.openxmlformats.org/officeDocument/2006/relationships/hyperlink" Target="https://code.claude.com/docs/en/best-practices" TargetMode="External"/><Relationship Id="rId9" Type="http://schemas.openxmlformats.org/officeDocument/2006/relationships/hyperlink" Target="https://github.com/anthropics/claude-code/issues/60295" TargetMode="External"/><Relationship Id="rId10" Type="http://schemas.openxmlformats.org/officeDocument/2006/relationships/hyperlink" Target="https://github.com/anthropics/claude-code/issues/55724" TargetMode="External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hyperlink" Target="https://cognition.ai/blog/swe-bench-technical-report" TargetMode="External"/><Relationship Id="rId5" Type="http://schemas.openxmlformats.org/officeDocument/2006/relationships/hyperlink" Target="https://model-spec.openai.com/" TargetMode="Externa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hyperlink" Target="https://testcontainers.com/" TargetMode="External"/><Relationship Id="rId6" Type="http://schemas.openxmlformats.org/officeDocument/2006/relationships/hyperlink" Target="https://mswjs.io/docs" TargetMode="External"/><Relationship Id="rId7" Type="http://schemas.openxmlformats.org/officeDocument/2006/relationships/hyperlink" Target="https://wiremock.io/" TargetMode="External"/><Relationship Id="rId8" Type="http://schemas.openxmlformats.org/officeDocument/2006/relationships/hyperlink" Target="https://distillabs.ai/" TargetMode="External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68.png"/><Relationship Id="rId6" Type="http://schemas.openxmlformats.org/officeDocument/2006/relationships/image" Target="../media/image79.png"/><Relationship Id="rId7" Type="http://schemas.openxmlformats.org/officeDocument/2006/relationships/hyperlink" Target="https://www.thoughtworks.com/radar/techniques/complacency-with-ai-generated-code" TargetMode="External"/><Relationship Id="rId8" Type="http://schemas.openxmlformats.org/officeDocument/2006/relationships/hyperlink" Target="https://www.theregister.com/2026/01/21/curl_ends_bug_bounty/" TargetMode="External"/><Relationship Id="rId9" Type="http://schemas.openxmlformats.org/officeDocument/2006/relationships/hyperlink" Target="https://arxiv.org/abs/2504.14119" TargetMode="External"/><Relationship Id="rId10" Type="http://schemas.openxmlformats.org/officeDocument/2006/relationships/hyperlink" Target="https://tianpan.co/" TargetMode="External"/><Relationship Id="rId11" Type="http://schemas.openxmlformats.org/officeDocument/2006/relationships/hyperlink" Target="https://www.theregister.com/2026/02/" TargetMode="External"/><Relationship Id="rId1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1.png"/><Relationship Id="rId4" Type="http://schemas.openxmlformats.org/officeDocument/2006/relationships/image" Target="../media/image81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47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47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94.png"/><Relationship Id="rId9" Type="http://schemas.openxmlformats.org/officeDocument/2006/relationships/image" Target="../media/image95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83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.png"/><Relationship Id="rId4" Type="http://schemas.openxmlformats.org/officeDocument/2006/relationships/image" Target="../media/image101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Постоянный слой инструкций — не память: агент читает его каждую сессию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3856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Четыре смежных, но разных понятия: инструкции (AGENTS.md) · курирование контекста сессии · операционная история · память (слот 1) — не путать.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pic>
        <p:nvPicPr>
          <p:cNvPr id="30" name="Picture 29" descr="band-monkey-pupp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Anthropic — context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Курирование не устраняет риск — оно меняет один риск на другой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Компакция теряет молча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Суммаризация — с потерями: отклонённое решение («библиотеку X не использовать») может исчезнуть из резюме без ошибки — агент предложит именно то, от чего отказались.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help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7992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JIT не спросит о неизвестном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подгружает то, о чём догадался спросить; то, о существовании чего не знает, — не запросит никогда. Симметричный предел той же техники.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49961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3608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Несвежий AGENTS.md вреднее отсутствующего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буквально: устаревшая команда сборки, снятое ограничение, которому агент следует.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Решение, которое нельзя терять молча, не доверяют компакции сессии — его фиксируют в постоянном слое инструкций.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 разработке skill окупается на редкой, но повторяемой процедуре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В РАЗРАБОТКЕ ДЕЙСТВИТЕЛЬНО ВЫНОСЯТ В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61872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5"/>
            <a:ext cx="402336" cy="402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389888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Прогон проверок одной командой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700784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Линтер → проверка типов → тесты (ruff/mypy/pytest либо eslint/tsc/vitest) вызываются одним обращением, а не восстанавливаются заново под конвенции конкретного репозитория.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6151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52728" y="2596896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Одноразовая база под интеграционный тест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907792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 поднять настоящий Postgres или Kafka в контейнере на время прогона и погасить после. Процедура записана — агент не вспоминает конфигурацию по памяти.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e-cod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822192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52728" y="3803904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Сборка документации по коду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14800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Пройти структуру проекта и зависимости, собрать README и записи об архитектурных решениях. Шагов много, нужно редко — ровно тот профиль, ради которого skill и заводят.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5604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lint+type-check+test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README Generator skill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987552"/>
            <a:ext cx="4361688" cy="1426464"/>
          </a:xfrm>
          <a:prstGeom prst="roundRect">
            <a:avLst>
              <a:gd name="adj" fmla="val 21367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slash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07899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19288" y="1097280"/>
            <a:ext cx="35204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Когда skill не нужен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1444752"/>
            <a:ext cx="3959351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нужно каждый ход (сборка, тесты) — это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разовая задача — достаточно попросить в чате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один факт, а не процедура — строка в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«обо всём сразу» — модель не выберет такой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61488"/>
            <a:ext cx="4361688" cy="10058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889504"/>
            <a:ext cx="399592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в контексте каждый ход, платите за него всегда.</a:t>
            </a:r>
          </a:p>
          <a:p>
            <a:pPr algn="l">
              <a:lnSpc>
                <a:spcPct val="114000"/>
              </a:lnSpc>
              <a:spcBef>
                <a:spcPts val="400"/>
              </a:spcBef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SKILL.md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грузится только по вызову, до вызова стоит ноль.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968496"/>
            <a:ext cx="43616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Честно: формат открыт (Agent Skills standard) и подтверждён у Codex CLI, но у Cursor слоя «по требованию» нет — там правила, активные всегда. «Инструмент поддерживает skills» стоит уточнять.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Правило разделения: нужно каждый ход — в AGENTS.md; редко, но подробно — в skill; один раз — просто скажите в чате.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Destefanis — Authoring Agent Skills (arXiv:2607.25032)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MCP убирает человека-мост — ценой более узкого доступа к системе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9202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1280160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1828800"/>
            <a:ext cx="1810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084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1024128"/>
            <a:ext cx="8820149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1261872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9584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задачи, заявки на слияние (pull request), сборки — по наборам инструментов, включаемым выборочно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665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1842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34" y="1261872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05346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6434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браузер: структурное дерево элементов вместо снимка экрана; кликает, заполняет формы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7427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77604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2196" y="12618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81108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2196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репозиторий,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83189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578608"/>
            <a:ext cx="112014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MCP уже, чем прямой доступ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" y="2962656"/>
            <a:ext cx="4480560" cy="237744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2971799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полный интерфейс системы: её API и команда в терминале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" y="3255263"/>
            <a:ext cx="1965960" cy="237744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3264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DejaVu Sans"/>
              </a:rPr>
              <a:t>набор инструментов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8064" y="3264407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— подмножество, а не весь интерфейс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6883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Сервер публикует не весь интерфейс системы, а отобранный набор инструментов: чего в наборе нет — агенту недоступно, даже если система это умеет. Плюс каждая схема инструмента занимает контекст постоянно — поэтому там, где у агента уже есть шелл, узкая команда часто дешевле MCP-вызова.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-aler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803904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430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Опасность: одно подключение — два угла из трёх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114800"/>
            <a:ext cx="48554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Смертельная тройка (Lethal Trifecta): доступ к данным + канал наружу + недоверенный контент. Один сервер обычно даёт первые два разом, а третий приходит тем же каналом. Задокументировано: спрятанные в публичных задачах инструкции выводили данные приватных репозиториев через создаваемые заявки на слияние.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70448" y="4206240"/>
            <a:ext cx="45720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65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hield-check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7688" y="3803904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866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Чем закрывается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7688" y="4096512"/>
            <a:ext cx="485546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1. Только чтение по умолчанию — инструменты записи пропускаются, даже если агент их запросил.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2. Запись открывают под конкретную задачу, отдельным решением, а не настройкой из коробки.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3. Минимум подключённых серверов — меньше углов и контекста.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риск, а не удобство: по умолчанию — только чтение, а доступ на запись открывают осознанно и под задачу.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Willison — the lethal trifecta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Логирование наращивают под задачу, а не берут максимум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9264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СЛОЖНОСТЬ НАРАСТАЕТ СЛЕВА НАПРАВО:  один файл  →  набор файлов в одной папке  →  структура папок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st-ordered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43584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Один файл — общий лог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5488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4358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2416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Папка, файл на задачу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8056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le-stack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43584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34984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Папка на задачу + файлы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7556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ОДИН ИЛИ 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993392"/>
            <a:ext cx="338023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но частые конфликты слияния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5488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3504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056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6072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Один разработчик или малая команда; плодит директории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54203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2779776"/>
            <a:ext cx="3380231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5488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3504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заявка на слияние»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8056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6072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1272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3364991"/>
            <a:ext cx="3380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5488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3504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8056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6072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80390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100" b="0" i="1">
                <a:solidFill>
                  <a:srgbClr val="1C7293"/>
                </a:solidFill>
                <a:latin typeface="DejaVu Sans Mono"/>
              </a:rPr>
              <a:t>notes/decisions.md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Backlog.md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21295C"/>
                </a:solidFill>
                <a:latin typeface="DejaVu Sans Mono"/>
              </a:rPr>
              <a:t>notes/research/*.md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096512"/>
            <a:ext cx="7498079" cy="1042415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ayout-grid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69664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" y="4178808"/>
            <a:ext cx="67299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Четвёртый вариант — лог в трекере (Jira, Linear, GitHub Issues)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498848"/>
            <a:ext cx="71688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За: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виден нетехническим участникам, ложится в уже принятый процесс команды, не засоряет репозиторий.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Против: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лежит вне файлового контекста агента — нужен мост через MCP или API; лишняя внешняя зависимость и сетевой вызов вместо локального чтения.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4096512"/>
            <a:ext cx="3611880" cy="1042415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38744" y="4187952"/>
            <a:ext cx="33192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5B6678"/>
                </a:solidFill>
                <a:latin typeface="DejaVu Sans"/>
              </a:rPr>
              <a:t>Вообще не лог задач: </a:t>
            </a:r>
            <a:r>
              <a:rPr sz="950" b="0" i="1">
                <a:solidFill>
                  <a:srgbClr val="5B6678"/>
                </a:solidFill>
                <a:latin typeface="DejaVu Sans"/>
              </a:rPr>
              <a:t>встроенный TodoWrite/Task* живёт внутри одной сессии; история коммитов как единственный лог — рабочий, но нигде не формализованный вариант.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нужен аудит-след — а не то, что первым попалось.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best practices (Task-инструменты)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Git-конвенции — договорённость команды, а не требование git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71323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33856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97864" y="1060704"/>
            <a:ext cx="1032357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Сам git безразличен к тому, что написано в сообщении коммита и как названа ветка, — он ничего из этого не проверяет. Конвенция — добровольная договорённость команды, записанная в AGENTS.md: оформлять историю одинаково, чтобы её могли разобрать и человек, и программа. Агент следует только той договорённости, которую видит записанной.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Коммит</a:t>
            </a:r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88366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Заранее согласованный вид первой строки коммита: сначала помета «что это за изменение», потом описание.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feat(auth): вход по одноразовому коду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fix(api): не терять заголовок при повторе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Помету читает не человек, а программа: по ней сами собираются список изменений релиза и новый номер версии (fix → 2.4.1, feat → 2.5.0). Агент коммитит на порядок чаще человека — перечитывать каждый коммит глазами уже некому.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5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Ветка</a:t>
            </a:r>
          </a:p>
        </p:txBody>
      </p:sp>
      <p:pic>
        <p:nvPicPr>
          <p:cNvPr id="17" name="Picture 16" descr="git-bran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1" y="1883664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5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Тип задачи, косая черта, короткое описание строчными буквами. Для веток агента — отдельные приставки.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claude/security-patch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ai/refactor-auth-flow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Имя ветки — единственное, что ревьюер видит до того, как открыл изменения. Приставка сразу говорит, что ветку вёл агент, и на такие ветки можно повесить своё правило. Без договорённости список веток — это «test2» и «fix-final».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1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Описание</a:t>
            </a:r>
          </a:p>
        </p:txBody>
      </p:sp>
      <p:pic>
        <p:nvPicPr>
          <p:cNvPr id="26" name="Picture 25" descr="git-pull-reques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883664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31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Заявка на слияние (pull request) — окно, где изменения показывают человеку до попадания в общий код.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Зачем → Что изменилось → Что не трогали →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Чем проверено → Риски → Что отложено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Ревьюер тратит время на проверку, а не на восстановление замысла. Больше всего экономит строка «что не трогали»: не искать побочные эффекты там, где их не было. Без шаблона каждая заявка оформлена по-своему. Шаблон агент заполняет по ходу работы.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8289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Правило, общее для всех трёх: агент никогда не коммитит прямо в общую ветку — каждая задача получает свою. То же, что курс требует от людей.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Договорённость, которая нигде не записана, не работает: агент следует только тому правилу, которое видит в AGENTS.md.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Conventional Branch v1.1.0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У каждой параллельной сессии — своя папка; общая у них только история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07007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СЕССИИ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01952"/>
            <a:ext cx="914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ФАЙЛЫ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70048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ИСТОРИЯ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.git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7904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FFFFF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7" y="950976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66543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 worktree — одна папка на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7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27148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55263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918203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19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509259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64207" y="1956816"/>
            <a:ext cx="466344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sta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224" y="2075688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76272" y="2011680"/>
            <a:ext cx="40233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рабочая копия на всех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2231136"/>
            <a:ext cx="4023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незакоммиченные правки лежат в одних и тех же файлах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18204" y="2578608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64207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807208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76272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история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ломается: одна сессия незаметно переключает рабочее дерево другой — claude-code #60295. Курс терял на этом часы.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950976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912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С worktree — своя папка каждой сессии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4576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557515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4576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7557515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85632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148572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85632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148572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76688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739628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76688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1552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739628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94576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807208"/>
            <a:ext cx="310896" cy="31089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406640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история та же — этот уровень не изменился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меняется: разведены только файлы. Ветки и коммиты общие — папка не копия репозитория, а вид на ту же историю.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3950208"/>
            <a:ext cx="3749039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023360"/>
            <a:ext cx="3419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Две команды — и папка готова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" y="42611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git worktree add --detach /wt-a &lt;коммит&gt;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" y="44897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cd /wt-a &amp;&amp; git checkout -b задача-A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" y="4736592"/>
            <a:ext cx="3419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Дешевле клонирования: история не дублируется.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950208"/>
            <a:ext cx="3200400" cy="109728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lock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041648"/>
            <a:ext cx="292608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882896" y="4041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Не на честном слове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5424" y="4297680"/>
            <a:ext cx="29077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Claude Code блокирует правки с рабочей директорией вне назначенной папки: соседнюю сессию нельзя задеть даже по ошибке.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3950208"/>
            <a:ext cx="3931920" cy="1097280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143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18704" y="4041648"/>
            <a:ext cx="3639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Граница: общий .git — общий замок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18704" y="4279392"/>
            <a:ext cx="36393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Файлы разведены, а .git один на всех: 8 из 13 параллельных агентов потеряли несохранённую работу на замке .git/index.lock. При 5 сессиях — изредка, при 10+ — почти наверняка.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старше любого AI-агента; новое — только частота: параллельные сессии делают общую папку дорогой ошибкой каждый день.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 — документация worktree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Claude Code — docs, best practices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claude-code #60295 — подмена ветки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claude-code #55724 — замок .git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SWE-bench (эталонный бенчмарк на реальных GitHub issues): 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pic>
        <p:nvPicPr>
          <p:cNvPr id="20" name="Picture 19" descr="band-mocking-spongeb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5852491"/>
            <a:ext cx="2688336" cy="58455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OpenAI — Model 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Ценность TDD (test-driven development, разработка через тестирование) — структура (спека-тест + гейт), а не ритуал форсить порядок агенту. 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BDD (Behavior-Driven Development) — 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Локальный тестовый инструментарий кодинг-агента: БД, сеть, CI-цикл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8016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(а) БД — Testcontainers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8016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(б) Сеть — MSW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8016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(в) CI-цикл — skill-обёртка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856231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084831"/>
            <a:ext cx="33802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Реальный Postgres/Kafka/Redis в Docker, эфемерный порт, на машине агента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Перехват HTTP на уровне процесса — 1 handler для unit/e2e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lint → type-check → test вызывается одной командой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91693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45536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Без реального JSON-примера агент «придумывает» форму ответа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Не новый инструмент — упаковка уже работающей инфраструктуры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8620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ГОТОВЫМ / САМИМ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библиотека, с оговоркой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САМИМ — дешевле, чем искать AI-native замену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1713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28090"/>
                </a:solidFill>
                <a:latin typeface="DejaVu Sans Mono"/>
              </a:rPr>
              <a:t>mswjs.io handlers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lint+type-check+test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19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892039"/>
            <a:ext cx="108722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Облачный AI-слой (не мейнстрим): WireMock Cloud — AI Skills/MCP преимущественно здесь, не в локальном OSS-ядре · pytest-generator (Distil Labs) — CPU-only, ≈77% точность self-reported.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9823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50468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Локальный, детерминированный, уже существующий инструмент — берите и оборачивайте; облачный AI-слой — с честной оговоркой о разрыве.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pytest-generator (Distil Labs)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5" name="Picture 14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1426464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182880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pic>
        <p:nvPicPr>
          <p:cNvPr id="27" name="Picture 26" descr="band-evil-ker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5852160"/>
            <a:ext cx="351129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The Register / Decrypt — matplotlib hit-piece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pic>
        <p:nvPicPr>
          <p:cNvPr id="30" name="Picture 29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