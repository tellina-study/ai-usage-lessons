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мейнтейнеры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course-scaffold-конструкт,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показывают около восьмидесяти восьми–восьмидесяти девяти процентов. Цифра близка к девяноста и звучит как «агент почти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 около шестидесяти четырёх процентов. Один и тот же класс систем: около восьмидесяти восьми на знакомом публичном коде и около шестидесяти четырёх на честном незнакомом. Разрыв примерно в двадцать четыре процентных пункта — это и есть главный инженерный факт уровня C.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90%» превращается в «примерно 2 из 3».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второй раз. 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Это операционализация навыка LO7: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четыре точки возврата центрального вопроса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четыре точки возврата центрального вопроса.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Точка первая, из раздела про уровни A и B: риск — «почти правильный» код; контроль — человеческое ревью плюс тест до того, как доверять фрагменту. Точка вторая,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Точка третья,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Точка четвёртая,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точка возврата центрального вопроса — и концептуальное ядро ответа на «что не делегируется».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следствие, и пятый возврат ребром.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шестидесяти четырёх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ircle-help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1536192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3568" y="157276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perception-gap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2176272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разрыв между субъективным ощущением скорости («AI меня ускоряет») и объективно измеренным фактом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3822191"/>
            <a:ext cx="4572000" cy="1673352"/>
          </a:xfrm>
          <a:prstGeom prst="roundRect">
            <a:avLst>
              <a:gd name="adj" fmla="val 18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8352" y="3986783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Ускоряет ли AI лично вас — на сколько?
И откуда вы это знаете?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«Мне кажется, инструмент помогает» — это гипотеза, а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4752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591056"/>
            <a:ext cx="5971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975104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84832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2048256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990088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099816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063240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4005072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114800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078224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444752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591056"/>
            <a:ext cx="4096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9202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9202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3774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3774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8346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8346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2918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2918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931920"/>
            <a:ext cx="4572000" cy="13350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986784"/>
            <a:ext cx="4133087" cy="1225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11201400" cy="2432304"/>
          </a:xfrm>
          <a:prstGeom prst="roundRect">
            <a:avLst>
              <a:gd name="adj" fmla="val 1253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17904"/>
            <a:ext cx="2788920" cy="457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517904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517904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517904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517904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975104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75104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975104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975104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75104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975104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42032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542032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542032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542032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542032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542032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108960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108960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310896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310896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310896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310896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13632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968496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54880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864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303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5099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52303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65099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52303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65099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644652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847088"/>
            <a:ext cx="5971031" cy="1188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4233671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920240"/>
            <a:ext cx="169164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88,7%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3108960"/>
            <a:ext cx="5971031" cy="42062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108960"/>
            <a:ext cx="59710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−24 процентных пункта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602736"/>
            <a:ext cx="5971031" cy="1188720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12463"/>
            <a:ext cx="4233671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675888"/>
            <a:ext cx="169164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64,3%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45920"/>
            <a:ext cx="4572000" cy="1417320"/>
          </a:xfrm>
          <a:prstGeom prst="roundRect">
            <a:avLst>
              <a:gd name="adj" fmla="val 2150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92224"/>
            <a:ext cx="409651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90%» на знакомом коде → «примерно 2 из 3»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3200400"/>
            <a:ext cx="45720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3346704"/>
            <a:ext cx="40965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это бенчмарк (мерило): набор реальных задач, на котором сравнивают модели; лидеры меняются почти еженедельно. Цифра без среза («Verified или Pro?») и без даты для решения не информативна.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0AB00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206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201400" cy="12801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F0AB00"/>
                </a:solidFill>
                <a:latin typeface="Arial"/>
              </a:rPr>
              <a:t>58%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712463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(опрос ~5000 команд)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023360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подряд. Вывод DORA: AI не чинит команду — он усиливает то, что уже есть.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01184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56048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быстрее. Поэтому исторические практики и управление командой не исчезают — они уточняются.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solo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(~64%)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77724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0744" y="667512"/>
            <a:ext cx="10104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0698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20140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85232"/>
            <a:ext cx="11201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Семинар 4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