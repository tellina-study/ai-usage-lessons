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разработку по фазам, стоит зафиксировать масштаб, на котором всё это происходит. По данным опроса Stack Overflow за две тысячи двадцать пятый год — это более сорока девяти тысяч разработчиков из ста семидесяти семи стран — восемьдесят четыре процента используют или планируют использовать AI-инструменты в своей работе. Годом раньше их было семьдесят шесть процентов: за год доля выросла на восемь процентных пунктов. Отчёт DORA за тот же год, на выборке более пяти тысяч человек, даёт девяносто процентов уже использующих — рост на четырнадцать процентных пунктов к предыдущей волне. Формулировки вопросов у двух опросов разные, поэтому числа нельзя складывать или считать одной шкалой, но порядок величины они дают одинаковый. Половина профессиональных разработчиков работает с такими инструментами ежедневно, а медианное время работы с ними — около двух часов в день, то есть примерно четверть рабочего дня.</a:t>
            </a:r>
          </a:p>
          <a:p>
            <a:r>
              <a:t>Важнее самих чисел то, что происходит с доверием. В том же опросе Stack Overflow доля тех, кто не доверяет точности выдаваемого AI-инструментами результата, выросла с тридцати одного до сорока шести процентов за год. У DORA картина того же знака: более восьмидесяти процентов респондентов говорят, что AI повысил их личную эффективность, но высоко доверяют результату лишь двадцать четыре процента. Ощущение пользы и доверие к конкретному выводу разошлись — и это ровно тот разрыв, который эта лекция разбирает по фазам.</a:t>
            </a:r>
          </a:p>
          <a:p>
            <a:r>
              <a:t>Практический вывод из двух наборов цифр один. Решение «применять AI в разработке или нет» индустрия уже приняла де-факто, и спорить о нём поздно: почти все внутри. Открытым остался вопрос другого класса — какой ценой, с какими рисками и какими мерами эти риски закрываются на каждой фазе жизненного цикла. Именно этот вопрос и есть предмет лекции; к нему же мы вернёмся в конце, когда будем считать допустимый уровень автономии и проходить чек-лист.</a:t>
            </a:r>
          </a:p>
          <a:p>
            <a:r>
              <a:t>Источники:</a:t>
            </a:r>
          </a:p>
          <a:p>
            <a:r>
              <a:t>[1] Stack Overflow — Developer Survey 2025, раздел AI — 84% используют или планируют использовать AI-инструменты против 76% годом ранее; 51% профессиональных разработчиков — ежедневно; не доверяют точности 46% против 31% годом ранее; n &gt; 49 000 разработчиков из 177 стран. https://survey.stackoverflow.co/2025/ai [VFY-day-of]</a:t>
            </a:r>
          </a:p>
          <a:p>
            <a:r>
              <a:t>[2] DORA — State of AI-assisted Software Development 2025 — 90% используют AI в работе (+14 п.п. к 2024); медиана — около двух часов в день; более 80% отмечают рост личной эффективности, при этом высоко доверяют результату 24%; n &gt; 5 000.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разделе про архитектуру.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перечислил четыре практики словами; здесь они же — файлами, которые реально лежат в репозитории. Это и есть проверка на прочность: практика, по которой нельзя открыть конкретный файл и показать шаг сборки, краснеющий при её нарушении, остаётся намерением.</a:t>
            </a:r>
          </a:p>
          <a:p>
            <a:r>
              <a:t>ADR — короткая, в полстраницы, запись на одну архитектурную развилку: контекст (какую проблему решаем, какие силы действуют), решение в утвердительной форме, статус и последствия, включая негативные [1]. Найгард настаивал именно на лёгкости формата: большие документы никогда не поддерживаются в актуальном состоянии, у малых модульных есть хотя бы шанс. Запись неизменяема — устаревшее решение не переписывают, а помечают заменённым новой записью. Для агента, у которого нет памяти между запусками, ADR оказывается тем единственным местом, где хранится «почему»: код показывает, что изменилось, история версий — когда и кто, а обоснование не хранит больше ничто.</a:t>
            </a:r>
          </a:p>
          <a:p>
            <a:r>
              <a:t>Fitness-функция переводит это «почему» в машинную проверку на каждом коммите: направление зависимостей между модулями, бюджет задержки критичного пути, покрытие контракта [2]. Её ценность ровно равна ценности инварианта, который в неё вложил человек, — тривиальный всегда-зелёный гейт даёт только видимость надзора.</a:t>
            </a:r>
          </a:p>
          <a:p>
            <a:r>
              <a:t>Архитектура-как-код — та же логика, применённая к самой модели системы: текстовый язык описания, который версионируется и диффается рядом с кодом, поэтому AI одинаково хорошо его и читает, и порождает, а сверка описанной модели с фактическим кодом ловит расхождение до слияния [3].</a:t>
            </a:r>
          </a:p>
          <a:p>
            <a:r>
              <a:t>Четвёртая колонка — не отдельный артефакт, а сборка трёх предыдущих: эволюционная архитектура складывается из инкрементальных изменений, явных fitness-функций и спроектированной способности систему менять [4]. В репозитории это выглядит как один конвейер, прогоняющий три проверки вместе.</a:t>
            </a:r>
          </a:p>
          <a:p>
            <a:r>
              <a:t>Источники:</a:t>
            </a:r>
          </a:p>
          <a:p>
            <a:r>
              <a:t>[1] Найгард — ADR — шаблон записи: контекст · решение · статус · последствия; одна развилка = одна неизменяемая запись в контроле версий. https://cognitect.com/blog/2011/11/15/documenting-architecture-decisions</a:t>
            </a:r>
          </a:p>
          <a:p>
            <a:r>
              <a:t>[2] Thoughtworks — architectural fitness function — объективная автопроверка архитектурной характеристики: «вы и я никогда не поспорим, прошла она или нет» (Парсонс). https://www.thoughtworks.com/radar/techniques/architectural-fitness-function</a:t>
            </a:r>
          </a:p>
          <a:p>
            <a:r>
              <a:t>[3] Браун — C4 + Structurizr DSL — модель как текст: четыре уровня зума (Context/Container/Component/Code), одна модель — много рендеров. https://c4model.com/ [VFY-day-of]</a:t>
            </a:r>
          </a:p>
          <a:p>
            <a:r>
              <a:t>[4] Форд, Парсонс, Кюа — Эволюционные архитектуры — инкрементальность + fitness-функции + поддержка изменений «с максимумом автоматизации». https://nealford.com/books/buildingevolutionaryarchitectures.html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stateless: между запусками он не помнит ничего. Поэтому всё, что он должен знать о проекте, лежит не в промпте, а на одном из четырёх уровней — и путать их дорого, потому что ведут их по-разному.</a:t>
            </a:r>
          </a:p>
          <a:p>
            <a:r>
              <a:t>Уровень 1 — постоянные инструкции: статичный файл AGENTS.md в корне репозитория (у Anthropic аналог называется CLAUDE.md), который агент перечитывает каждую сессию [1]. Ключевая рекомендация — вести его командами, а не объяснениями: «Запустить тесты: pnpm test» работает, а «мы используем такую-то систему сборки» заставляет агента выдумывать шаги настройки. Пишет и обновляет этот файл человек, а живёт он ровно столько, сколько живёт репозиторий.</a:t>
            </a:r>
          </a:p>
          <a:p>
            <a:r>
              <a:t>Уровень 2 — контекст одной сессии, то есть управление окном текущего диалога. Примитивов три: JIT-извлечение, компакция, заметки [3]. JIT-извлечение стоит расшифровать явно: агент открывает конкретный файл в тот момент, когда задача его потребовала, а не загружает весь репозиторий в начало сессии. Курируют не ради экономии токенов: исследование Chroma на восемнадцати моделях показало, что точность извлечения падает нелинейно с ростом входа, причём деградация начинается до переполнения окна [2].</a:t>
            </a:r>
          </a:p>
          <a:p>
            <a:r>
              <a:t>Уровень 3 — операционная история задач: прошлые инциденты и инструкции «как чинили», сохранённые извлекаемыми документами. Практика живая, но зрелого стандарта у неё пока нет, и каждому документу нужны дата и отметка актуальности.</a:t>
            </a:r>
          </a:p>
          <a:p>
            <a:r>
              <a:t>Уровень 4 — память как отдельная система: Mem0, Cognee, Graphiti, Letta. Её не правят построчно, как файл: она накапливается сама, поэтому её организуют и периодически проверяют.</a:t>
            </a:r>
          </a:p>
          <a:p>
            <a:r>
              <a:t>Отсюда практический вывод про распределение. README отвечает человеку, зачем проект. AGENTS.md — агенту, какие команды исполнять буквально. ADR — почему выбрали решение. Комментарий в коде — почему неочевиден именно этот кусок. Разбор инцидента — как чинили в прошлый раз. Класть контекст надо туда, где его перечитают вместе с кодом.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разложил контекст агента на четыре уровня; у каждого из них есть собственный честный предел, и они разные — поэтому и разбираем их в том же порядке.</a:t>
            </a:r>
          </a:p>
          <a:p>
            <a:r>
              <a:t>Уровень 1, постоянные инструкции. Режим отказа здесь хуже, чем просто отсутствие файла: и агент, и человек доверяют артефакту, который перестал описывать реальный проект. Отсутствие файла агент компенсирует вопросом или разведкой по репозиторию, а устаревшему следует буквально. Конкретно: файл предписывает команду сборки, которую давно заменили другой, — агент упрямо гоняет её, получает непонятную ошибку окружения и тратит ходы на диагностику несуществующей проблемы, хотя актуальную команду нашёл бы поиском за секунды.</a:t>
            </a:r>
          </a:p>
          <a:p>
            <a:r>
              <a:t>Уровень 2, контекст одной сессии. Компакция — это суммаризация, а суммаризация по определению с потерями: если в диалоге было явно принято решение не использовать библиотеку X из-за лицензионного конфликта, а модель при сжатии сочла деталь второстепенной, решение исчезает молча. Никакой ошибки не возникает — агент просто через несколько ходов предлагает именно то, от чего только что отказались. JIT-извлечение страдает симметрично с другой стороны того же компромисса: агент подгружает то, о чём догадался спросить, а о существовании чего он не знает — не запросит никогда [1].</a:t>
            </a:r>
          </a:p>
          <a:p>
            <a:r>
              <a:t>Уровень 3, операционная история. Файл инструкций один, и его перечитывают вместе с проектом при каждом ревью; архив разборов — десятки отдельных документов, и стареет он незаметно. Агент находит документ по релевантности запроса, а не по актуальности, и предлагает обходной путь проблемы, закрытой полгода назад.</a:t>
            </a:r>
          </a:p>
          <a:p>
            <a:r>
              <a:t>Уровень 4, память. Она накапливается сама, поэтому вычитывать её построчно нельзя. Ошибочное убеждение, однажды удержанное и читаемое только самим агентом, воспроизводится в каждой следующей сессии — снаружи нужна периодическая проверка, а не построчная правка. Отсюда правило распределения: то, что нельзя потерять молча, фиксируют на уровне 1.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Постоянный слой инструкций — AGENTS.md — агент читает каждый ход, и платить за него контекстом приходится всегда, даже если инструкция нужна раз в квартал. Skill решает ровно этот компромисс: это папка с файлом SKILL.md, которая подгружается только тогда, когда задача ей соответствует. До вызова она не стоит почти ничего.</a:t>
            </a:r>
          </a:p>
          <a:p>
            <a:r>
              <a:t>Вопрос важнее механики: что в разработке действительно имеет смысл выносить в skill. Практика сводится к трём узнаваемым типам. Первый — прогон проверок одной командой: линтер, проверка типов и тесты конкретного репозитория вызываются единым обращением, а не восстанавливаются агентом заново по обрывкам конфигурации. Второй — одноразовая база под интеграционный тест: как поднять настоящий Postgres или Kafka в контейнере на время прогона и погасить после. Третий — сборка документации по коду: пройти структуру проекта и зависимости, собрать README и записи об архитектурных решениях. Профиль у всех трёх один: шагов много, нужно редко.</a:t>
            </a:r>
          </a:p>
          <a:p>
            <a:r>
              <a:t>Граница важна не меньше списка. Skill не нужен, если процедура требуется каждый ход — её место в AGENTS.md; если задача разовая — достаточно попросить в чате; если это один факт, а не последовательность шагов — хватит строки в инструкциях. Отдельно вредны skill'ы «обо всём сразу»: агент выбирает skill по описанию, и размытое описание он либо не найдёт вовремя, либо применит не к месту. То же правило независимо сформулировано в свежей работе по инженерии ПО: один skill — одна цельная, узнаваемая по описанию способность.</a:t>
            </a:r>
          </a:p>
          <a:p>
            <a:r>
              <a:t>Формат заявлен как открытый стандарт и подтверждён у Codex CLI, но у Cursor слоя «по требованию» нет — там правила, активные всегда. Фразу «инструмент поддерживает skills» стоит уточнять, а не принимать на слово.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MCP агент видит только файлы рабочей копии и терминал. Этого хватает для кода, но не для того, что лежит вне репозитория: трекер задач, живой браузер, система сборки. Пока моста нет, мостом работает инженер — переносит данные руками. MCP убирает мост: сервер при подключении публикует список своих инструментов, и агент вызывает их тем же циклом, что и встроенные.</a:t>
            </a:r>
          </a:p>
          <a:p>
            <a:r>
              <a:t>У этого есть цена, о которой говорят реже. Сервер публикует не весь интерфейс системы, а отобранный набор инструментов. Чего в наборе нет — агенту недоступно, даже если сама система это умеет: набор инструментов GitHub MCP — подмножество того, что доступно через API GitHub и через команду gh в терминале. Плюс каждая схема инструмента занимает контекст постоянно, с момента подключения, а не по вызову. Поэтому там, где у агента уже есть терминал, узкая команда часто дешевле MCP-вызова, а активный набор серверов стоит держать минимальным.</a:t>
            </a:r>
          </a:p>
          <a:p>
            <a:r>
              <a:t>Отдельно — безопасность, и здесь важно не перепутать знак. Смертельная тройка — доступ к данным, канал наружу и недоверенный контент; опасна именно их комбинация. Один сервер обычно даёт первые две сразу, одним подключением, а третья приходит по тому же каналу, как только агент читает чужую задачу. Это риск, а не удобство: концентрация доступа, а не защита. Задокументированный случай: спрятанные в публичных задачах инструкции заставляли агента выводить данные приватных репозиториев через создаваемые заявки на слияние.</a:t>
            </a:r>
          </a:p>
          <a:p>
            <a:r>
              <a:t>Закрывается это тремя шагами, и порядок в них существенен. По умолчанию — только чтение: инструменты записи пропускаются, даже если агент их запросил. Запись открывают под конкретную задачу отдельным решением, а не настройкой из коробки. И чем меньше серверов подключено, тем меньше и углов тройки, и постоянного контекста.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логирования задач наращивают под задачу, а не берут сразу максимум. Паттерны выстраиваются по возрастанию сложности.</a:t>
            </a:r>
          </a:p>
          <a:p>
            <a:r>
              <a:t>Самый простой — один файл, общий хронологический лог: всё, что происходило, пишется подряд. Он даёт цельную картину «что и когда» и хорошо читается человеком, но в команде становится узким местом — все правят одно и то же место, и конфликты слияния идут постоянно. Следующий шаг — папка, в которой на каждую задачу заводится один файл. Конфликтов заметно меньше: разные люди пишут в разные файлы. Гранулярность здесь выбрана не произвольно: открытый проект Backlog.md привязывает размер файла к правилу «одна задача — одно контекстное окно — одна заявка на слияние», чтобы изменения оставались того размера, который человек способен прочитать целиком. Самый развесистый вариант — своя папка на задачу с несколькими файлами внутри: только он даёт детальный след промежуточных шагов, нужен на долгих сложных задачах и заметно плодит директории.</a:t>
            </a:r>
          </a:p>
          <a:p>
            <a:r>
              <a:t>Выбор определяют три вопроса: кто работает — один человек или команда; как долго живёт задача; зачем нужен след — восстановить хронологию, отчитаться или разобрать ход рассуждения.</a:t>
            </a:r>
          </a:p>
          <a:p>
            <a:r>
              <a:t>Есть и четвёртый вариант, не файловый: вести операционный лог в трекере — Jira, Linear, GitHub Issues. Плюсы реальные: он виден нетехническим участникам, ложится в уже принятый процесс команды и не засоряет репозиторий. Минус конкретный: трекер лежит вне файлового контекста агента, и чтобы агент его читал, нужен мост через MCP или API — лишняя внешняя зависимость и сетевой вызов вместо локального чтения файла.</a:t>
            </a:r>
          </a:p>
          <a:p>
            <a:r>
              <a:t>Отдельно стоит различать то, что логом задач не является: встроенные списки дел живут внутри одной сессии и не переживают её, а история коммитов как единственный лог — рабочий, но нигде не формализованный подход.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git безразличен к тому, что написано в сообщении коммита и как названа ветка: он ничего из этого не проверяет. Конвенция — не требование инструмента, а добровольная договорённость команды, записанная там, где её видят все, включая агента. Записанной её делает AGENTS.md: правило, живущее только в голове разработчика, агент прочитать не может.</a:t>
            </a:r>
          </a:p>
          <a:p>
            <a:r>
              <a:t>Смысл каждой из трёх договорённостей стоит понимать отдельно от синтаксиса.</a:t>
            </a:r>
          </a:p>
          <a:p>
            <a:r>
              <a:t>Коммит. Первая строка начинается с пометы, что это за изменение, и только потом идёт описание. Помета нужна не человеку, а программе — по ней автоматически собираются список изменений релиза и новый номер версии: исправление поднимает младшую цифру, новая возможность — среднюю. В работе с агентом смысл усиливается: он коммитит систематически и на порядок чаще человека, и перечитывать каждый коммит глазами уже некому — структура превращает объём в актив, а не в шум.</a:t>
            </a:r>
          </a:p>
          <a:p>
            <a:r>
              <a:t>Ветка. Тип задачи, косая черта, короткое описание строчными буквами, а для веток агента — отдельные приставки. Имя ветки — единственное, что ревьюер видит до того, как открыл изменения. Приставка сразу говорит, что ветку вёл агент, и на такие ветки можно повесить отдельное правило проверки. Без договорённости список веток превращается в «test2» и «fix-final».</a:t>
            </a:r>
          </a:p>
          <a:p>
            <a:r>
              <a:t>Описание заявки на слияние. Фиксированный набор разделов: зачем, что изменилось, что не трогали, чем проверено, риски, что отложено. Ревьюер тратит время на проверку, а не на восстановление замысла. Больше всего экономит раздел «что не трогали» — он снимает необходимость искать побочные эффекты там, где их не было. Шаблон агент заполняет по ходу работы, а не вспоминает в конце.</a:t>
            </a:r>
          </a:p>
          <a:p>
            <a:r>
              <a:t>Правило, общее для всех трёх: агент никогда не коммитит прямо в общую ветку — каждая задача получает свою.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сессия одна, рабочая копия репозитория одна и вопросов не вызывает. Проблема появляется, когда параллельно идут несколько агентных сессий или несколько задач одного разработчика: файлы у них общие, и незакоммиченные правки одной сессии видит — и может испортить — другая. Это не умозрительный риск. В разборе claude-code #60295 описан ровно такой случай: две сессии работали в одном каталоге над разными ветками, одна переключила ветку — и рабочее дерево второй молча изменилось; вторая сессия не имела способа узнать, что её представление о состоянии устарело, а попытка «починить» такое состояние деструктивными командами грозит уже потерей данных. На том же классе конфликта курс терял часы собственной работы.</a:t>
            </a:r>
          </a:p>
          <a:p>
            <a:r>
              <a:t>Git worktree разводит именно файлы: каждая сессия получает свою рабочую директорию со своей веткой. История при этом остаётся одна — папка не копия репозитория, а ещё один вид на ту же историю, поэтому создание такой папки дешевле клонирования: объектный граф не дублируется. Достаточно двух команд. У Claude Code изоляция ещё и принудительная, а не на честном слове: инструмент блокирует правки с рабочей директорией вне назначенной папки, так что задеть соседнюю сессию нельзя даже по ошибке.</a:t>
            </a:r>
          </a:p>
          <a:p>
            <a:r>
              <a:t>Где эта изоляция заканчивается, стоит знать заранее. Разведены только файлы, а каталог .git — общий, и замок на нём тоже общий. В разборе claude-code #55724 из тринадцати параллельных агентов пятеро закоммитили успешно, а восьмеро потеряли несохранённую работу на конкуренции за .git/index.lock; при пяти сессиях сбой случается изредка, при десяти и больше — почти наверняка. Сколько папок держать параллельно, единой нормы нет: называют и три-пять, и четыре-восемь, но это консенсус блогов, а не измеренная величина из документации.</a:t>
            </a:r>
          </a:p>
          <a:p>
            <a:r>
              <a:t>Вывод: сама механика worktree старше любого AI-агента и от него не зависит; новое — только частота, с которой параллельные сессии делают общую папку дорогой ошибкой.</a:t>
            </a:r>
          </a:p>
          <a:p>
            <a:r>
              <a:t>Источники:</a:t>
            </a:r>
          </a:p>
          <a:p>
            <a:r>
              <a:t>[1] Git —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  <a:p>
            <a:r>
              <a:t>[3] claude-code #60295 — подмена ветки — две сессии в одном рабочем каталоге: checkout одной незаметно переключает рабочее дерево другой, reflog приложен; закрыт как not planned. https://github.com/anthropics/claude-code/issues/60295</a:t>
            </a:r>
          </a:p>
          <a:p>
            <a:r>
              <a:t>[4] claude-code #55724 — замок .git — 13 параллельных агентов: 5 закоммитили, 8 потеряли работу на конкуренции за .git/index.lock; закрыт как дубликат. https://github.com/anthropics/claude-code/issues/55724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TDD, и здесь важно сразу развести две вещи: что в ней работает с агентом, а что нет. Не работает механическое требование «пиши тесты первыми». Биргитта Бёкелер провела эксперимент прямо в цикле агента: инструкция писать тест до кода не дала ясного выигрыша и стоила примерно втрое больше токенов, после чего она перестала этого требовать [2]. Ценность TDD несёт структура — исполняемая спецификация плюс детерминированный гейт прогона, — а не порядок команд.</a:t>
            </a:r>
          </a:p>
          <a:p>
            <a:r>
              <a:t>Что работает вместо этого — пять шагов. Первый: человек формулирует, что именно тест обязан утверждать, — инвариант или критерий приёмки, до генерации кода; это существенная сложность, и она не делегируется. Второй: порядок генерации оставьте агенту — тест и код вместе или код, а следом тест; форсить очерёдность не нужно. Третий: утверждения теста читает человек — хороший тест держится за поведение и интерфейс, а не за детали реализации, иначе он ломается при каждом рефакторинге, тогда как тест, привязанный к интерфейсу, переживает его [3]. Четвёртый: прогон выполняет только детерминированный исполнитель — скрипт или CI с настоящим кодом возврата; фраза модели «все зелёные» прогоном не является. Пятый: гейт ставится по доле реально пойманных дефектов, а не по проценту покрытия, и каждый реальный инцидент превращается в постоянный регресс-тест.</a:t>
            </a:r>
          </a:p>
          <a:p>
            <a:r>
              <a:t>Распределение ролей в цикле red-green-refactor при этом не меняется [1]: AI быстро пишет объём тестов — это привнесённая сложность; человек решает, что тест должен утверждать. Инвариант, который стоит унести с этого слайда: не «тест написан первым», а «тест существует, утверждает решённое человеком и прогнан машиной».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Две соседние стоит знать в лицо — и сразу вместе с их ценой, потому что обе часто берут «потому что модно», а не потому что нужны.</a:t>
            </a:r>
          </a:p>
          <a:p>
            <a:r>
              <a:t>BDD, разработка через поведение, записывает ожидаемое поведение сценарием «Given — When — Then»: исходное состояние, действие, ожидаемый результат. Например: given слот свободен, when нажали «Забронировать», then слот занят. Цикл практики — обсуждение конкретных примеров, превращение их в исполняемые сценарии и использование этих сценариев как тестов. Что это даёт: сценарий читает и правит тот, кто ставит задачу, поэтому пробел в критериях приёмки виден до кода, а не после; агент при этом хорошо генерирует сценарии из критериев приёмки, включая краевые случаи и проверки безопасности, а человек их ревьюит. Чем платите: это лишний слой, и он не универсален — такие фреймворки встречаются примерно в двадцати семи процентах проектов с открытым кодом, где вообще есть тестовый фреймворк, причём львиную долю даёт экосистема Ruby с её шестьюдесятью восемью процентами. Без явного гайдлайна сценарии от агента деградируют: расплывчатые then-шаги, привязка к интерфейсу вместо поведения. А если рядом нет нетехнического заказчика, ради которого этот мост и строится, BDD чаще избыточен.</a:t>
            </a:r>
          </a:p>
          <a:p>
            <a:r>
              <a:t>Trunk-based development отвечает на другой вопрос — сколько живёт ветка: меньше суток, и сразу в основную. Что это даёт: ветка агента не успевает разойтись с основной по смыслу, а именно смысловой дрейф git не чинит, текстовые конфликты он разрешает сам. Плюс маленькие частые изменения, за которыми ревью успевает. Чем платите: обязательны включатели функций, иначе слияние незавершённой работы сразу увидит пользователь, и нужна страховочная сетка из реального покрытия тестами — без неё частые вливания опаснее долгой ветки.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каналов, в которых кодинг-агент без инструмента слеп, и чем каждый закрывается — локально, на машине разработчика, без выхода в облачный сервис.</a:t>
            </a:r>
          </a:p>
          <a:p>
            <a:r>
              <a:t>Данные — Testcontainers: поднимает настоящий Postgres, Kafka или Redis в контейнере на временном порту и гасит его после прогона. Без него агент проверяет запрос против воображаемой схемы: интеграционный тест либо не пишется вовсе, либо оказывается зелёным на заглушке и красным в проде.</a:t>
            </a:r>
          </a:p>
          <a:p>
            <a:r>
              <a:t>Сеть — MSW: перехватывает HTTP прямо внутри процесса, и один обработчик работает и в модульных, и в сквозных тестах; вне JS тот же класс задач закрывает WireMock с открытым кодом. Без него агент либо бьёт по настоящему API — нестабильно, платно, с лимитами, — либо не тестирует сетевой код вообще.</a:t>
            </a:r>
          </a:p>
          <a:p>
            <a:r>
              <a:t>Интерфейс — Playwright: даёт агенту браузер и, что важнее, не картинку, а дерево элементов страницы, по которому он кликает, заполняет формы и порождает тест. Без него агент никогда не видит настоящий интерфейс — отладка фронтенда идёт вслепую и по сути бессмысленна. Это ровно та категория, которой не закрывают ни база данных, ни сетевые моки.</a:t>
            </a:r>
          </a:p>
          <a:p>
            <a:r>
              <a:t>Свои проверки — обёртка-skill: уже существующий в репозитории цикл «линтер, проверка типов, тесты» упакован в один вызов. Без неё агент каждый раз угадывает команды проекта и молча пропускает проверку, о существовании которой не знал.</a:t>
            </a:r>
          </a:p>
          <a:p>
            <a:r>
              <a:t>Закрытый контур — pytest-generator: дообученная модель на восемь миллиардов параметров пишет скелеты тестов прямо на машине. Без неё любая генерация тестов моделью означает отправку исходного кода во внешний сервис: для закрытого контура это запрет, а не неудобство.</a:t>
            </a:r>
          </a:p>
          <a:p>
            <a:r>
              <a:t>Честные ограничения назовём тоже. Без настоящего примера ответа API мок — догадка агента, а не контракт. AI-функции WireMock живут в платном облаке, а не в локальном ядре. А заявленная точность pytest-generator около семидесяти семи процентов — вендорская, независимо не проверенная.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Фаза ревью ломается тремя разными способами, и все три — про объём, а не про качество модели.</a:t>
            </a:r>
          </a:p>
          <a:p>
            <a:r>
              <a:t>Первый — благодушие, complacency. Thoughtworks Radar поместил эту практику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и это только против человеческого ревью как базы. Более крупная выборка подтверждает паттерн: «Rubber-Stamp Collapse» на четырёхстах семидесяти PR даёт плюс сорок процентов критических находок и почти втрое больше уязвимостей безопасности, а телеметрия по двадцати двум тысячам разработчиков — плюс двести сорок два процента инцидентов на PR [4].</a:t>
            </a:r>
          </a:p>
          <a:p>
            <a:r>
              <a:t>Второй провал — про экономику процесса. В bug-bounty curl доля валидных отчётов упала с более пятнадцати процентов до менее пяти, объём вырос кратно, программу приостановили [2]. Ключ — асимметрия: сгенерировать фейк стоит секунды, опровергнуть — часы сопровождающего, обязанного проверить каждый. Тот же сдвиг в феврале двадцать шестого ударил уже по человеку: агент опубликовал эссе против мейнтейнера, закрывшего его PR [5]. Стенберг подчёркивает — сломана архитектура процесса, а не модель; защита архитектурная: воспроизводимый proof-of-concept как барьер на входе.</a:t>
            </a:r>
          </a:p>
          <a:p>
            <a:r>
              <a:t>Третий отвечает на вопрос «а суммарно-то стало лучше». Панель из двух тысяч семисот пятидесяти пяти репозиториев и тысячи шестисот девяноста девяти участников, двенадцать месяцев до и после Copilot: периферия — плюс сорок три с половиной процента коммитов, ядро — минус девятнадцать процентов собственных коммитов и плюс шесть с половиной ревью чужого кода [6]. Это другое минус девятнадцать, не METR: там замедление на задаче, здесь — падение объёма своей работы. Средняя цифра выросла, но выигрыш у одних, а проверка — у других, и их втрое меньше.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замечаний, +242,7% инцидентов на PR. https://tianpan.co/ [VFY-day-of]</a:t>
            </a:r>
          </a:p>
          <a:p>
            <a:r>
              <a:t>[5] The Register — matplotlib hit-piece — PR #31132, AI-агент опубликовал эссе против мейнтейнера, отклонившего его PR. https://www.theregister.com/2026/02/ [VFY-day-of]</a:t>
            </a:r>
          </a:p>
          <a:p>
            <a:r>
              <a:t>[6] Xu и др. — кто платит за ревью AI-кода (arXiv 2510.10165) — панель 2 755 репозиториев GitHub / 1 699 участников, 12 мес до и после Copilot: периферия (75%) +43,5% коммитов и +17,7% PR, ядро (топ-25%) −19% собственных коммитов и +6,5% ревью чужого кода, доработка PR +2,4%. https://arxiv.org/abs/2510.10165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смертельная триада, Lethal Trifecta. Термин ввёл Саймон Уиллисон в июне две тысячи двадцать пятого, разобрав этот класс на реальных агентных инцидентах [1]; Мартин Фаулер затем закрепил рамку [2]. Идея: опасно не любое свойство агента по отдельности, а их пересечение. Первое — доступ к недоверенному содержимому: агент читает issue, письма, веб-страницы, то есть текст, который писали не вы. Второе — доступ к секретам и приватным данным: ключам, токенам, базе. Третье — способность к исходящей передаче, egress: он может отправить данные за пределы контура. Сошлись все три — подмена инструкции через прочитанный текст, prompt injection, заставляет агента взять секрет и отправить наружу [1].</a:t>
            </a:r>
          </a:p>
          <a:p>
            <a:r>
              <a:t>Практика разрывает триаду четырьмя контролями, и каждый назовём полностью [2]. Наименьшие привилегии, least-privilege: агент получает только те доступы, без которых задачу не решить, — нет ключа, нечему утекать. Изоляция, sandbox: агент работает в песочнице, где его ошибка физически не достаёт до прода. Белый список получателей, egress-allowlist: заранее перечислено, куда вообще разрешено отправлять данные. И обязательный автоматический скан как гейт: SAST, static application security testing, — статический анализ кода на уязвимости до запуска; secret-scanning — поиск утёкших ключей и токенов; SCA, software composition analysis, — проверка сторонних библиотек, из которых собран продукт, то есть цепочки поставок.</a:t>
            </a:r>
          </a:p>
          <a:p>
            <a:r>
              <a:t>Конкретные продукты вторичны: CodeQL и Dependabot у GitHub, Big Sleep и OSS-Fuzz у Google, скан безопасности в AWS Q — это реализации принципа, а не сам принцип [3]. И честная оговорка про громкие цифры: «первый AI, остановивший атаку нулевого дня» — один отобранный случай, а «AI находит пятьдесят процентов уязвимостей» — измерения вендора на собственном коде [3]. Скан необходим, но не достаточен: продумать, что вообще может пойти не так именно в этой системе, остаётся работой человека.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канал наружу.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отобранные 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провал лекции, и разбирать его стоит по цепочке, а не как список ужасов.</a:t>
            </a:r>
          </a:p>
          <a:p>
            <a:r>
              <a:t>Что произошло. В июле две тысячи двадцать пятого в публично задокументированном эксперименте с vibe-coding на платформе Replit агенту доверили цикл разработки над проектом с реальными данными. Человек ввёл явный code-freeze — заморозку изменений, прямую инструкцию «больше никаких изменений» [1]. Несмотря на запрет, агент удалил рабочую базу данных с данными более тысячи двухсот руководителей и тысячи ста девяноста компаний, сфабриковал маскирующие отчёты, на прямой вопрос солгал и заявил, что откат невозможен, — хотя механизм отката работал и данные восстановили [1].</a:t>
            </a:r>
          </a:p>
          <a:p>
            <a:r>
              <a:t>Почему запрет не сработал. Естественная реакция «надо было сформулировать строже» неверна. Для агента «больше никаких изменений» — не исполняемое ограничение среды, а ещё один текст в контексте, конкурирующий за внимание со всеми остальными токенами. Архитектурной границы между правилом и пожеланием не было: удалить рабочую базу технически было можно — значит рано или поздно это произойдёт.</a:t>
            </a:r>
          </a:p>
          <a:p>
            <a:r>
              <a:t>Теперь про число девяносто пять, потому что само по себе оно читается как что-то нейтральное. Девяносто пять из ста — это оценка, которую агент поставил сам себе за тот самый прогон, в котором стёр базу и солгал. Как измерительный прибор такая самооценка не просто неточна — она максимальна ровно при худшем исходе. «Откат невозможен» из той же категории: в кризис агент был не источником истины о состоянии системы, а ещё одним генератором правдоподобного текста. Источник истины в разборе — независимая телеметрия.</a:t>
            </a:r>
          </a:p>
          <a:p>
            <a:r>
              <a:t>Что бы это остановило. Не более строгий промпт, а барьеры вне агента: разделение сред, отсутствие у агента прав на удаление прода, человеческий гейт на любое необратимое действие, регулярно проверяемый откат. Тот же режим отказа независимо повторили Amazon Kiro и PocketOS. Корневая ошибка — автономия, неадекватная цене ошибки.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вход в раздел о трёх последних фазах цикла, и у всего раздела одно несущее правило, которое лучше всего формулирует программа DORA: сначала зрелость, потом AI [1].</a:t>
            </a:r>
          </a:p>
          <a:p>
            <a:r>
              <a:t>Разберём порядок. Шаг первый — доставка должна работать без всякого AI: автотесты как обязательный гейт, контроль версий с дешёвым и регулярно проверяемым откатом, быстрая обратная связь от конвейера, работа малыми порциями. Это четыре из семи способностей доставки, которые DORA выводит из многолетних количественных исследований тысяч команд; остальные три — платформенная инженерия, слабо-связанная архитектура и качественная документация [1]. Шаг второй, и только он, — масштабировать AI поверх уже работающего конвейера. Обратный порядок не работает: AI не чинит незрелый конвейер, он его разгоняет, и вместе со скоростью растёт нестабильность.</a:t>
            </a:r>
          </a:p>
          <a:p>
            <a:r>
              <a:t>Почему мы знаем, что это так. DORA измеряет обе половины одного и того же внедрения: рост внедрения AI связан с плюсом семь с половиной процентов к качеству документации — и одновременно с минусом семь и две десятых процента к стабильности доставки [1], причём во втором отчёте эта связь осталась негативной второй год подряд [2]. Одну половину без другой цитировать нельзя. Это и есть множитель, работающий в обе стороны: какая из половин перевесит, решает зрелость конвейера, а не выбор модели.</a:t>
            </a:r>
          </a:p>
          <a:p>
            <a:r>
              <a:t>Три уточнения, которые понадобятся дальше. Продакшен-гейт калибруется по риску: необратимое — миграцию схемы, платёжный код — согласует человек, а мелкое обратимое с пройденными детерминированными гейтами может подтвердить AI. Отдельного AI-CD-продукта нет и, похоже, не будет: агент запускается внутри вашей инфраструктуры и вызывает gh, aws, gcloud как пользователь с ограниченными правами. И эксплуатация из трёх фаз — самая слабая для AI: у него нет рантайм-контекста и системной истории, а отчёт агента о состоянии системы не является источником истины.</a:t>
            </a:r>
          </a:p>
          <a:p>
            <a:r>
              <a:t>Источники:</a:t>
            </a:r>
          </a:p>
          <a:p>
            <a:r>
              <a:t>[1] Google — DORA 2024 — рост пропускной способности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два примера расширяют картину эксплуатации и, главное, показывают механизм, который стоит за словами «множитель работает в обе стороны».</a:t>
            </a:r>
          </a:p>
          <a:p>
            <a:r>
              <a:t>Сначала положительный полюс.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восстановления, MTTR, примерно с двух часов до восьмидесяти пяти секунд — около девяноста семи процентов сокращения. У внутренней системы Microsoft Azure «Triangle» время до подключения дежурного инженера сократилось на девяносто один процент при точности триажа девяносто семь. Обе компании внедряли копайлот поверх уже зрелой практики эксплуатации.</a:t>
            </a:r>
          </a:p>
          <a:p>
            <a:r>
              <a:t>Теперь сам механизм, потому что без него две колонки выглядят просто как два факта рядом. Множитель — это объём и скорость: AI делает одну и ту же работу чаще и быстрее. Вопрос в том, что именно попадает под умножение. У BT под умножение попадают корреляция алертов и шаги по уже написанному runbook: набор допустимых действий задан заранее, а телеметрия показывает результат каждого шага. Умножается уже проверенная работа — отсюда и положительный результат.</a:t>
            </a:r>
          </a:p>
          <a:p>
            <a:r>
              <a:t>Обратная сторона — той же фазы. AI-генерируемая инфраструктура-как-код небезопасна по умолчанию: лишь около пятидесяти пяти процентов задач дают безопасный код из коробки, и за два года цифра почти не сдвинулась, при том что синтаксическая корректность превышает девяносто пять процентов. В отдельном бенчмарке двадцать шестого года шесть моделей прошли задачи с проверкой безопасности лишь в восьми и четырёх десятых процента случаев. Здесь под умножение попадает генерация конфигураций — в разы больше артефактов и быстрее, — но гейта на их безопасность нет: конвейер проверяет синтаксис, а не безопасность. Больше конфигураций означает меньше внимания на каждую, и небезопасное доезжает до прода. Ограничение прав агента от этого не защищает: оно ограничивает его действия, а не содержание самого артефакта.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время до подключения дежурного −91%, точность триажа 97%, источник первой стороны (сама Microsoft). https://azure.microsoft.com/en-us/blog/ [VFY-day-of]</a:t>
            </a:r>
          </a:p>
          <a:p>
            <a:r>
              <a:t>[3] Индустриальные отчёты о безопасности кода, 2026 — IaC безопасен по умолчанию лишь в ~55% задач (2 года без сдвига); 8,4% — отдельный 2026-бенчмарк с проверкой безопасности.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разделах 1–6,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тех, кто работает в агентном режиме,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Эффект при этом не прослеживается —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история успеха — команда сознательно выбрала спека-first дисциплину с гейтами проверяемости ещё до старта и получила готовый к проду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успех в фарме и биотехе и Kiro-инцидент декабря 2025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триада риска Биргитты Бёкелер. Важно сразу снять лишний вопрос: она отвечает не «применять AI или нет» — в том или ином режиме он применяется почти всегда. Она считает другое: какой потолок автономии допустим на конкретной задаче и чем этот потолок оплачен. Триада сворачивает всё разобранное в три перемножаемые оси. Первая ось — вероятность ошибки: она растёт с незнакомостью задачи, на знакомом публичном коде ниже, на незнакомом приватном выше. Вторая — влияние ошибки: необратимость, безопасность, деньги, данные. Третья — обнаружимость: поймаем ли мы ошибку, если она случится, есть ли тест-оракул, скан, ревьюер.</a:t>
            </a:r>
          </a:p>
          <a:p>
            <a:r>
              <a:t>Оси перемножаются, а не складываются: достаточно одной высокой, чтобы задача стала рискованной. Отсюда правило: полная автономия, то есть доверие AI по ощущению без дисциплины, допустима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не означает «AI здесь нельзя»: она означает более низкий потолок автономии, а разница закрывается мерами из предыдущих разделов.</a:t>
            </a:r>
          </a:p>
          <a:p>
            <a:r>
              <a:t>И главная практическая ценность триады — она называет цену: чем именно оплачивается каждый следующий уровень автономии. Высокое влияние — жёсткий человеческий гейт и потолок автономии ниже. Низкая обнаружимость — машинный оракул. Высокая вероятность — опытный ревьюер. Бёкелер формулирует это как установку: использование генеративного AI — это постоянная оценка риска, а не разовое решение «мы за AI» или «мы против» [1]. Решение принимается не один раз и не про инструмент целиком, а на каждой задаче. Провал, который триада описывает, — это vibe-coding по ощущению, при котором ни одна из трёх осей не посчитана; именно в нём сходятся все кейсы лекции: Replit — отказ по оси влияния, curl-slop по оси обнаружимости, уязвимый код по оси вероятности. И привязка к оси вероятности: не переносите вендорскую цифру на свою задачу — на вашем незнакомом коде она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задаче до того, как дать её AI. Сразу о том, на какой вопрос он отвечает: не «применять AI или нет» — этот спор в отрасли закрыт, цифры мы видели в начале. Он отвечает, как и с каким контролем применить: какой режим и какой потолок автономии уместны здесь. Первый пункт — какая это фаза: она задаёт режим отказа. Второй — что решается детерминированно: эту часть пишет обычный код, AI остаётся на разбор. Третий — существенная или привнесённая сложность: существенную решает человек. Четвёртый и особый — обратимо ли последствие: необратимое требует жёсткого гейта, и это вето-ось, одна высокая необратимость перевешивает всё остальное. Пятый — есть ли машинный оракул: нет, значит сначала оракул. Шестой — секреты или недоверенный контент: да, значит минимум прав и изоляция. Седьмой — кто ревьюит и мержит: слияние и ответственность всегда человек. Восьмой — цель артефакт или навык. Чек-лист распределяет бремя доказательства, а не требует «всегда меньше AI»: для подходящей задачи он приведёт к высокой автономии, для неподходящей опустит потолок и назовёт меры.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пятьдесят процентов против шестидесяти семи без AI — около минус семнадцати пунктов [1]. Расщепление ключевое: делегировавшие генерацию просели сильнее, а спрашивавшие концепции «как это работает, почему» деградации не показали [1]; ускорение статистически не подтвердилось. Навык формируется через активное извлечение решения из памяти: прося AI написать код, вы получаете правильный результат, минуя усилие, которое этот навык и формирует. Для студента цена делегирования выше, чем для эксперта METR: эксперт теряет время, обучающийся — компетенцию. Вывод восьмого пункта: при обучении не делегируется само прохождение через задачу — роль AI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триада риска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hyperlink" Target="https://survey.stackoverflow.co/2025/ai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12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4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nealford.com/books/buildingevolutionaryarchitectures.html" TargetMode="External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1.png"/><Relationship Id="rId6" Type="http://schemas.openxmlformats.org/officeDocument/2006/relationships/image" Target="../media/image37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14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25.png"/><Relationship Id="rId7" Type="http://schemas.openxmlformats.org/officeDocument/2006/relationships/image" Target="../media/image50.png"/><Relationship Id="rId8" Type="http://schemas.openxmlformats.org/officeDocument/2006/relationships/hyperlink" Target="https://agents.md/" TargetMode="External"/><Relationship Id="rId9" Type="http://schemas.openxmlformats.org/officeDocument/2006/relationships/hyperlink" Target="https://www.trychroma.com/research/context-rot" TargetMode="External"/><Relationship Id="rId10" Type="http://schemas.openxmlformats.org/officeDocument/2006/relationships/hyperlink" Target="https://www.anthropic.com/engineering/effective-context-engineering-for-ai-agents" TargetMode="External"/><Relationship Id="rId11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hyperlink" Target="https://www.anthropic.com/engineering/effective-context-engineering-for-ai-agents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27.png"/><Relationship Id="rId5" Type="http://schemas.openxmlformats.org/officeDocument/2006/relationships/image" Target="../media/image44.png"/><Relationship Id="rId6" Type="http://schemas.openxmlformats.org/officeDocument/2006/relationships/hyperlink" Target="https://agentskills.io/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arxiv.org/abs/2607.25032" TargetMode="External"/><Relationship Id="rId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47.png"/><Relationship Id="rId5" Type="http://schemas.openxmlformats.org/officeDocument/2006/relationships/image" Target="../media/image60.png"/><Relationship Id="rId6" Type="http://schemas.openxmlformats.org/officeDocument/2006/relationships/image" Target="../media/image51.png"/><Relationship Id="rId7" Type="http://schemas.openxmlformats.org/officeDocument/2006/relationships/image" Target="../media/image21.png"/><Relationship Id="rId8" Type="http://schemas.openxmlformats.org/officeDocument/2006/relationships/hyperlink" Target="https://github.com/github/github-mcp-server" TargetMode="External"/><Relationship Id="rId9" Type="http://schemas.openxmlformats.org/officeDocument/2006/relationships/hyperlink" Target="https://github.com/microsoft/playwright-mcp" TargetMode="External"/><Relationship Id="rId10" Type="http://schemas.openxmlformats.org/officeDocument/2006/relationships/hyperlink" Target="https://simonwillison.net/2025/Jun/16/the-lethal-trifecta/" TargetMode="External"/><Relationship Id="rId11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hyperlink" Target="https://github.com/MrLesk/Backlog.md" TargetMode="External"/><Relationship Id="rId7" Type="http://schemas.openxmlformats.org/officeDocument/2006/relationships/hyperlink" Target="https://code.claude.com/docs/en/best-practices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hyperlink" Target="https://www.conventionalcommits.org/en/v1.0.0/" TargetMode="External"/><Relationship Id="rId7" Type="http://schemas.openxmlformats.org/officeDocument/2006/relationships/hyperlink" Target="https://conventionalbranch.org/" TargetMode="External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51.png"/><Relationship Id="rId4" Type="http://schemas.openxmlformats.org/officeDocument/2006/relationships/image" Target="../media/image54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46.png"/><Relationship Id="rId4" Type="http://schemas.openxmlformats.org/officeDocument/2006/relationships/image" Target="../media/image22.png"/><Relationship Id="rId5" Type="http://schemas.openxmlformats.org/officeDocument/2006/relationships/image" Target="../media/image21.png"/><Relationship Id="rId6" Type="http://schemas.openxmlformats.org/officeDocument/2006/relationships/image" Target="../media/image54.png"/><Relationship Id="rId7" Type="http://schemas.openxmlformats.org/officeDocument/2006/relationships/hyperlink" Target="https://git-scm.com/docs/git-worktree" TargetMode="External"/><Relationship Id="rId8" Type="http://schemas.openxmlformats.org/officeDocument/2006/relationships/hyperlink" Target="https://code.claude.com/docs/en/best-practices" TargetMode="External"/><Relationship Id="rId9" Type="http://schemas.openxmlformats.org/officeDocument/2006/relationships/hyperlink" Target="https://github.com/anthropics/claude-code/issues/60295" TargetMode="External"/><Relationship Id="rId10" Type="http://schemas.openxmlformats.org/officeDocument/2006/relationships/hyperlink" Target="https://github.com/anthropics/claude-code/issues/55724" TargetMode="External"/><Relationship Id="rId11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hyperlink" Target="https://testcontainers.com/" TargetMode="External"/><Relationship Id="rId8" Type="http://schemas.openxmlformats.org/officeDocument/2006/relationships/hyperlink" Target="https://mswjs.io/docs" TargetMode="External"/><Relationship Id="rId9" Type="http://schemas.openxmlformats.org/officeDocument/2006/relationships/hyperlink" Target="https://wiremock.io/" TargetMode="External"/><Relationship Id="rId10" Type="http://schemas.openxmlformats.org/officeDocument/2006/relationships/hyperlink" Target="https://distillabs.ai/" TargetMode="External"/><Relationship Id="rId11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19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72.png"/><Relationship Id="rId6" Type="http://schemas.openxmlformats.org/officeDocument/2006/relationships/image" Target="../media/image19.png"/><Relationship Id="rId7" Type="http://schemas.openxmlformats.org/officeDocument/2006/relationships/image" Target="../media/image85.png"/><Relationship Id="rId8" Type="http://schemas.openxmlformats.org/officeDocument/2006/relationships/hyperlink" Target="https://www.thoughtworks.com/radar/techniques/complacency-with-ai-generated-code" TargetMode="External"/><Relationship Id="rId9" Type="http://schemas.openxmlformats.org/officeDocument/2006/relationships/hyperlink" Target="https://www.theregister.com/2026/01/21/curl_ends_bug_bounty/" TargetMode="External"/><Relationship Id="rId10" Type="http://schemas.openxmlformats.org/officeDocument/2006/relationships/hyperlink" Target="https://arxiv.org/abs/2504.14119" TargetMode="External"/><Relationship Id="rId11" Type="http://schemas.openxmlformats.org/officeDocument/2006/relationships/hyperlink" Target="https://tianpan.co/" TargetMode="External"/><Relationship Id="rId12" Type="http://schemas.openxmlformats.org/officeDocument/2006/relationships/hyperlink" Target="https://www.theregister.com/2026/02/" TargetMode="External"/><Relationship Id="rId13" Type="http://schemas.openxmlformats.org/officeDocument/2006/relationships/hyperlink" Target="https://arxiv.org/abs/2510.10165" TargetMode="External"/><Relationship Id="rId1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69.png"/><Relationship Id="rId4" Type="http://schemas.openxmlformats.org/officeDocument/2006/relationships/image" Target="../media/image87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42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9.png"/><Relationship Id="rId4" Type="http://schemas.openxmlformats.org/officeDocument/2006/relationships/image" Target="../media/image52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51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hyperlink" Target="https://dora.dev/research/2024/dora-report/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51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27.png"/><Relationship Id="rId4" Type="http://schemas.openxmlformats.org/officeDocument/2006/relationships/image" Target="../media/image12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40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89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0.png"/><Relationship Id="rId4" Type="http://schemas.openxmlformats.org/officeDocument/2006/relationships/image" Target="../media/image105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Вопрос «применять или нет» индустрия уже закрыла — открытым остался вопрос надёжности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603504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44751"/>
            <a:ext cx="50840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Масштаб: почти вся отрасль уже внутри</a:t>
            </a:r>
          </a:p>
        </p:txBody>
      </p:sp>
      <p:pic>
        <p:nvPicPr>
          <p:cNvPr id="6" name="Picture 5" descr="c03b-ado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94" y="1847088"/>
            <a:ext cx="5172891" cy="19751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" y="39502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51% профессиональных разработчиков работают с AI-инструментами ежедневно; медиана времени работы с ними — около двух часов в день, примерно четверть рабочего дня.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4553712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Опросы разные: Stack Overflow спрашивает «используют или планируют» (более 49 000 человек из 177 стран), DORA — «используют» (более 5 000). Порядок величины совпадает.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298448"/>
            <a:ext cx="49834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hel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7" y="1408176"/>
            <a:ext cx="4206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1444751"/>
            <a:ext cx="40325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Доверие при этом падает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901952"/>
            <a:ext cx="4617720" cy="120700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2" y="201168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21295C"/>
                </a:solidFill>
                <a:latin typeface="DejaVu Sans"/>
              </a:rPr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2029967"/>
            <a:ext cx="28803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доверяют точности того, что выдают AI-инструменты — против 31% годом ранее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6" y="3236976"/>
            <a:ext cx="45445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Более 80% при этом отмечают рост личной эффективности — а высоко доверяют результату лишь 24%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Ощущение пользы и доверие к выводу разошлись.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059935"/>
            <a:ext cx="4617720" cy="89611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133087"/>
            <a:ext cx="425196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Пользуются почти все — доверяют меньше половины. Спорить «включать ли AI» уже не о чем; инженерный вопрос — чем закрыть этот разрыв.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66944"/>
            <a:ext cx="11201400" cy="62179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321807"/>
            <a:ext cx="1076248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84–90% отрасли уже внутри, и доля растёт второй год подряд. Значит полезный вопрос не «применять AI или нет», а какой ценой, с какими рисками и какими мерами они закрываются — по фазам разработки.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Stack Overflow — Developer Survey 2025, раздел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DORA — State of AI-assisted Software Development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Каждая практика — это конкретный файл в репозитории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 же четыре практики — но не описанием, а артефактом, который лежит в репозитории и проверяется сборкой.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399032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docs/adr/0007-event-queue.md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ADR-0007. Очередь вместо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прямых вызовов склада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Статус: принято · 12.03.2026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Контекст: при отказе склада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заказы теряются молча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Решение: заказы идут через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очередь событий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Последствия: + переживаем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отказ склада;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− подтверждение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вместо мгновенного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Развилку выбрал и подписал человек — текст мог написать AI. Запись неизменяема: устаревшую не правят, а заменяют новой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5274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46" y="139903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83913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1850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tests/architecture/test_layers.py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5274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4146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1: границы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4146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test_payment_not_ui():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4146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not depends_on(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4146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    "payment", "ui")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4146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4146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2: бюджет 200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4146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test_checkout_p95():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4146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p95("/checkout") &lt; 200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5274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1578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Какой инвариант критичен — решает человек, это его определение «хорошего». Нарушен на коммите — сборка красная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399032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16268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204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docs/architecture/workspace.dsl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67628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6500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workspace {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6500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model {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6500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= person "Инженер"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6500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app = softwareSystem "Бронь" {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86500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api = container "API"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86500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db  = container "БД броней"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6500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6500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-&gt; api "бронирует"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6500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86500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67628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3932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Текст, а не картинка: изменения видны построчно и ревьюются вместе с кодом; сверка модели с кодом ловит расхождение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99982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854" y="1399032"/>
            <a:ext cx="365760" cy="36576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548622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6558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.github/workflows/architecture.yml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99982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8854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гейт: три практики вместе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18854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adr-lint docs/adr/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18854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нет развилки без записи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8854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pytest tests/architecture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18854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инварианты держатся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18854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structurizr-cli drift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8854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модель и код совпадают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8854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красный шаг блокирует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18854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слияние изменений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999982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6286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Своего артефакта нет — есть гейт, который держит три предыдущих вместе на каждом изменении. Направление задаёт человек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5285232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6" y="5340096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Практику видно по артефакту: если по ней нельзя показать файл в репозитории и красный шаг сборки при нарушении — это ещё не практика, а намерение.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Найгард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architectural fitness function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Браун — C4 + Structurizr DSL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Форд, Парсонс, Кюа — Эволюционные архитектуры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уровня контекста агента — каждый ведут по-своему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Агент stateless: между запусками он не помнит ничего — всё, что он должен знать о проекте, лежит на одном из этих четырёх уровней.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sta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35607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33272" y="1399032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63624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Постоянные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инструкции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8366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 · с репозиторием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39903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Статичный файл в корне репозитория: агент перечитывает его каждую сессию — именно потому, что памяти между запусками у него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6944" y="139903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(аналог — CLAUDE.md): «Тесты: pnpm test» — дословные команды сборки и тестов, стиль кода, запреты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57984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sear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76856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272" y="2240279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404872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Контекст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одной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7249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человек+агент · одна сессия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24027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Окно текущего диалога. Три примитива курирования: JIT-извлечение, компакция, заметки. Больше контекста ≠ лучше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24027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JIT-извлечение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агент открывает нужный файл в тот момент, когда задача его потребовала, а не грузит весь репозиторий заранее.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99232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ipboard-li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3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3272" y="3081527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" y="3246120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Операционная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история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566160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люди · между задачами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3081527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Прошлые инциденты и инструкции «как чинили» — извлекаемыми документами, чтобы агент не изобретал их заново. Зрелого стандарта нет.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08152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Разбор инцидента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с датой и статусом: «актуально» / «устарело, см. коммит X» — иначе архив стареет незаметно.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40479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bas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959351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33272" y="3922775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4087367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Память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(слот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07407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система · проверяет человек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3922775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Отдельная система: сама решает, что удержать между сессиями. Её не правят построчно — её организуют и проверяют.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66944" y="392277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Mem0 · Cognee · Graphiti · Letta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настраивают правила отбора, а не редактируют содержимое.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18303"/>
            <a:ext cx="7269480" cy="512064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64023"/>
            <a:ext cx="6903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Почему уровень 2 курируют, а не накапливают: точность извлечения падает нелинейно с ростом входа — деградация начинается ДО переполнения окна (Chroma, 18 моделей)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Демо: ~172k токенов против ~334k без курирования — направление, не измеренный множитель.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1316736"/>
            <a:ext cx="3840480" cy="3913631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st-checks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463039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31352" y="1481328"/>
            <a:ext cx="30540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Что куда класть в репозитории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6" y="1920240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README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зачем проект и с чего начать — для человека, который открыл его впервые.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2418588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AGENTS.md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команды и ограничения, которые агент исполняет буквально, без пересказа.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9016" y="2916936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ADR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выбрали решение и от чего отказались — то, чего нет в коде.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415284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Комментарий в коде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этот кусок неочевиден; едет в том же изменении.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9016" y="3913632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Разбор инцидента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как чинили в прошлый раз — с датой и отметкой актуальности.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448556"/>
            <a:ext cx="3474720" cy="71323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0456" y="4512564"/>
            <a:ext cx="32186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Правило: класть туда, где артефакт перечитают вместе с кодом. Что нельзя потерять молча — на уровень 1.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 — но каждый уровень ведут по-своему: инструкции пишут, сессию курируют, историю датируют, память настраивают и проверяют.</a:t>
            </a:r>
          </a:p>
        </p:txBody>
      </p:sp>
      <p:pic>
        <p:nvPicPr>
          <p:cNvPr id="46" name="Picture 45" descr="band-monkey-pupp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Anthropic — context 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У каждого уровня свой предел — риск меняется, а не исчезает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ield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1 · ИНСТРУКЦИИ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Устаревший файл хуже, чем его отсутствие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Предписана команда сборки, которую давно заменили, — агент гоняет её и тратит ходы впустую.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yer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463039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872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2 · СЕССИЯ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Компакция теряет, JIT не спросит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Суммаризация — с потерями: «библиотеку X не использовать» может не попасть в резюме, и агент предложит именно её. Ошибки при этом нет.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JIT симметричен: о существовании чего агент не знает, он не запросит никогда.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3 · ИСТОРИЯ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Стареет тише, чем инструкции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Файл инструкций один — его перечитывают вместе с проектом. Архив разборов — десятки документов.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Агент находит их по релевантности, а не по актуальности, и предлагает обход давно закрытой проблемы.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8008" y="1463039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0800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4 · ПАМЯТЬ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Закрепляет ошибочный вывод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Память накапливается сама, поэтому вычитать её построчно, как файл, нельзя.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Ошибочное убеждение, однажды удержанное и читаемое только самим агентом, воспроизводится дальше — нужна периодическая проверка снаружи, а не правка.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техники, а не следствие небрежного применения.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Отсюда правило распределения: решение, которое нельзя потерять молча, не доверяют уровню 2 — его фиксируют на уровне 1, единственном, который не сжимается между ходами.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Anthropic — context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32304"/>
            <a:ext cx="5020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65A82"/>
                </a:solidFill>
                <a:latin typeface="DejaVu Sans"/>
              </a:rPr>
              <a:t>SAST — static application security testing: статический анализ кода на уязвимости без запуска. least-privilege — минимум необходимых прав.</a:t>
            </a:r>
          </a:p>
        </p:txBody>
      </p:sp>
      <p:sp>
        <p:nvSpPr>
          <p:cNvPr id="11" name="Oval 10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 разработке skill окупается на редкой, но повторяемой процедуре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В РАЗРАБОТКЕ ДЕЙСТВИТЕЛЬНО ВЫНОСЯТ В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61872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min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5"/>
            <a:ext cx="402336" cy="402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389888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Прогон проверок одной командой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700784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Линтер → проверка типов → тесты (ruff/mypy/pytest либо eslint/tsc/vitest) вызываются одним обращением, а не восстанавливаются заново под конвенции конкретного репозитория.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615184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52728" y="2596896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Одноразовая база под интеграционный тест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907792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 поднять настоящий Postgres или Kafka в контейнере на время прогона и погасить после. Процедура записана — агент не вспоминает конфигурацию по памяти.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le-cod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3822192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52728" y="3803904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Сборка документации по коду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14800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Пройти структуру проекта и зависимости, собрать README и записи об архитектурных решениях. Шагов много, нужно редко — ровно тот профиль, ради которого skill и заводят.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56048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lint+type-check+test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README Generator skill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987552"/>
            <a:ext cx="4361688" cy="1426464"/>
          </a:xfrm>
          <a:prstGeom prst="roundRect">
            <a:avLst>
              <a:gd name="adj" fmla="val 21367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ircle-slash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07899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19288" y="1097280"/>
            <a:ext cx="35204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Когда skill не нужен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1444752"/>
            <a:ext cx="3959351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нужно каждый ход (сборка, тесты) — это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разовая задача — достаточно попросить в чате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один факт, а не процедура — строка в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«обо всём сразу» — модель не выберет такой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61488"/>
            <a:ext cx="4361688" cy="10058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889504"/>
            <a:ext cx="399592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в контексте каждый ход, платите за него всегда.</a:t>
            </a:r>
          </a:p>
          <a:p>
            <a:pPr algn="l">
              <a:lnSpc>
                <a:spcPct val="114000"/>
              </a:lnSpc>
              <a:spcBef>
                <a:spcPts val="400"/>
              </a:spcBef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SKILL.md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грузится только по вызову, до вызова стоит ноль.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968496"/>
            <a:ext cx="43616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Честно: формат открыт (Agent Skills standard) и подтверждён у Codex CLI, но у Cursor слоя «по требованию» нет — там правила, активные всегда. «Инструмент поддерживает skills» стоит уточнять.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Правило разделения: нужно каждый ход — в AGENTS.md; редко, но подробно — в skill; один раз — просто скажите в чате.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Destefanis — Authoring Agent Skills (arXiv:2607.25032)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MCP убирает человека-мост — ценой более узкого доступа к системе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9202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1280160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1828800"/>
            <a:ext cx="1810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084832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63040" y="1024128"/>
            <a:ext cx="8820149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1261872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9584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задачи, заявки на слияние (pull request), сборки — по наборам инструментов, включаемым выборочно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665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1842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34" y="1261872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05346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6434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браузер: структурное дерево элементов вместо снимка экрана; кликает, заполняет формы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7427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77604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2196" y="1261872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81108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2196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репозиторий,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283189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2578608"/>
            <a:ext cx="112014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26700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MCP уже, чем прямой доступ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" y="2962656"/>
            <a:ext cx="4480560" cy="237744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2971799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полный интерфейс системы: её API и команда в терминале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" y="3255263"/>
            <a:ext cx="1965960" cy="237744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3264407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DejaVu Sans"/>
              </a:rPr>
              <a:t>набор инструментов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8064" y="3264407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— подмножество, а не весь интерфейс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26883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Сервер публикует не весь интерфейс системы, а отобранный набор инструментов: чего в наборе нет — агенту недоступно, даже если система это умеет. Плюс каждая схема инструмента занимает контекст постоянно — поэтому там, где у агента уже есть шелл, узкая команда часто дешевле MCP-вызова.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-aler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803904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430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Опасность: одно подключение — два угла из трёх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114800"/>
            <a:ext cx="48554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Смертельная тройка (Lethal Trifecta): доступ к данным + канал наружу + недоверенный контент. Один сервер обычно даёт первые два разом, а третий приходит тем же каналом. Задокументировано: спрятанные в публичных задачах инструкции выводили данные приватных репозиториев через создаваемые заявки на слияние.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70448" y="4206240"/>
            <a:ext cx="45720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465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hield-check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7688" y="3803904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866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Чем закрывается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47688" y="4096512"/>
            <a:ext cx="4855464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1. Только чтение по умолчанию — инструменты записи пропускаются, даже если агент их запросил.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2. Запись открывают под конкретную задачу, отдельным решением, а не настройкой из коробки.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3. Минимум подключённых серверов — меньше углов и контекста.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риск, а не удобство: по умолчанию — только чтение, а доступ на запись открывают осознанно и под задачу.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Willison — the lethal trifecta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Логирование наращивают под задачу, а не берут максимум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9264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СЛОЖНОСТЬ НАРАСТАЕТ СЛЕВА НАПРАВО:  один файл  →  набор файлов в одной папке  →  структура папок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st-ordered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43584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Один файл — общий лог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5488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board-lis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4358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2416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Папка, файл на задачу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8056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le-stack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43584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34984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Папка на задачу + файлы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7556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ОДИН ИЛИ 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1993392"/>
            <a:ext cx="338023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но частые конфликты слияния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5488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3504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056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6072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Один разработчик или малая команда; плодит директории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54203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2779776"/>
            <a:ext cx="3380231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5488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3504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заявка на слияние»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8056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6072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1272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3364991"/>
            <a:ext cx="33802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5488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3504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8056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6072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80390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100" b="0" i="1">
                <a:solidFill>
                  <a:srgbClr val="1C7293"/>
                </a:solidFill>
                <a:latin typeface="DejaVu Sans Mono"/>
              </a:rPr>
              <a:t>notes/decisions.md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065A82"/>
                </a:solidFill>
                <a:latin typeface="DejaVu Sans Mono"/>
              </a:rPr>
              <a:t>Backlog.md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21295C"/>
                </a:solidFill>
                <a:latin typeface="DejaVu Sans Mono"/>
              </a:rPr>
              <a:t>notes/research/*.md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096512"/>
            <a:ext cx="7498079" cy="1042415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ayout-grid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169664"/>
            <a:ext cx="347472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" y="4178808"/>
            <a:ext cx="67299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Четвёртый вариант — лог в трекере (Jira, Linear, GitHub Issues)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498848"/>
            <a:ext cx="71688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За: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виден нетехническим участникам, ложится в уже принятый процесс команды, не засоряет репозиторий.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Против: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лежит вне файлового контекста агента — нужен мост через MCP или API; лишняя внешняя зависимость и сетевой вызов вместо локального чтения.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40" y="4096512"/>
            <a:ext cx="3611880" cy="1042415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38744" y="4187952"/>
            <a:ext cx="33192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5B6678"/>
                </a:solidFill>
                <a:latin typeface="DejaVu Sans"/>
              </a:rPr>
              <a:t>Вообще не лог задач: </a:t>
            </a:r>
            <a:r>
              <a:rPr sz="950" b="0" i="1">
                <a:solidFill>
                  <a:srgbClr val="5B6678"/>
                </a:solidFill>
                <a:latin typeface="DejaVu Sans"/>
              </a:rPr>
              <a:t>встроенный TodoWrite/Task* живёт внутри одной сессии; история коммитов как единственный лог — рабочий, но нигде не формализованный вариант.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нужен аудит-след — а не то, что первым попалось.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best practices (Task-инструменты)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Git-конвенции — договорённость команды, а не требование git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71323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33856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97864" y="1060704"/>
            <a:ext cx="1032357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Сам git безразличен к тому, что написано в сообщении коммита и как названа ветка, — он ничего из этого не проверяет. Конвенция — добровольная договорённость команды, записанная в AGENTS.md: оформлять историю одинаково, чтобы её могли разобрать и человек, и программа. Агент следует только той договорённости, которую видит записанной.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Коммит</a:t>
            </a:r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88366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Заранее согласованный вид первой строки коммита: сначала помета «что это за изменение», потом описание.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feat(auth): вход по одноразовому коду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fix(api): не терять заголовок при повторе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Помету читает не человек, а программа: по ней сами собираются список изменений релиза и новый номер версии (fix → 2.4.1, feat → 2.5.0). Агент коммитит на порядок чаще человека — перечитывать каждый коммит глазами уже некому.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5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Ветка</a:t>
            </a:r>
          </a:p>
        </p:txBody>
      </p:sp>
      <p:pic>
        <p:nvPicPr>
          <p:cNvPr id="17" name="Picture 16" descr="git-bran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1" y="1883664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5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Тип задачи, косая черта, короткое описание строчными буквами. Для веток агента — отдельные приставки.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claude/security-patch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ai/refactor-auth-flow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Имя ветки — единственное, что ревьюер видит до того, как открыл изменения. Приставка сразу говорит, что ветку вёл агент, и на такие ветки можно повесить своё правило. Без договорённости список веток — это «test2» и «fix-final».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1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Описание</a:t>
            </a:r>
          </a:p>
        </p:txBody>
      </p:sp>
      <p:pic>
        <p:nvPicPr>
          <p:cNvPr id="26" name="Picture 25" descr="git-pull-reques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1883664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31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Заявка на слияние (pull request) — окно, где изменения показывают человеку до попадания в общий код.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1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Зачем → Что изменилось → Что не трогали →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Чем проверено → Риски → Что отложено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Ревьюер тратит время на проверку, а не на восстановление замысла. Больше всего экономит строка «что не трогали»: не искать побочные эффекты там, где их не было. Без шаблона каждая заявка оформлена по-своему. Шаблон агент заполняет по ходу работы.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8289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Правило, общее для всех трёх: агент никогда не коммитит прямо в общую ветку — каждая задача получает свою. То же, что курс требует от людей.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Договорённость, которая нигде не записана, не работает: агент следует только тому правилу, которое видит в AGENTS.md.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Conventional Branch v1.1.0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У каждой параллельной сессии — своя папка; общая у них только история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07007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СЕССИИ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01952"/>
            <a:ext cx="914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ФАЙЛЫ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В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70048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ИСТОРИЯ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.git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7904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FFFFF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7" y="950976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66543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 worktree — одна папка на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7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27148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55263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918203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46319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509259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64207" y="1956816"/>
            <a:ext cx="466344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sta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224" y="2075688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76272" y="2011680"/>
            <a:ext cx="40233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рабочая копия на всех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2231136"/>
            <a:ext cx="4023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незакоммиченные правки лежат в одних и тех же файлах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918204" y="2578608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64207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807208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76272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история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ломается: одна сессия незаметно переключает рабочее дерево другой — claude-code #60295. Курс терял на этом часы.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8272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950976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912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С worktree — своя папка каждой сессии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4576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557515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94576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7557515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85632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148572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85632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148572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076688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739628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76688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1552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739628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94576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807208"/>
            <a:ext cx="310896" cy="31089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406640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история та же — этот уровень не изменился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меняется: разведены только файлы. Ветки и коммиты общие — папка не копия репозитория, а вид на ту же историю.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3950208"/>
            <a:ext cx="3749039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023360"/>
            <a:ext cx="3419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Две команды — и папка готова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" y="42611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git worktree add --detach /wt-a &lt;коммит&gt;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" y="44897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cd /wt-a &amp;&amp; git checkout -b задача-A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" y="4736592"/>
            <a:ext cx="3419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Дешевле клонирования: история не дублируется.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89120" y="3950208"/>
            <a:ext cx="3200400" cy="109728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lock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041648"/>
            <a:ext cx="292608" cy="2926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882896" y="404164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Не на честном слове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5424" y="4297680"/>
            <a:ext cx="29077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Claude Code блокирует правки с рабочей директорией вне назначенной папки: соседнюю сессию нельзя задеть даже по ошибке.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3950208"/>
            <a:ext cx="3931920" cy="1097280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143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18704" y="4041648"/>
            <a:ext cx="3639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Граница: общий .git — общий замок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18704" y="4279392"/>
            <a:ext cx="36393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Файлы разведены, а .git один на всех: 8 из 13 параллельных агентов потеряли несохранённую работу на замке .git/index.lock. При 5 сессиях — изредка, при 10+ — почти наверняка.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старше любого AI-агента; новое — только частота: параллельные сессии делают общую папку дорогой ошибкой каждый день.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 — документация worktree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Claude Code — docs, best practices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claude-code #60295 — подмена ветки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claude-code #55724 — замок .git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TDD с кодинг-агентом: не ритуал «сначала тест», а пять шагов, которые работают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47548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4315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792224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938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97864" y="182880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828800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77440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1401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14016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2962656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99232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999232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29584"/>
            <a:ext cx="4242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3785615"/>
            <a:ext cx="4242816" cy="109728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95344"/>
            <a:ext cx="391363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1280160"/>
            <a:ext cx="6199632" cy="93268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855" y="1335024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Что НЕ работает: приказать агенту писать тесты первыми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5" y="1600200"/>
            <a:ext cx="5797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 цикле агента это дало отсутствие выигрыша и примерно втрое больше токенов — «я перестала велеть агентам писать тесты первыми». Ценность несёт структура, а не порядок команд.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04688" y="2286000"/>
            <a:ext cx="6199632" cy="2359152"/>
          </a:xfrm>
          <a:prstGeom prst="roundRect">
            <a:avLst>
              <a:gd name="adj" fmla="val 1291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5" y="2350008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работает вместо — рецепт из пяти шагов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5855" y="2679191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855" y="2697479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2651760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Человек формулирует, ЧТО тест обязан утверждать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инвариант или критерий приёмки, до генерации кода.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5855" y="307238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5" y="3090672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3044952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Порядок генерации оставьте агенту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тест и код вместе или код, а следом тест; форсить «сначала тест» не нужно.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5855" y="3465575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855" y="3483863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3438144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Утверждения теста читает человек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: тест держится за поведение, а не за реализацию (Fowler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5855" y="385876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855" y="3877055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1616" y="3831335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Прогон — только детерминированный исполнитель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(скрипт или CI с настоящим кодом возврата); «модель сказала: зелёные» — не прогон.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5855" y="425196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05855" y="4270248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1616" y="4224528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Гейт — по доле реально пойманных дефектов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, не по проценту покрытия. Каждый инцидент → постоянный регресс-тест.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4688" y="4718304"/>
            <a:ext cx="6199632" cy="38404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05855" y="4764024"/>
            <a:ext cx="5797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Инвариант не «тест написан первым», а «тест существует, утверждает решённое человеком и прогнан машиной». Willison: «не видел, как работает — не работающая система».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 на AI-цикл: BDD и trunk-based — что дают и чем платите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261872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BDD (Behavior-Driven Development, разработка через поведение) — сценарий Given-When-Then, который читает и правит нетехнический заказчик. Цикл: обсудили примеры → записали сценарии → гоняем как тесты.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Given слот свободен · When нажали «Забронировать» · Then слот занят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Пробел в критериях приёмки виден до кода: сценарий читают те, кто ставит задачу.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Агент генерирует сценарии из критериев приёмки — включая краевые случаи и проверки безопасности; человек ревьюит.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Лишний слой: ~27% проектов с открытым кодом, где есть тестовый фреймворк (68% — Ruby).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гайдлайна сценарии от агента деградируют: расплывчатые Then-шаги, привязка к интерфейсу.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нетехнического заказчика рядом — избыточен.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61872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8543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Trunk-based development — ветка живёт меньше суток (DORA) и вливается в основную. Git чинит текстовые конфликты, но не смысловые допущения ветки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Ветку claude/fix-auth создали утром — влили до обеда, за флагом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Ветка агента не успевает разойтись с основной по смыслу — а смысловой дрейф git не чинит.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Маленькие частые изменения: ревью успевает за темпом агентных коммитов, префикс ветки агента осмыслен.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Обязательны feature-флаги (включатели функций): без них слияние незавершённой работы сразу показывает её пользователю.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Нужна страховочная сетка — реальное покрытие тестами и зелёный детерминированный прогон; без неё частые вливания опаснее долгой ветки.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4865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303520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— расширение уже названных практик, а не новая ось: BDD оправдан там, где есть нетехнический заказчик; trunk-based — там, где уже есть автоматические проверки и включатели функций.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Локальный инструментарий агента: чем закрыть пять его слепых каналов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79576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Testcontainers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Поднимает настоящий Postgres / Kafka / Redis в Docker на временном порту — на машине агента.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проверяет запрос против воображаемой схемы: тест либо не пишется, либо зелен на заглушке и красен в проде.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360" y="117957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34128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128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MSW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5488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3504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3504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Перехватывает HTTP внутри процесса: один обработчик и для модульных, и для сквозных тестов. Вне JS — WireMock (открытый код).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5488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3504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3504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либо бьёт по настоящему API — нестабильно, платно, с лимитами, — либо не тестирует сетевой код вовсе.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8056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onitor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928" y="1179576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16696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Интерфейс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6696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Playwright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8056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6072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6072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Даёт агенту браузер: не картинку, а дерево элементов страницы (accessibility) — кликает, заполняет формы, порождает тест.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8056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6072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6072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никогда не видит настоящий интерфейс: отладка фронтенда идёт вслепую и по сути бессмысленна.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erminal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47288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51560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Свои проверки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skill-обёртка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Упаковывает существующий в репозитории цикл «линтер → проверка типов → тесты» в один вызов.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каждый раз угадывает команды проекта — и молча пропускает проверку, о которой не знал.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85488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360" y="3447288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834128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Закрытый контур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34128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pytest-generator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5488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3504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3504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Дообученная модель на 8 млрд параметров (~5 ГБ, есть версия для процессора) пишет скелеты тестов на машине.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85488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3504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3504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Любая AI-генерация тестов = отправка исходного кода во внешний сервис: для закрытого контура это запрет.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68056" y="3364992"/>
            <a:ext cx="3636264" cy="221284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32648" y="3493008"/>
            <a:ext cx="330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Критерий выбора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2648" y="3822191"/>
            <a:ext cx="3307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Каждый инструмент закрывает ровно один канал, слепой для агента: данные, сеть, интерфейс, свои проверки, закрытый контур.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Локальное, детерминированное и уже работающее — берите и оборачивайте; писать самому имеет смысл только обёртку вокруг своего же цикла проверок.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650992"/>
            <a:ext cx="11201400" cy="438912"/>
          </a:xfrm>
          <a:prstGeom prst="roundRect">
            <a:avLst>
              <a:gd name="adj" fmla="val 11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" y="5687568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Честные ограничения: без настоящего примера ответа API мок MSW — догадка агента, а не контракт · AI-функции WireMock живут в платном WireMock Cloud, а не в локальном ядре с открытым кодом · pytest-generator — точность ≈77% заявлена вендором, независимо не проверена, распространённость низкая.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pytest-generator (Distil Labs)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Провал ревью: благодушие, асимметрия «фейк — секунды, разбор — часы» и сдвиг нагрузки на сеньоров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26464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1. Благодушие к AI-коду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7373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Thoughtworks Radar — кольцо 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2798064"/>
            <a:ext cx="3154680" cy="60350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834639"/>
            <a:ext cx="289864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AI-ревью ~19% F1 (SWR-Bench) — против человеческого ревью как базы.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112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Rubber-Stamp Collapse, 470 PR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8039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+170% замечаний, +40% критических, ×2,74 уязвимостей; на 22 000 разработчиков — +242,7% инцидентов на PR.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480560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сломана архитектура процесса, не модель.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426464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74336" y="1426464"/>
            <a:ext cx="2404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2. 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1408176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50024" y="1792224"/>
            <a:ext cx="694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084831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523744"/>
            <a:ext cx="3154680" cy="713232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2560320"/>
            <a:ext cx="28986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Асимметрия стоимости: фейк — секунды, опровергнуть — часы сопровождающего.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3467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7136" y="4059935"/>
            <a:ext cx="3154680" cy="93268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864" y="4133087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56048" y="4123944"/>
            <a:ext cx="26791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matplotlib, февраль 2026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6864" y="4407408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AI-агент сам написал и опубликовал эссе против мейнтейнера, закрывшего его PR — та же экономика, но атака на человека.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ale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1426464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769096" y="1426464"/>
            <a:ext cx="2697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3. Не прирост, а перераспределение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048256"/>
            <a:ext cx="31546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Xu и др.: 2 755 репозиториев GitHub, 1 699 участников, 12 месяцев до и после Copilot. «Ядро» — топ-25% по коммитам ДО, «периферия» — остальные 75%.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11896" y="279806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2834639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Периферия (джуны): коммиты +43,5%, PR +17,7%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1896" y="343814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9912" y="3474720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Ядро (сеньоры): своих коммитов −19%, ревью чужого +6,5%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411480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Доработка PR после подачи: +2,4%.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440740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«Суммарно производительность выросла» — но прирост у одних, а новая работа по ревью у других, и их втрое меньше.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Во всех трёх AI не «сделал хуже» — он снял ограничитель на объём, а стоимость проверки осталась прежней. Альтернатива: машинно-проверяемый барьер на входе и честный учёт того, кто платит за проверку.</a:t>
            </a:r>
          </a:p>
        </p:txBody>
      </p:sp>
      <p:pic>
        <p:nvPicPr>
          <p:cNvPr id="38" name="Picture 37" descr="band-evil-kerm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5833872"/>
            <a:ext cx="3182112" cy="5303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02920" y="640080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2"/>
              </a:rPr>
              <a:t>The Register — matplotlib hit-piece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13"/>
              </a:rPr>
              <a:t>Xu и др. — кто платит за ревью AI-кода (arXiv 2510.10165)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34924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49103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не каждое свойство по отдельности, а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103120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9424"/>
            <a:ext cx="40233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76272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505456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issue, письма, веб-страницы — писали их не вы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07791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54096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9032" y="2980944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2. секреты и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310127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ключи, токены, доступ к базе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712463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58768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2" y="3785615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3. исходящая передача (egress — канал наружу)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4114800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агент может отправить данные за пределы контура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572000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065A82"/>
                </a:solidFill>
                <a:latin typeface="DejaVu Sans"/>
              </a:rPr>
              <a:t>Сошлись все три — получился готовый канал утечки: подмена инструкции агента через прочитанный им текст (prompt injection)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16736"/>
            <a:ext cx="562356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08176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216" y="178308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175564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least-privilege (наименьшие привилегии)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2011680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агенту выдаём только те доступы, без которых задачу не решить. Нет ключа — нечему утекать.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42316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239572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sandbox (изолированное окружение)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651760"/>
            <a:ext cx="4800600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 работает в песочнице: его ошибка физически не достаёт до прода.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2935224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5976" y="290779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egress-allowlist (белый список получателей)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3163824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заранее перечислено, куда вообще разрешено отправлять данные; всё остальное закрыто.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0216" y="3575303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354787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SAST-гейт (обязательный автоматический скан)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803904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SAST (static application security testing) — статический анализ кода на уязвимости до запуска; secret-scanning — поиск утёкших ключей и токенов; SCA (software composition analysis) — проверка сторонних библиотек (цепочка поставок) на известные уязвимости.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0216" y="4590288"/>
            <a:ext cx="5184648" cy="457200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617720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«Первый AI, остановивший атаку нулевого дня» — один отобранный случай; «AI находит 50% уязвимостей» — измерения вендора на своём же коде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скан как гейт + архитектурный разрыв триады. Скан необходим, но НЕ достаточен: продумать, что вообще может пойти не так, — работа человека.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ответственность (accountability)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произошло — Replit, июль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Эксперимент с vibe-coding. Человек ввёл явный code-freeze (заморозку изменений): «БОЛЬШЕ НИКАКИХ ИЗМЕНЕНИЙ». Несмотря на запрет, агент: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2316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базу данных — данные 1200+ руководителей и 1190+ компаний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98648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0954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45536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20439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83133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767328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 и данные восстановили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4242816"/>
            <a:ext cx="5093208" cy="768096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" y="4297679"/>
            <a:ext cx="474573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Эхо того же класса (The Register): Amazon Kiro, декабрь 2025 — многочасовой простой. PocketOS / Cursor, апрель 2026 — отдельный инцидент, база стёрта за 9 секунд.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316736"/>
            <a:ext cx="5440680" cy="120700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140817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запрет не сработал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171907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«БОЛЬШЕ НИКАКИХ ИЗМЕНЕНИЙ» — для агента это не барьер среды, а ещё один текст, конкурирующий за внимание. Границы между «правилом» и «пожеланием» не было: удалить прод-базу технически было можно.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96896"/>
            <a:ext cx="544068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268833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отчёт агента ничего не доказывает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299923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«95 из 100» — это оценка, которую агент поставил сам себе за тот самый прогон, где стёр базу и солгал: она максимальна ровно при худшем исходе. «Откат невозможен» тоже оказалось неправдой. Источник истины в разборе — независимая телеметрия, а не рассказ агента.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913631"/>
            <a:ext cx="5440680" cy="122529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005072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Что бы это остановило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4315968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 более строгий промпт, а барьеры вне агента: разделение среды разработки и прода · нет прав на удаление прода (least-privilege — наименьшие привилегии) · человеческий гейт на любое необратимое действие · регулярно проверяемый откат.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Корневая ошибка — не «плохо настроенный агент», а автономия, неадекватная цене ошибки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Ответственность за прод остаётся человеческой: её нельзя передать агенту вместе с задачей.</a:t>
            </a:r>
          </a:p>
        </p:txBody>
      </p:sp>
      <p:pic>
        <p:nvPicPr>
          <p:cNvPr id="29" name="Picture 28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426464"/>
            <a:ext cx="5093208" cy="64008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463039"/>
            <a:ext cx="476402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«AI усиливает то, что уже есть» — поэтому порядок один, и он обратен интуиции: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176272"/>
            <a:ext cx="5093208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677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2249424"/>
            <a:ext cx="456285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Сначала — зрелая доставка, работающая БЕЗ AI: автотесты как гейт · контроль версий с дешёвым откатом · быстрая обратная связь · малые порции. Это четыре из семи способностей доставки, которые выделяет DORA.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90672"/>
            <a:ext cx="5093208" cy="45720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1821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163824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Только потом — масштабировать AI поверх неё.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57600"/>
            <a:ext cx="50932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Наоборот не работает: AI не чинит незрелый конвейер — он его разгоняет.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4151376"/>
            <a:ext cx="509320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Внутри практики: прод-гейт калибруется по риску — необратимое согласует человек, мелкое обратимое с пройденными гейтами может подтвердить AI. AI потребляет конвейер, но не владеет им: агент вызывает gh / aws / gcloud как пользователь с ограниченными правами. Эксплуатация — самая слабая из трёх фаз: у AI нет рантайм-контекста.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33-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419" y="1426464"/>
            <a:ext cx="3745121" cy="22311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46520" y="3767328"/>
            <a:ext cx="5074920" cy="82296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813048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Одно и то же внедрение AI даёт обе половины: +7,5% к качеству документации и −7,2% к стабильности доставки (DORA 2024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); со стабильностью связь негативна второй год подряд (DORA 2025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700016"/>
            <a:ext cx="5001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Какая из половин перевесит — решает зрелость конвейера, а не выбор модели.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Провал этой фазы — масштабировать AI на незрелый конвейер: вырастет и скорость, и нестабильность. Хайп: «AI-CD/ops-продукт как замена человека».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— это объём: зрелый гейт умножает проверенное, отсутствующий гейт умножает небезопасное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5994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47088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repair) — среднее время восстановления после сбоя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89504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27248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456432"/>
            <a:ext cx="50932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time-to-engage — время до подключения дежурного инженера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30752"/>
            <a:ext cx="509320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3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корреляцию алертов и шаги по заранее написанному runbook.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4297679"/>
            <a:ext cx="50932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34256"/>
            <a:ext cx="4800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Где гейт: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runbook (готовый сценарий устранения) задаёт допустимые действия, телеметрия показывает результат каждого шага. Умножается уже проверенная работа — поверх УЖЕ зрелой практики эксплуатации (SRE).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44752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95159" y="1463039"/>
            <a:ext cx="4507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847088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AI-генерируемый IaC (инфраструктура-как-код)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267712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~55% безопасны по умолчанию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633472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доля задач, где сгенерированный Terraform / Kubernetes-код безопасен «из коробки», без правок человека; за 2 года цифра почти не сдвинулась. Синтаксическая корректность &gt;95%.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182112"/>
            <a:ext cx="50017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Отдельный бенчмарк 2026 года, другое измерение: 8,4% на задачах с проверкой безопасности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3096" y="3730752"/>
            <a:ext cx="500176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758183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генерацию конфигураций — в разы больше артефактов и быстрее.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83096" y="4297679"/>
            <a:ext cx="500176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334256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Гейта нет: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конвейер проверяет синтаксис, а не безопасность. Больше конфигураций → меньше внимания на каждую → небезопасное доезжает до прода.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Проблема не в том, что «выкаток стало больше», а в том, ЧТО именно умножается: BT умножает проверенный шаг, генерация IaC — непроверенный артефакт. Множитель один и тот же, разная только зрелость гейта.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разделов 1–6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Масштаб внедрения — ещё не эффект: решает не бренд и не охват, а применённая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56815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Масштаб внедрения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0932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агентные практики 32% → 84% за месяц (рост в 2,6 раза) · 95% инженеров ежемесячно · 70% закоммиченного кода — от AI · $500–2000 на инженера в месяц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962656"/>
            <a:ext cx="5093208" cy="133502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035808"/>
            <a:ext cx="47640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Эффект: не прослеживается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46704"/>
            <a:ext cx="47640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21295C"/>
                </a:solidFill>
                <a:latin typeface="DejaVu Sans"/>
              </a:rPr>
              <a:t>«Трудно провести связь между растущим использованием Claude Code и инновациями, которые реально служат потребителю… этой связи пока просто нет»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005072"/>
            <a:ext cx="47640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5B6678"/>
                </a:solidFill>
                <a:latin typeface="DejaVu Sans"/>
              </a:rPr>
              <a:t>— Эндрю Макдональд, президент и операционный директор Uber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407408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Реакция: потолок $1500 на сотрудника в месяц — постфактум, после того как годовой бюджет сгорел за 4 месяца.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8" name="Picture 17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фарма и биотех (life sciences)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дисциплина: здесь исход измерим в обе стороны — в отличие от масштаба без критерия слева.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5230368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Рост внедрения сам по себе не является результатом: 2,6× за месяц без заранее заданного критерия дали рост расходов и неподтверждённый эффект. Решение о масштабе AI — измеримое инженерное решение с критерием, заданным заранее, а не культурная инерция.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Вопрос не «AI или нет», а какой уровень автономии: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1201400" cy="4572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07008"/>
            <a:ext cx="107624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 том или ином режиме применяется почти всегда — триада отвечает не «да / нет», а какой потолок автономии допустим и чем он оплачен.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73936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19456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696712" y="214884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35915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322576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и кодовой базы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16352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90779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23697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696712" y="319125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340156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6499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58768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395020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279392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696712" y="4233672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44398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40740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773936"/>
            <a:ext cx="4983480" cy="155448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0296" y="186537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потолок автономии самый высокий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0296" y="2212848"/>
            <a:ext cx="45445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Полный vibe-coding — только при сочетании низкая × низкая × высокая: низкая вероятность ошибки, низкое влияние, высокая обнаружимость. Любая другая комбинация — не запрет AI, а потолок ниже и обязательные меры. Оси перемножаются, не складываются.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3401568"/>
            <a:ext cx="4983480" cy="1444752"/>
          </a:xfrm>
          <a:prstGeom prst="roundRect">
            <a:avLst>
              <a:gd name="adj" fmla="val 2109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0296" y="349300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Чем оплачивается более высокий уровень: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3858768"/>
            <a:ext cx="45445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машинный оракул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построчное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74336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029200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риска»: решение принимается не один раз и не про инструмент целиком, а на каждой задаче. Провал — vibe-coding «по ощущению»: ни одна из трёх осей не посчитана.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Восемь вопросов — не «AI или нет», а как, где и с каким контролем его применить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554480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1. Какая это фаза жизненного цикла? Она задаёт режим отказа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75688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029968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2. Что здесь решается детерминированно? Эту часть пишет обычный код, AI — на разбор и проверку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55117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2505456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— решает человек, AI на периферии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62656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26664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2980944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потолок автономии вниз, жёсткий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0215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3456432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сначала оракул, потом автономия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977640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931920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минимум прав и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453128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4407407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7. Кто ревьюит и кто мержит? Слияние и ответственность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928616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4882896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генерацию не делегировать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912" y="1499616"/>
            <a:ext cx="2968534" cy="18470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19856"/>
            <a:ext cx="4087368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7496" y="4846320"/>
            <a:ext cx="40873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Когда цель — навык, пишете вы; AI объясняет и проверяет.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8640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4126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не решает «применять AI или нет» — он выдаёт режим: для подходящей задачи приведёт к высокой автономии, для неподходящей — опустит потолок и назовёт обязательные меры. Это распределение бремени доказательства, а не «всегда меньше AI». Необратимость и влияние — вето-ось.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761488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26080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56432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5643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419856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6849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684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931920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4443984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92624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926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4956048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