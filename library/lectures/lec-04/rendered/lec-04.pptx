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Лекция 7 курса «AI в разных индустриях» и четвёртая отраслевая лекция (разработка ПО → финансы → инженерное проектирование → медицина).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Этика и ответственность — сквозная тема всех лекций курса, не отдельный раздел в конце; из этих четырёх блоков вы вынесете три принципа ответственного использования AI, и они станут входом в копилку персонального чек-листа. Финал синтеза собирается не сегодня и не на следующей лекции, а на финальной Лекции 17 «Систематизация знаний и навыков», где чек-лист собирается из всех отраслевых кейсов курса.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про границы. Этот раздел не критика ради критики, это инженерная гигиена.</a:t>
            </a:r>
          </a:p>
          <a:p/>
          <a:p>
            <a:r>
              <a:t>Начнём с разговора о том, как LLM меняет workflow студента-медика и врача — паттерн «объясни как для студента N курса» и его границы. Это переход к LLM в медицине: AI как объяснитель работает, но требует проверки.</a:t>
            </a:r>
          </a:p>
          <a:p/>
          <a:p>
            <a:r>
              <a:t>Потом — глубокий разбор bias на примере Obermeyer 2019: статья в Science о том, как коммерческий AI для двухсот миллионов американцев систематически недооценивал тяжесть болезни у чернокожих 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Затем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стабильно работающих паттернов общения с большими языковыми моделями — это формула «объясни как для студента N курса». Когда вы говорите AI «объясни мне sensitivity и specificity для AI-диагностики на конкретном примере, например маммографический скрининг, как для студента второго курса технического вуза», — модель выдаёт связное объяснение с правильным уровнем детализации. Это не магия — это паттерн, который работает, потому что в обучающих данных LLM много текстов с явной маркировкой целевой аудитории.</a:t>
            </a:r>
          </a:p>
          <a:p/>
          <a:p>
            <a:r>
              <a:t>В медицине этот паттерн меняет реальные сценарии. Интерн читает редкое заболевание ночью на дежурстве — раньше нужно было звонить старшему, теперь можно за минуту получить связное first-pass объяснение от LLM. Ординатор разбирает новую методику исследования — то же. Врач сталкивается с новым классом препаратов и хочет быстро понять механизм действия — то же. Время между вопросом «что это вообще такое» и первым приближением к ответу падает с часов до секунд. Это меняет workflow.</a:t>
            </a:r>
          </a:p>
          <a:p/>
          <a:p>
            <a:r>
              <a:t>При этом качество — нестабильно. AI отлично пересказывает учебник: definitions, базовые механизмы, типовые примеры. AI плохо передаёт неявное знание клинициста: когда правило не работает, какие комбинации признаков подозрительны для опытного врача, какие подводные камни в конкретной российской практике 2026 года. То есть формальная часть знания — пересказывается, профессиональная интуиция — нет.</a:t>
            </a:r>
          </a:p>
          <a:p/>
          <a:p>
            <a:r>
              <a:t>И самое важное — caveat. AI даёт цифры без источника. AI пересказывает учебник пятилетней давности как «текущую практику», не предупреждая, что guidelines обновились. AI уверенно произносит неправильное название препарата, потому что в обучающих данных была опечатка. Поэтому правило для медицины и для любого high-stakes контекста: AI — первое приближение, не источник истины. Финальная верификация — учебник, клинические guidelines, старший коллега. Этот навык — отличать «AI отлично объяснил» от «AI дал цифру, которую нужно проверить» — мы будем тренировать весь курс, и именно он отделяет грамотного пользователя LLM от наивного.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Этика и ответственность — сквозная тема всех лекций курса, не отдельный раздел; три принципа отсюда станут входом в копилку персонального чек-листа. Финал синтеза — на финальной Лекции 17 «Систематизация знаний и навыков», где чек-лист собирается из всех отраслевых кейсов курса.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 (U Michigan Law School) и Gerke 2020 (Penn State Dickinson Law) — основа 4-actor framework.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раздела.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сырьё для копилки персонального чек-листа, который вы соберёте на финальной Лекции 17 «Систематизация знаний и навыков».</a:t>
            </a:r>
          </a:p>
          <a:p/>
          <a:p>
            <a:r>
              <a:t>Затем — закрывающая фраза, возврат к центральному вопросу. И взгляд вперёд: медицина — четвёртая отраслевая лекция, отраслевой тур продолжается дальше в другие индустрии, где ставки другие, но методологические принципы переносятся.</a:t>
            </a:r>
          </a:p>
          <a:p/>
          <a:p>
            <a:r>
              <a:t>И в финале — Q&amp;A. После такого материала вопросов обычно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вход в копилку персонального чек-листа. Не финальный синтез — сырьё; финал собирается на Лекции 17 «Систематизация знаний и навыков» из всех отраслевых кейсов курса.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персонального чек-листа. Финал — личный чек-лист на финальной Лекции 17 «Систематизация знаний и навыков», который собирается из всех отраслевых кейсов курса.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Медицина — четвёртая отраслевая лекция курса: отраслевой блок начинается с разработки программного обеспечения, затем финансы и ритейл, затем инженерное проектирование, и теперь медицина — индустрия с наивысшими ставками, человеческой жизнью. Дальше отраслевой тур продолжается. Мы будем переходить в другие индустрии, где ставки качественно другие: не пациент, а оборудование, урожай, инфраструктура. Но многие методологические принципы этой лекции переносятся напрямую — валидация модели на разных популяциях, прозрачность и интерпретируемость выхода, мониторинг качества после развёртывания. Стоимость ошибки меняется от индустрии к индустрии, а инженерная дисциплина оценки AI — нет.</a:t>
            </a:r>
          </a:p>
          <a:p/>
          <a:p>
            <a:r>
              <a:t>Самое важное, что нужно унести с этой лекции, — три наблюдения об ответственном использовании AI в медицине. Первое: AI-выход должен быть интерпретируемым, а его confidence score — калибровано-проверенным. Второе: валидационный датасет должен покрывать ту популяцию, на которой модель реально работает; bias тестируется явно. Третье: должны быть audit-trail и постоянный мониторинг качества в production. Это не финальный синтез — это сырьё, вход в копилку вашего персонального чек-листа ответственного использования AI. Финал собирается не сегодня и не на следующей лекции, а на финальной Лекции 17 «Систематизация знаний и навыков», где вы будете синтезировать чек-лист из всех отраслевых кейсов курса, а не из одного. Один такой кейс — медицинский — у вас теперь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персонального чек-листа уже есть, и сегодняшние три принципа — реальный input в синтез на финальной Лекции 17 «Систематизация знаний и навыков».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как объяснитель и его границы. Этика.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показательный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0876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▲
изображения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95478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
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7719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МОДАЛЬНОСТЬ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показательный кейс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верно идентифицированных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верно классифицированных как здоровые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встречается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Визуализация: AI+врач сильнее каждого. Рассуждения: AI один сильнее тандема врач+AI.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ориентир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832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7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337560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33756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6235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один сильнее тандема врач+AI — парадокс совместной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чернокожих 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как объяснитель
и его границы. Этика.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AI как объяснитель · Obermeyer · NEDA Tessa · Change Healthcare · 4 актёра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как объяснитель — что меняется в обучении и работе врача.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Один из самых стабильно работающих паттернов LLM — «объясни как для студента N курса».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70332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book-ope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Паттерн «объясни как для…»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«Объясни sensitivity/specificity как для студента 2 курса техвуза» — LLM выдаёт связное объяснение с примером.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Работает: интерн читает редкое заболевание, ординатор — методику исследования, врач — новый класс препаратов.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0332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graduation-ca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1168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772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Что меняется в обучении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Студент-инженер получает персонального наставника по запросу. Время «спросить старшего» сокращается с часов до секунд.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Качество — нестабильно. AI отлично пересказывает учебник, плохо передаёт неявное знание клинициста.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70332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Оговорка: проверяй перед тем, как доверять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даёт цифры без источника. AI пересказывает учебник 5-летней давности как «текущую практику».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Правило: AI = первое приближение. Финальная верификация — учебник, guidelines, старший коллега.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06247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AI — мощный объяснитель. Не источник истины. Это меняет рабочий процесс врача и студента — но не отменяет проверку.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Паттерн «explain like for» широко используется студентами медфаков 2024–2026 (см. JAMA Educ 2024 · Med Teach 2025).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8" name="Picture 7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6032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5292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Optum/UnitedHealth занижал риск у чернокожих в 2 раза — proxy «расходы» вместо «тяжесть».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355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200 млн американцев · 5 лет до фикса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7947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37033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8736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NEDA Tessa давал опасные советы при eating disorder — приводил к госпитализации.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40 млн американцев — самодиагностика без врача</a:t>
            </a:r>
          </a:p>
        </p:txBody>
      </p:sp>
      <p:pic>
        <p:nvPicPr>
          <p:cNvPr id="16" name="Picture 15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292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944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218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Change Healthcare ransomware (февр. 2024): 190 млн пострадали, $2.5 млрд убытков.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24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mosmed.ai = 18 млн+ изображений — та же поверхность атаки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чернокожих 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Чернокожие: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чернокожих 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чернокожих 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(U Michigan Law School) · Gerke 2020 (Penn State Dickinson Law) · EU AI Act 2024/1689 Art. 14.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что дальше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копилка для синтеза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Финал — Лекция 17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сырьё для копилки чек-листа. Не финальный синтез — финал на Лекции 17.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место медицины в туре + копилка для синтеза.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Медицина — четвёртая отраслевая лекция; принципы переносятся, финал синтеза — на Лекции 17.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8640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trending-u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7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58568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Где мы в отраслевом 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79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Медицина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четвёртая отраслевая лекция</a:t>
            </a:r>
            <a:r>
              <a:rPr sz="14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 → финансы → инженерное проектирование → медицина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49377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тур продолжается — другие индустрии, где ставки другие: не пациент, а оборудование, урожай, инфраструктура.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Принципы переносятся: валидация · transparency · monitoring.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48640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list-checks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167127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52360" y="2258568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3 наблюдения → копилка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59" y="31729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1089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Transparency +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419856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интерпретируемый выход; confidence калибровано-проверен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38862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3822191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Validation set покрывает deployment population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133087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bias тестируется явно; датасет репрезентативен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59" y="4599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4535424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Audit-trail + post-market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484632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кто/когда/какая версия восстановимо; качество мониторится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18464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Это вход в копилку персонального чек-листа.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5216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92531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Финал синтеза — Лекция 17 «Систематизация знаний и навыков»: сборка чек-листа из всех отраслевых кейсов курса.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749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65A82"/>
                </a:solidFill>
                <a:latin typeface="Arial"/>
              </a:rPr>
              <a:t>Спасибо за внимание.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