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перечислил четыре практики словами; здесь они же — файлами, которые реально лежат в репозитории. Это и есть проверка на прочность: практика, по которой нельзя открыть конкретный файл и показать шаг сборки, краснеющий при её нарушении, остаётся намерением.</a:t>
            </a:r>
          </a:p>
          <a:p>
            <a:r>
              <a:t>ADR — короткая, в полстраницы, запись на одну архитектурную развилку: контекст (какую проблему решаем, какие силы действуют), решение в утвердительной форме, статус и последствия, включая негативные [1]. Найгард настаивал именно на лёгкости формата: большие документы никогда не поддерживаются в актуальном состоянии, у малых модульных есть хотя бы шанс. Запись неизменяема — устаревшее решение не переписывают, а помечают заменённым новой записью. Для агента, у которого нет памяти между запусками, ADR оказывается тем единственным местом, где хранится «почему»: код показывает, что изменилось, история версий — когда и кто, а обоснование не хранит больше ничто.</a:t>
            </a:r>
          </a:p>
          <a:p>
            <a:r>
              <a:t>Fitness-функция переводит это «почему» в машинную проверку на каждом коммите: направление зависимостей между модулями, бюджет задержки критичного пути, покрытие контракта [2]. Её ценность ровно равна ценности инварианта, который в неё вложил человек, — тривиальный всегда-зелёный гейт даёт только видимость надзора.</a:t>
            </a:r>
          </a:p>
          <a:p>
            <a:r>
              <a:t>Архитектура-как-код — та же логика, применённая к самой модели системы: текстовый язык описания, который версионируется и диффается рядом с кодом, поэтому AI одинаково хорошо его и читает, и порождает, а сверка описанной модели с фактическим кодом ловит расхождение до слияния [3].</a:t>
            </a:r>
          </a:p>
          <a:p>
            <a:r>
              <a:t>Четвёртая колонка — не отдельный артефакт, а сборка трёх предыдущих: эволюционная архитектура складывается из инкрементальных изменений, явных fitness-функций и спроектированной способности систему менять [4]. В репозитории это выглядит как один конвейер, прогоняющий три проверки вместе.</a:t>
            </a:r>
          </a:p>
          <a:p>
            <a:r>
              <a:t>Источники:</a:t>
            </a:r>
          </a:p>
          <a:p>
            <a:r>
              <a:t>[1] Найгард — ADR — шаблон записи: контекст · решение · статус · последствия; одна развилка = одна неизменяемая запись в контроле версий. https://cognitect.com/blog/2011/11/15/documenting-architecture-decisions</a:t>
            </a:r>
          </a:p>
          <a:p>
            <a:r>
              <a:t>[2] Thoughtworks — architectural fitness function — объективная автопроверка архитектурной характеристики: «вы и я никогда не поспорим, прошла она или нет» (Парсонс). https://www.thoughtworks.com/radar/techniques/architectural-fitness-function</a:t>
            </a:r>
          </a:p>
          <a:p>
            <a:r>
              <a:t>[3] Браун — C4 + Structurizr DSL — модель как текст: четыре уровня зума (Context/Container/Component/Code), одна модель — много рендеров. https://c4model.com/ [VFY-day-of]</a:t>
            </a:r>
          </a:p>
          <a:p>
            <a:r>
              <a:t>[4] Форд, Парсонс, Кюа — Эволюционные архитектуры — инкрементальность + fitness-функции + поддержка изменений «с максимумом автоматизации». https://nealford.com/books/buildingevolutionaryarchitectures.html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stateless: между запусками он не помнит ничего. Поэтому всё, что он должен знать о проекте, лежит не в промпте, а на одном из четырёх уровней — и путать их дорого, потому что ведут их по-разному.</a:t>
            </a:r>
          </a:p>
          <a:p>
            <a:r>
              <a:t>Уровень 1 — постоянные инструкции: статичный файл AGENTS.md в корне репозитория (у Anthropic аналог называется CLAUDE.md), который агент перечитывает каждую сессию [1]. Ключевая рекомендация — вести его командами, а не объяснениями: «Запустить тесты: pnpm test» работает, а «мы используем такую-то систему сборки» заставляет агента выдумывать шаги настройки. Пишет и обновляет этот файл человек, а живёт он ровно столько, сколько живёт репозиторий.</a:t>
            </a:r>
          </a:p>
          <a:p>
            <a:r>
              <a:t>Уровень 2 — контекст одной сессии, то есть управление окном текущего диалога. Примитивов три: JIT-извлечение, компакция, заметки [3]. JIT-извлечение стоит расшифровать явно: агент открывает конкретный файл в тот момент, когда задача его потребовала, а не загружает весь репозиторий в начало сессии. Курируют не ради экономии токенов: исследование Chroma на восемнадцати моделях показало, что точность извлечения падает нелинейно с ростом входа, причём деградация начинается до переполнения окна [2].</a:t>
            </a:r>
          </a:p>
          <a:p>
            <a:r>
              <a:t>Уровень 3 — операционная история задач: прошлые инциденты и инструкции «как чинили», сохранённые извлекаемыми документами. Практика живая, но зрелого стандарта у неё пока нет, и каждому документу нужны дата и отметка актуальности.</a:t>
            </a:r>
          </a:p>
          <a:p>
            <a:r>
              <a:t>Уровень 4 — память как отдельная система: Mem0, Cognee, Graphiti, Letta. Её не правят построчно, как файл: она накапливается сама, поэтому её организуют и периодически проверяют.</a:t>
            </a:r>
          </a:p>
          <a:p>
            <a:r>
              <a:t>Отсюда практический вывод про распределение. README отвечает человеку, зачем проект. AGENTS.md — агенту, какие команды исполнять буквально. ADR — почему выбрали решение. Комментарий в коде — почему неочевиден именно этот кусок. Разбор инцидента — как чинили в прошлый раз. Класть контекст надо туда, где его перечитают вместе с кодом.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разложил контекст агента на четыре уровня; у каждого из них есть собственный честный предел, и они разные — поэтому и разбираем их в том же порядке.</a:t>
            </a:r>
          </a:p>
          <a:p>
            <a:r>
              <a:t>Уровень 1, постоянные инструкции. Режим отказа здесь хуже, чем просто отсутствие файла: и агент, и человек доверяют артефакту, который перестал описывать реальный проект. Отсутствие файла агент компенсирует вопросом или разведкой по репозиторию, а устаревшему следует буквально. Конкретно: файл предписывает команду сборки, которую давно заменили другой, — агент упрямо гоняет её, получает непонятную ошибку окружения и тратит ходы на диагностику несуществующей проблемы, хотя актуальную команду нашёл бы поиском за секунды.</a:t>
            </a:r>
          </a:p>
          <a:p>
            <a:r>
              <a:t>Уровень 2, контекст одной сессии. Компакция — это суммаризация, а суммаризация по определению с потерями: если в диалоге было явно принято решение не использовать библиотеку X из-за лицензионного конфликта, а модель при сжатии сочла деталь второстепенной, решение исчезает молча. Никакой ошибки не возникает — агент просто через несколько ходов предлагает именно то, от чего только что отказались. JIT-извлечение страдает симметрично с другой стороны того же компромисса: агент подгружает то, о чём догадался спросить, а о существовании чего он не знает — не запросит никогда [1].</a:t>
            </a:r>
          </a:p>
          <a:p>
            <a:r>
              <a:t>Уровень 3, операционная история. Файл инструкций один, и его перечитывают вместе с проектом при каждом ревью; архив разборов — десятки отдельных документов, и стареет он незаметно. Агент находит документ по релевантности запроса, а не по актуальности, и предлагает обходной путь проблемы, закрытой полгода назад.</a:t>
            </a:r>
          </a:p>
          <a:p>
            <a:r>
              <a:t>Уровень 4, память. Она накапливается сама, поэтому вычитывать её построчно нельзя. Ошибочное убеждение, однажды удержанное и читаемое только самим агентом, воспроизводится в каждой следующей сессии — снаружи нужна периодическая проверка, а не построчная правка. Отсюда правило распределения: то, что нельзя потерять молча, фиксируют на уровне 1.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Эти practitioner-эвристики корроборирует свежая академическая SE-работа (Destefanis, 2026) [3]: маленький, однозначный skill выбирается моделью надёжнее — тот же принцип single-responsibility и высокой связности, что и в модульном дизайне софта, применённый к skill.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есть реальный переключатель — read-only режим, при котором write-инструменты пропускаются, даже если явно запрошены. Playwright MCP server даёт браузер: агент получает не скриншот, а структурное accessibility-дерево — описание каждого интерактивного элемента текстом. Filesystem MCP — класс серверов: доступ к файлам вне рабочей директории агента.</a:t>
            </a:r>
          </a:p>
          <a:p>
            <a:r>
              <a:t>Отдельный риск — разрастание контекста: в отличие от skills, где тело грузится только по вызову, tool-схемы MCP-сервера — always-on, часть контекста с момента подключения. Больше серверов — больше always-on объёма конкурирует с кодом за то же окно, то же context rot. Следствие: держать набор серверов минимальным.</a:t>
            </a:r>
          </a:p>
          <a:p>
            <a:r>
              <a:t>Короткий мост к безопасности — подробный разбор Lethal Trifecta будет в разделе про ревью. Специфика MCP: один сервер часто закрывает сразу два угла трифекты одним подключением — доступ к данным и канал действия наружу, — а третий, недоверенный контент, прилетает через тот же сервер при чтении чужого issue. Задокументированный пример: GitHub MCP server позволял добираться до приватных репозиториев через issues с prompt injection, эксфильтровавшими данные через создаваемые pull request. Следствие: read-only MCP по умолчанию, write-доступ — осознанное решение о риске.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e2e-браузерный MCP-инструмент. Здесь — фокус не на обзоре рынка тестовых SaaS-платформ, а на конкретном вопросе: чем агент проверяет БД и сеть локально, на машине разработчика, без выхода во внешний облачный сервис.</a:t>
            </a:r>
          </a:p>
          <a:p>
            <a:r>
              <a:t>Тестирование с базой данных — Testcontainers: поднимает реальный сервис в Docker-контейнере на эфемерном порту прямо на машине и уничтожает его после прогона; единственная внешняя зависимость — локальный Docker daemon, ничего не уходит в облако. Зачем это агенту: та же логика детерминированного харнеса — реальная, но одноразовая БД, на которой тест либо детерминированно проходит, либо падает. AI-специфика скромная: не «умнее анализирует БД», а skill даёт процедурное знание, как написать корректный Docker Compose.</a:t>
            </a:r>
          </a:p>
          <a:p>
            <a:r>
              <a:t>Сетевые моки — MSW для JS/TS: перехватывает HTTP-запросы на уровне сети прямо в процессе, один и тот же handler переиспользуется в unit, integration, e2e и Storybook. Честная оговорка: без реального примера ответа API в контексте агент может «придумать» форму ответа по обучающим данным — подавать настоящий JSON-пример не опция, а обязательная часть промпта.</a:t>
            </a:r>
          </a:p>
          <a:p>
            <a:r>
              <a:t>WireMock здесь нужно честно развести: локальное OSS-ядро зрелое, но AI-фичи вендора размещены преимущественно на платном WireMock Cloud — «WireMock локальный» и «AI-функционал WireMock локальный» — два разных утверждения. И нишевый честный пример — pytest-generator: полностью локальная, CPU-only генерация тестов, точность около семидесяти семи процентов self-reported, низкая adoption, вендор сам предупреждает о необходимости ревью.</a:t>
            </a:r>
          </a:p>
          <a:p>
            <a:r>
              <a:t>Суждение: Testcontainers и MSW — берите готовыми, они зрелые; skill-обёртку вокруг уже работающего CI-цикла — делайте сами, это дешевле, чем искать AI-native замену уже отлаженной инфраструктуре.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nealford.com/books/buildingevolutionaryarchitectures.html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22.png"/><Relationship Id="rId7" Type="http://schemas.openxmlformats.org/officeDocument/2006/relationships/image" Target="../media/image47.png"/><Relationship Id="rId8" Type="http://schemas.openxmlformats.org/officeDocument/2006/relationships/hyperlink" Target="https://agents.md/" TargetMode="External"/><Relationship Id="rId9" Type="http://schemas.openxmlformats.org/officeDocument/2006/relationships/hyperlink" Target="https://www.trychroma.com/research/context-rot" TargetMode="External"/><Relationship Id="rId10" Type="http://schemas.openxmlformats.org/officeDocument/2006/relationships/hyperlink" Target="https://www.anthropic.com/engineering/effective-context-engineering-for-ai-agents" TargetMode="External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hyperlink" Target="https://www.anthropic.com/engineering/effective-context-engineering-for-ai-agents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3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hyperlink" Target="https://arxiv.org/abs/2607.25032" TargetMode="Externa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44.png"/><Relationship Id="rId5" Type="http://schemas.openxmlformats.org/officeDocument/2006/relationships/image" Target="../media/image56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48.png"/><Relationship Id="rId4" Type="http://schemas.openxmlformats.org/officeDocument/2006/relationships/image" Target="../media/image51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1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hyperlink" Target="https://cognition.ai/blog/swe-bench-technical-report" TargetMode="External"/><Relationship Id="rId5" Type="http://schemas.openxmlformats.org/officeDocument/2006/relationships/hyperlink" Target="https://model-spec.openai.com/" TargetMode="Externa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hyperlink" Target="https://testcontainers.com/" TargetMode="External"/><Relationship Id="rId6" Type="http://schemas.openxmlformats.org/officeDocument/2006/relationships/hyperlink" Target="https://mswjs.io/docs" TargetMode="External"/><Relationship Id="rId7" Type="http://schemas.openxmlformats.org/officeDocument/2006/relationships/hyperlink" Target="https://wiremock.io/" TargetMode="External"/><Relationship Id="rId8" Type="http://schemas.openxmlformats.org/officeDocument/2006/relationships/hyperlink" Target="https://distillabs.ai/" TargetMode="External"/><Relationship Id="rId9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68.png"/><Relationship Id="rId6" Type="http://schemas.openxmlformats.org/officeDocument/2006/relationships/image" Target="../media/image79.png"/><Relationship Id="rId7" Type="http://schemas.openxmlformats.org/officeDocument/2006/relationships/hyperlink" Target="https://www.thoughtworks.com/radar/techniques/complacency-with-ai-generated-code" TargetMode="External"/><Relationship Id="rId8" Type="http://schemas.openxmlformats.org/officeDocument/2006/relationships/hyperlink" Target="https://www.theregister.com/2026/01/21/curl_ends_bug_bounty/" TargetMode="External"/><Relationship Id="rId9" Type="http://schemas.openxmlformats.org/officeDocument/2006/relationships/hyperlink" Target="https://arxiv.org/abs/2504.14119" TargetMode="External"/><Relationship Id="rId10" Type="http://schemas.openxmlformats.org/officeDocument/2006/relationships/hyperlink" Target="https://tianpan.co/" TargetMode="External"/><Relationship Id="rId11" Type="http://schemas.openxmlformats.org/officeDocument/2006/relationships/hyperlink" Target="https://www.theregister.com/2026/02/" TargetMode="External"/><Relationship Id="rId1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3.png"/><Relationship Id="rId4" Type="http://schemas.openxmlformats.org/officeDocument/2006/relationships/image" Target="../media/image81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3.png"/><Relationship Id="rId4" Type="http://schemas.openxmlformats.org/officeDocument/2006/relationships/image" Target="../media/image49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48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87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48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89.png"/><Relationship Id="rId4" Type="http://schemas.openxmlformats.org/officeDocument/2006/relationships/image" Target="../media/image64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83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.png"/><Relationship Id="rId4" Type="http://schemas.openxmlformats.org/officeDocument/2006/relationships/image" Target="../media/image98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jpg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Каждая практика — это конкретный файл в репозитории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 же четыре практики — но не описанием, а артефактом, который лежит в репозитории и проверяется сборкой.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99032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docs/adr/0007-event-queue.md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ADR-0007. Очередь вместо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прямых вызовов склада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Статус: принято · 12.03.2026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Контекст: при отказе склада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заказы теряются молча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Решение: заказы идут через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очередь событий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Последствия: + переживаем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отказ склада;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− подтверждение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вместо мгновенного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Развилку выбрал и подписал человек — текст мог написать AI. Запись неизменяема: устаревшую не правят, а заменяют новой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5274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46" y="13990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83913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1850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tests/architecture/test_layers.py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5274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4146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1: границы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4146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test_payment_not_ui():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4146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not depends_on(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146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    "payment", "ui")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4146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4146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2: бюджет 200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4146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test_checkout_p95():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4146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p95("/checkout") &lt; 200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5274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1578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Какой инвариант критичен — решает человек, это его определение «хорошего». Нарушен на коммите — сборка красная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399032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16268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204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docs/architecture/workspace.dsl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67628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6500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workspace {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6500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model {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6500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= person "Инженер"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6500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app = softwareSystem "Бронь" {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6500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api = container "API"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86500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db  = container "БД броней"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6500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-&gt; api "бронирует"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6500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6500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67628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3932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Текст, а не картинка: изменения видны построчно и ревьюются вместе с кодом; сверка модели с кодом ловит расхождение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99982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854" y="1399032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548622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6558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.github/workflows/architecture.yml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99982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8854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гейт: три практики вместе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8854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adr-lint docs/adr/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18854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нет развилки без записи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8854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pytest tests/architecture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18854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инварианты держатся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18854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structurizr-cli drift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8854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модель и код совпадают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8854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красный шаг блокирует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18854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слияние изменений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999982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6286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Своего артефакта нет — есть гейт, который держит три предыдущих вместе на каждом изменении. Направление задаёт человек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5285232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6" y="5340096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Практику видно по артефакту: если по ней нельзя показать файл в репозитории и красный шаг сборки при нарушении — это ещё не практика, а намерение.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Найгард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architectural fitness function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Браун — C4 + Structurizr DSL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Форд, Парсонс, Кюа — Эволюционные архитектуры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уровня контекста агента — каждый ведут по-своему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Агент stateless: между запусками он не помнит ничего — всё, что он должен знать о проекте, лежит на одном из этих четырёх уровней.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sta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35607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33272" y="1399032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63624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Постоянные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инструкции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8366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 · с репозиторием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9903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Статичный файл в корне репозитория: агент перечитывает его каждую сессию — именно потому, что памяти между запусками у него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6944" y="139903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(аналог — CLAUDE.md): «Тесты: pnpm test» — дословные команды сборки и тестов, стиль кода, запреты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57984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sear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76856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272" y="2240279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404872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Контекст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одной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7249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человек+агент · одна сессия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24027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Окно текущего диалога. Три примитива курирования: JIT-извлечение, компакция, заметки. Больше контекста ≠ лучше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24027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JIT-извлечение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агент открывает нужный файл в тот момент, когда задача его потребовала, а не грузит весь репозиторий заранее.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99232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ipboard-li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3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3272" y="3081527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" y="3246120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Операционная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история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566160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люди · между задачами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081527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Прошлые инциденты и инструкции «как чинили» — извлекаемыми документами, чтобы агент не изобретал их заново. Зрелого стандарта нет.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08152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Разбор инцидента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с датой и статусом: «актуально» / «устарело, см. коммит X» — иначе архив стареет незаметно.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40479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bas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959351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33272" y="3922775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87367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Память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(слот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07407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система · проверяет человек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922775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Отдельная система: сама решает, что удержать между сессиями. Её не правят построчно — её организуют и проверяют.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66944" y="392277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Mem0 · Cognee · Graphiti · Letta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настраивают правила отбора, а не редактируют содержимое.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3"/>
            <a:ext cx="7269480" cy="512064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64023"/>
            <a:ext cx="6903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Почему уровень 2 курируют, а не накапливают: точность извлечения падает нелинейно с ростом входа — деградация начинается ДО переполнения окна (Chroma, 18 моделей)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Демо: ~172k токенов против ~334k без курирования — направление, не измеренный множитель.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1316736"/>
            <a:ext cx="3840480" cy="3913631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st-checks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463039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31352" y="1481328"/>
            <a:ext cx="30540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Что куда класть в репозитории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1920240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README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зачем проект и с чего начать — для человека, который открыл его впервые.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2418588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AGENTS.md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команды и ограничения, которые агент исполняет буквально, без пересказа.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2916936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ADR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выбрали решение и от чего отказались — то, чего нет в коде.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415284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Комментарий в коде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этот кусок неочевиден; едет в том же изменении.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9016" y="3913632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Разбор инцидента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как чинили в прошлый раз — с датой и отметкой актуальности.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448556"/>
            <a:ext cx="3474720" cy="71323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0456" y="4512564"/>
            <a:ext cx="32186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Правило: класть туда, где артефакт перечитают вместе с кодом. Что нельзя потерять молча — на уровень 1.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 — но каждый уровень ведут по-своему: инструкции пишут, сессию курируют, историю датируют, память настраивают и проверяют.</a:t>
            </a:r>
          </a:p>
        </p:txBody>
      </p:sp>
      <p:pic>
        <p:nvPicPr>
          <p:cNvPr id="46" name="Picture 45" descr="band-monkey-pupp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Anthropic — context 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У каждого уровня свой предел — риск меняется, а не исчезает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1 · ИНСТРУКЦИИ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Устаревший файл хуже, чем его отсутствие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Предписана команда сборки, которую давно заменили, — агент гоняет её и тратит ходы впустую.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yer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463039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872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2 · СЕССИЯ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Компакция теряет, JIT не спросит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Суммаризация — с потерями: «библиотеку X не использовать» может не попасть в резюме, и агент предложит именно её. Ошибки при этом нет.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JIT симметричен: о существовании чего агент не знает, он не запросит никогда.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3 · ИСТОРИЯ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Стареет тише, чем инструкции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Файл инструкций один — его перечитывают вместе с проектом. Архив разборов — десятки документов.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Агент находит их по релевантности, а не по актуальности, и предлагает обход давно закрытой проблемы.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8008" y="1463039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0800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4 · ПАМЯТЬ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Закрепляет ошибочный вывод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Память накапливается сама, поэтому вычитать её построчно, как файл, нельзя.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Ошибочное убеждение, однажды удержанное и читаемое только самим агентом, воспроизводится дальше — нужна периодическая проверка снаружи, а не правка.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техники, а не следствие небрежного применения.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Отсюда правило распределения: решение, которое нельзя потерять молча, не доверяют уровню 2 — его фиксируют на уровне 1, единственном, который не сжимается между ходами.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Anthropic — context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32304"/>
            <a:ext cx="5020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65A82"/>
                </a:solidFill>
                <a:latin typeface="DejaVu Sans"/>
              </a:rPr>
              <a:t>SAST — static application security testing: статический анализ кода на уязвимости без запуска. least-privilege — минимум необходимых прав.</a:t>
            </a:r>
          </a:p>
        </p:txBody>
      </p:sp>
      <p:sp>
        <p:nvSpPr>
          <p:cNvPr id="11" name="Oval 10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Destefanis — Authoring Agent Skills (arXiv:2607.25032)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(автогенерация changelog и версии по типу коммита),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SWE-bench (эталонный бенчмарк на реальных GitHub issues): 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pic>
        <p:nvPicPr>
          <p:cNvPr id="20" name="Picture 19" descr="band-mocking-spongeb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5852491"/>
            <a:ext cx="2688336" cy="58455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OpenAI — Model 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Ценность TDD (test-driven development, разработка через тестирование) — структура (спека-тест + гейт), а не ритуал форсить порядок агенту. 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BDD (Behavior-Driven Development) — 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Локальный тестовый инструментарий кодинг-агента: БД, сеть, CI-цикл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8016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(а) БД — Testcontainers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8016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(б) Сеть — MSW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8016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(в) CI-цикл — skill-обёртка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856231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084831"/>
            <a:ext cx="33802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Реальный Postgres/Kafka/Redis в Docker, эфемерный порт, на машине агента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Перехват HTTP на уровне процесса — 1 handler для unit/e2e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lint → type-check → test вызывается одной командой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91693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45536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Без реального JSON-примера агент «придумывает» форму ответа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Не новый инструмент — упаковка уже работающей инфраструктуры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8620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ГОТОВЫМ / САМИМ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библиотека, с оговоркой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САМИМ — дешевле, чем искать AI-native замену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1713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28090"/>
                </a:solidFill>
                <a:latin typeface="DejaVu Sans Mono"/>
              </a:rPr>
              <a:t>mswjs.io handlers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lint+type-check+test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19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892039"/>
            <a:ext cx="108722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Облачный AI-слой (не мейнстрим): WireMock Cloud — AI Skills/MCP преимущественно здесь, не в локальном OSS-ядре · pytest-generator (Distil Labs) — CPU-only, ≈77% точность self-reported.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9823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50468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Локальный, детерминированный, уже существующий инструмент — берите и оборачивайте; облачный AI-слой — с честной оговоркой о разрыве.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pytest-generator (Distil Labs)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5" name="Picture 14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1426464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182880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pic>
        <p:nvPicPr>
          <p:cNvPr id="27" name="Picture 26" descr="band-evil-ker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5852160"/>
            <a:ext cx="351129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The Register / Decrypt — matplotlib hit-piece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pic>
        <p:nvPicPr>
          <p:cNvPr id="30" name="Picture 29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