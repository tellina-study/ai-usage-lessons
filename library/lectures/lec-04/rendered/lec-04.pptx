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сопровождающие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к августу 2026 кластеризуются в диапазоне девяносто пять–девяносто шесть процентов. Цифра близка к ста и звучит как «агент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показывает, в зависимости от источника измерения, от примерно шестидесяти девяти процентов (консервативная методология Scale SEAL) до семидесяти девяти–восьмидесяти процентов (вендорские лидерборды новейшего поколения моделей). Один и тот же класс систем: около девяноста пяти на знакомом публичном коде и от шестидесяти девяти до восьмидесяти на честном незнакомом. Разрыв сузился относительно прошлогодней картины — тогда было около двадцати четырёх процентных пунктов — до примерно пятнадцати–семнадцати по консервативной оценке. Это по-прежнему главный инженерный факт уровня C, только с уточнением: сокращение разрыва не отменяет тезиса, оно лишь говорит, что цена незнакомости стала немного ниже, чем год назад, — не то, что она исчезла.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95%» превращается в «семь-восемь из десяти».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словарь категорий инструментов уровня B–C. Рынок AI-инструментов для разработки делится на три категории по тому, где живёт агент, — это отдельная ось от лестницы автономности A→D: та отвечает «сколько AI решает сам», эта — «в каком окружении он это делает».</a:t>
            </a:r>
          </a:p>
          <a:p/>
          <a:p>
            <a:r>
              <a:t>Agentic IDE — desktop-редактор, часто форк VS Code, со встроенным агентом внутри интерфейса. Флагман — Cursor: Tab-автодополнение, Cmd-K и Composer/Agent Mode — все три уровня автономии в одном продукте. Категория даёт визуальный контроль — diff перед принятием, файловое дерево, терминал — ценой привязки к конкретному редактору.</a:t>
            </a:r>
          </a:p>
          <a:p/>
          <a:p>
            <a:r>
              <a:t>CLI-агент работает из терминала, без выделенного GUI, в связке с любым редактором. Canonical пример — Claude Code: по умолчанию уровень C, поднимается до D в режиме команд агентов. CLI-агенты обычно гибче в автоматизации — легко встроить в CI, в хук, — но без визуального diff-интерфейса.</a:t>
            </a:r>
          </a:p>
          <a:p/>
          <a:p>
            <a:r>
              <a:t>Третья категория, фреймворк для построения агентов, — не продукт, а библиотека для сборки собственного агента. Упоминаем для полноты словаря: аудитория курса — пользователи готовых инструментов, не их разработчики.</a:t>
            </a:r>
          </a:p>
          <a:p/>
          <a:p>
            <a:r>
              <a:t>Здесь работает тот же принцип, что мы применяли к уровню автономии: категория важнее бренда. Agentic IDE выигрывает там, где нужен визуальный контроль над многофайловым diff в одном редакторе; CLI-агент — там, где нужна автоматизация, встраивание в конвейер, headless-окружение или параллельные сессии.</a:t>
            </a:r>
          </a:p>
          <a:p/>
          <a:p>
            <a:r>
              <a:t>Отдельно — «агент против субагента» применительно к коду. Основной агент может делегировать субагенту узкий подшаг — скажем, «прочитай эти пятнадцать файлов миграций и составь сводку схемы базы данных» — и получить сжатую выжимку, не засоряя собственный контекст. Субагент экономит контекст и изолирует радиус поражения при работе с недоверенным содержимым, например с чужим pull request. Независимые подшаги — субагент оправдан; зависимые, делящие контекст, — та же хрупкость мульти-агентной системы, не апгрейд.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Лекции 3 мы уже вводили skill в общем виде: переиспользуемая процедура под повторяющийся класс задач, которая освобождает агента от необходимости каждый раз заново формулировать её в промпте. Здесь — как это выглядит конкретно в кодинг-агенте.</a:t>
            </a:r>
          </a:p>
          <a:p/>
          <a:p>
            <a:r>
              <a:t>Формат: навык — это директория, минимально содержащая файл SKILL.md — markdown с YAML frontmatter (название, описание, когда применять) и телом-инструкцией. Опционально рядом лежат scripts — готовые скрипты, которые навык вызывает напрямую, вместо того чтобы модель заново писала код для типовой операции, — и references — длинные справочные материалы, на которые основной файл ссылается, не раздувая себя. Ключевая идея: SKILL.md короткий и быстро читается моделью при определении применимости, а тяжёлые детали подгружаются только тогда, когда навык действительно используется.</a:t>
            </a:r>
          </a:p>
          <a:p/>
          <a:p>
            <a:r>
              <a:t>Область видимости бывает двух видов. Project-level skill лежит в репозитории и коммитится в git вместе с кодом — команда получает его автоматически. Personal skill хранится в конфигурации разработчика и применяется во всех его проектах — например, личный стиль commit-сообщений. Project-level skills подчиняются тем же принципам, что и steering-файл, который разберём дальше, — версионируются, ревьюются в PR; personal skills — личная продуктивность, не часть контракта команды.</a:t>
            </a:r>
          </a:p>
          <a:p/>
          <a:p>
            <a:r>
              <a:t>Три типовых навыка. «Оформить PR по конвенциям проекта» — точный формат: секции Summary, Test plan, Related issues, стиль заголовка. «Прогнать тесты и интерпретировать результат» — точная команда этого проекта, не общее «npm test», умение отличить реальный провал от известного флакового теста. «Сгенерировать changelog» — формат проекта, например Keep a Changelog, и классификация изменений по истории коммитов.</a:t>
            </a:r>
          </a:p>
          <a:p/>
          <a:p>
            <a:r>
              <a:t>Общая логика: skill не учит агента тому, чего модель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plus constraints plus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MCP, Model Context Protocol, как протокол и как граница доверия уже разобраны в Лекции 3 — механика подключения через единый стандарт и правило «каждое MCP-подключение — новая граница доверия». Здесь называем, какие категории MCP-серверов реально использует разработчик и какую конкретную проблему каждая закрывает.</a:t>
            </a:r>
          </a:p>
          <a:p/>
          <a:p>
            <a:r>
              <a:t>Первая — репозиторий и issue-трекер, класс GitHub, GitLab, Jira. Даёт агенту читать и, при настройке, писать issue, pull request, комментарии, статусы напрямую, без ручного copy-paste. Это ровно то, что делает возможным уровень D — агента, читающего issue-трекер как источник задач.</a:t>
            </a:r>
          </a:p>
          <a:p/>
          <a:p>
            <a:r>
              <a:t>Вторая — файловая система: доступ к файлам за пределами текущего проекта, например к общей документации или другому репозиторию в монорепо. Закрывает задачи, где контекст не помещается в один репозиторий.</a:t>
            </a:r>
          </a:p>
          <a:p/>
          <a:p>
            <a:r>
              <a:t>Третья — CI/CD: статусы сборки, логи конвейера, история запусков. Агент итерирует по реальному логу ошибки CI, а не по локальному прогону, который может отличаться от продакшена.</a:t>
            </a:r>
          </a:p>
          <a:p/>
          <a:p>
            <a:r>
              <a:t>Четвёртая — базы данных: чтение, реже запись, схемы и данных. Закрывает «миграцию, согласованную со схемой» или «почему запрос медленный».</a:t>
            </a:r>
          </a:p>
          <a:p/>
          <a:p>
            <a:r>
              <a:t>Пятая — документация и поиск: внутренняя вики, база знаний. Закрывает разрыв между тем, что модель знает из общего обучения, и спецификой конкретной организации.</a:t>
            </a:r>
          </a:p>
          <a:p/>
          <a:p>
            <a:r>
              <a:t>Ключевой закрывающий тезис: каждое подключение — решение о scope, а не техническая деталь. Принцип least-privilege уже разобран раньше — здесь называем, где он всплывает конкретно. Доступ к issue-трекеру не обязан включать право удалять issue. Доступ к БД для аналитических запросов не обязан включать запись в prod-таблицы. Доступ к CI не обязан включать право менять секреты конвейера. «Какой сервер подключить» и «с каким scope» — два разных решения, второе не следует автоматически из первого.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класса AGENTS.md или CLAUDE.md не гарантирует пользы — это presence paradox, к которому вернёмся на следующем слайде отдельно. Здесь мы предполагаем, что файл пишется осмысленно, закрывает реальный информационный пробел, и разбираем, как он организован как инженерный артефакт.</a:t>
            </a:r>
          </a:p>
          <a:p/>
          <a:p>
            <a:r>
              <a:t>Мы называем этот класс файлов steering-файл — файл, который агент читает как проектный контекст перед началом работы. Термин не изобретён для курса: часть агентных сред разработки использует его в собственной документации — например, Kiro от AWS называет свой каталог steering и описывает его ровно как версионируемый проектный контекст для агента.</a:t>
            </a:r>
          </a:p>
          <a:p/>
          <a:p>
            <a:r>
              <a:t>Что реально идёт в такой файл. Команды сборки, теста, линта — не «как обычно», а точная команда этого проекта: конкретный флаг, пакетный менеджер, порядок шагов. Это ровно тот реальный информационный пробел, который называет исследование presence paradox: модель не может вывести из кода нестандартную команду тестов. Конвенции кода проекта — стиль именования, предпочитаемые паттерны, структура директорий. Архитектурные ограничения — инварианты, которые агент не должен нарушать: «этот модуль без сетевого доступа», «не менять публичный API без запроса». Явные секции «что не делать» — отдельно от позитивных инструкций, конкретный список запрещённого для этого проекта.</a:t>
            </a:r>
          </a:p>
          <a:p/>
          <a:p>
            <a:r>
              <a:t>Чем steering-файл отличается от README и CONTRIBUTING? Не дублирование — разная аудитория. README адресован человеку: объясняет проект, помогает онбордингу. Steering-файл адресован операционному контексту агента перед запуском: даёт то, что нужно прямо сейчас, чтобы не наделать типовых ошибок. Команда сборки нужна обоим, но README читает человек один раз, steering-файл агент читает на каждый запуск.</a:t>
            </a:r>
          </a:p>
          <a:p/>
          <a:p>
            <a:r>
              <a:t>Версионирование как код: файл должен жить в репозитории на равных с кодом — коммититься, ревьюиться в PR, эволюционировать вместе с базой. 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не гарантирует пользы — это «presence paradox», парадокс присутствия файла. Контролируемое сравнение по трём условиям — файла нет, файл сгенерирован моделью, файл написан разработчиком — в рамках двух постановок эксперимента показало: наличие файла не даёт статистически значимого прироста успешности задач, а стоимость и число шагов агента, как правило, растут. Единственное исключение — LLM-сгенерированные файлы в репозиториях без другой документации вообще.</a:t>
            </a:r>
          </a:p>
          <a:p/>
          <a:p>
            <a:r>
              <a:t>Написание steering-файла — не самоцель. Файл работает, только если закрывает реальный информационный пробел, которого агенту иначе взять неоткуда. Файл, дублирующий то, что модель и так выведет из кода, не бесполезен нейтрально — он стоит дороже нуля: лишний контекст на каждый запуск, лишние шаги, не принося измеримой пользы.</a:t>
            </a:r>
          </a:p>
          <a:p/>
          <a:p>
            <a:r>
              <a:t>Есть и второй риск. Если агенту разрешено самому править свой steering-файл — «запиши, что понял по итогам сессии», — это то же уязвимое место, что написанные самим агентом (self-authored) заметки в целом. Исследование Honest Lying показало: такие заметки могут не исправлять неверное убеждение, а закреплять его через повторные попытки. Конкретный пример: агент на раннем шаге ошибочно записал в файл «тест X не проходит из-за Y» — следующая сессия унаследует эту запись как данность и не станет перепроверять её заново, даже когда реальная причина давно другая.</a:t>
            </a:r>
          </a:p>
          <a:p/>
          <a:p>
            <a:r>
              <a:t>Критерий, когда файл не нужен: нет названного информационного пробела — писать ритуально не даёт пользы. Агент правит файл без человеческого ревью — риск закрепления ошибки реален. Альтернатива: писать только под названный пробел, ревьюить изменения как обычный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Отдельный слой инженерной дисциплины — как агент коммитит и оформляет pull request. Здесь работает тот же принцип, что и со steering-файлом: машинно-читаемое правило вместо свободного текста.</a:t>
            </a:r>
          </a:p>
          <a:p/>
          <a:p>
            <a:r>
              <a:t>Conventional Commits — формат `тип(область): описание`, где тип берётся из фиксированного набора значений: feat, fix, docs, refactor и так далее. Это не стилистическое пожелание — по этому формату автоматически генерируется changelog, определяется следующая версия по semver, фильтруется история коммитов по типу изменения.</a:t>
            </a:r>
          </a:p>
          <a:p/>
          <a:p>
            <a:r>
              <a:t>Именование веток с префиксом типа и номером задачи — `feature/TASK-123-…` — даёт автоматическую связь ветки с трекером, без того чтобы кто-то вручную вписывал номер задачи в описание PR.</a:t>
            </a:r>
          </a:p>
          <a:p/>
          <a:p>
            <a:r>
              <a:t>Структурированные секции pull request — Summary, Test Plan, Breaking Changes — заполняются по шаблону, а не пересказываются своими словами. Это превращает описание изменения в машинно-проверяемый чек-лист: можно автоматически проверить, что секция Test Plan не пустая, прежде чем разрешить merge.</a:t>
            </a:r>
          </a:p>
          <a:p/>
          <a:p>
            <a:r>
              <a:t>Разница с обычной прозой не стилистическая, а функциональная: формат парсится программой — CI, генератором changelog, ботом, который линкует PR с задачей, — а не восстанавливается моделью заново из вольного текста на каждый запуск. Тот же принцип, что и у steering-файла в целом: конкретный, называемый формат вместо предположений о том, что имелось в виду.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Отдельный практический вопрос для разработчика, ведущего несколько задач с кодинг-агентом: где и как хранить состояние задачи на диске — что сделано, что осталось, какие тупики пройдены. Это не steering-файл, который описывает проект целиком и живёт долго, и не написанные самим агентом (self-authored) заметки внутри одной сессии — это дисциплина организации межзадачного и межсессионного состояния на файловой системе. Сложились три паттерна, и ни один не общепринятый стандарт — это называемый выбор, который команда делает осознанно.</a:t>
            </a:r>
          </a:p>
          <a:p/>
          <a:p>
            <a:r>
              <a:t>Паттерн первый — nested per-task folder, вложенная директория на задачу. Внутри могут лежать рабочие заметки, хронология действий, черновики, план отдельно от лога выполнения. Сильная сторона — богатая структура на одну задачу: можно разделить типы информации по файлам. Что ломается при масштабе: директорий растёт линейно, без дисциплины архивации — захламление; удаление ощущается как потеря истории.</a:t>
            </a:r>
          </a:p>
          <a:p/>
          <a:p>
            <a:r>
              <a:t>Паттерн второй — single unified log, единый растущий файл, куда каждая сессия дописывает запись в конец. Сильная сторона — одна точка входа: вся хронология без знания номера задачи заранее. Что ломается: файл перестаёт помещаться в контекст агента целиком — тот же класс проблемы, что деградация точности при росте контекста. И здесь паттерн проигрывает жёстче всего в git: несколько параллельных сессий, дописывающих в один хвост файла, — магнит merge-конфликтов, причём порядок записей содержательно важен, а git не знает правильного порядка.</a:t>
            </a:r>
          </a:p>
          <a:p/>
          <a:p>
            <a:r>
              <a:t>Паттерн третий — flat shared folder, один файл на задачу без вложенности. Сильная сторона — баланс: единая точка входа, но состояние каждой задачи изолировано в своём файле. Что ломается: список файлов накапливается без внутренней структуры — нужна дисциплина именования либо внешний индекс.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паттерна хранения состояния задачи — это три разных набора компромиссов, и они не складываются в один суммарный балл: у каждого паттерна есть условие, при котором он ломается специфическим для себя образом. У nested per-task folder — это захламление осиротевшими директориями закрытых задач. У single unified log — конфликты параллельной записи и то, что файл перестаёт помещаться в контекст агента целиком. У flat shared folder — плоский список файлов без внутренней структуры на масштабе. Правильный выбор — назвать решающую ось под конкретную ситуацию команды, а не искать «лучший» паттерн вообще.</a:t>
            </a:r>
          </a:p>
          <a:p/>
          <a:p>
            <a:r>
              <a:t>Для команды, работающей строго последовательно, одним агентом за раз над одной задачей, устойчивость к параллелизму не является решающей осью, и единый растущий журнал — простейший в реализации, с лучшей обзорностью — может быть вполне рабочим выбором. Для команды, регулярно запускающей несколько параллельных сессий агента над разными задачами одновременно — а это всё более типичная ситуация по мере того, как кодинг-агенты становятся частью повседневной практики, — решающей осью становится именно устойчивость к параллелизму, и здесь единый журнал наиболее уязвим по построению: два параллельных сеанса, дописывающие в конец одного и того же файла, почти гарантированно создают конфликт.</a:t>
            </a:r>
          </a:p>
          <a:p/>
          <a:p>
            <a:r>
              <a:t>Команды, для которых решающей осью оказывается устойчивость к параллелизму при умеренной сложности задачи — а это большинство начинающих команд, — чаще сходятся к плоской общей директории с одним файлом на задачу. Но это следствие взвешивания осей, а не универсальная рекомендация в обход них: команда с малым числом задач и низкой параллельностью вполне может предпочесть вложенную директорию на задачу ради богатой структуры, и это не будет ошибкой при её реальных условиях. Как и с матрицей уровней автономии этой лекции, здесь нет одного правильного ответа вообще — есть правильный ответ для названных условий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разобранные риски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риски были про то, как AI вредит вашему коду. Этот кейс — про другое: AI масштабирует и шум, и шум бьёт по людям-сопровождающим. curl — критически важная open-source-библиотека, встроенная буквально везде; её ведёт небольшая команда. В её программу bug-bounty хлынул поток сгенерированных моделями «отчётов об уязвимостях»: к июлю 2025 объём вырос примерно в восемь раз, а доля валидных упала с исторической базы около пятнадцати процентов до менее пяти. Характерный пример — правдоподобный отчёт с GDB-дампами, ссылавшийся на несуществующую функцию: чистая фикция, по форме неотличимая от настоящего без ручной проверки. Платную bug-bounty-программу curl закрыл 26 января 2026 года, а ситуация после этого не стабилизировалась: команда объявила полный мораторий на приём любых отчётов об уязвимостях с 1 июля по 3 августа 2026 года — то есть шум дорос до точки, где единственным доступным ответом небольшой команды сопровождающих стала полная остановка канала на месяц.</a:t>
            </a:r>
          </a:p>
          <a:p/>
          <a:p>
            <a:r>
              <a:t>Почему это атака, а не просто много спама. У валидации есть фундаментальная асимметрия стоимости: сгенерировать правдоподобный отчёт стоит атакующему секунды; опровергнуть его стоит сопровождающему часов — понять сценарий, воспроизвести или показать невоспроизводимость, проверить смежный код. До генеративного AI асимметрию ограничивало то, что фейк требовал времени и понимания от человека; AI снял этот ограничитель. Когда одна сторона дешевеет в тысячи раз, а другая нет, процесс ломается — это смена экономики процесса. Получается DDoS на внимание: атакуется не сервер, а самый невосполнимый ресурс open-source — время разбора сопровождающих. Если они закроют канал, реальные уязвимости утонут в шуме — риск переносится на всю supply-chain.</a:t>
            </a:r>
          </a:p>
          <a:p/>
          <a:p>
            <a:r>
              <a:t>Урок и альтернатива. Кейс не про то, что «AI вреден для безопасности»: AI-анализаторы в правильных руках находят реальные баги в curl. Проблема в том, что открытый процесс, принимающий правдоподобный ввод от кого угодно без барьера на входе, перестаёт работать, когда стоимость такого ввода падает до нуля. Виноват не «AI», виновата архитектура процесса; чинить надо процесс, а не запрещать AI. Альтернатива процессная, не-AI: приватное раскрытие через GitHub Security Advisories; убрать денежный стимул для junk; требовать воспроизводимый proof-of-concept на входе — машинный критерий вместо человеческой проверки правдоподобия, та же логика, что «тест как спецификация». Критерий «когда AI здесь опасен»: открытый процесс, где принимается правдоподобный текст от кого угодно и валидация дорога и лежит на людях.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разобранные риски.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Первое, из раздела про уровни A и B: риск — «почти правильный» код; контроль — человеческое ревью плюс тест до того, как доверять фрагменту. Второе,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Третье,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Четвёртое,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разобранные риски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Концептуальное ядро ответа на «что не делегируется»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 Последующий отчёт той же организации, «ROI of AI-assisted Software Development» (май 2026), не смягчает вывод, а заостряет его количественно: та же условность — AI сам по себе не чинит сломанные инженерные системы, как эту мысль формулирует интерпретирующее освещение отчёта в прессе, — плюс модельная оценка конкретной цены нестабильности: рост доли неудачных изменений всего с пяти до шести процентов в их выборке соответствует смоделированному эффекту порядка минус триста сорок четыре тысячи долларов для типичной организации. Отчёт вводит и полезный образ — J-кривую: при масштабировании AI поверх слабого процесса стабильность сначала временно проседает, и только команды, инвестировавшие в инженерные основы заранее, проходят этот провал и выходят на устойчивый выигрыш.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быстрее, и это теперь измеримо в конкретных долларах, а не только в абстрактной «стабильности».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 (и войдёт в J-кривую без выхода из неё);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семидесяти-восьмидесяти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7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1-metr-real-sou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090318"/>
            <a:ext cx="4315968" cy="226588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0336" y="5029200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METR · официальный график исследования · CC-BY · metr.org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5248656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28090"/>
                </a:solidFill>
                <a:latin typeface="Arial"/>
              </a:rPr>
              <a:t>perception-gap: ощущение скорости ≠ факт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Ускоряет ли AI лично вас — и откуда вы это знаете? «Мне кажется, помогает» — гипотеза,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6446520" cy="3163824"/>
          </a:xfrm>
          <a:prstGeom prst="roundRect">
            <a:avLst>
              <a:gd name="adj" fmla="val 96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44752"/>
            <a:ext cx="5971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792224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01952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1865376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679191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88920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752344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566159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75887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3639311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316736"/>
            <a:ext cx="4572000" cy="2139696"/>
          </a:xfrm>
          <a:prstGeom prst="roundRect">
            <a:avLst>
              <a:gd name="adj" fmla="val 142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444752"/>
            <a:ext cx="4096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755648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7556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176272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9689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59689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017520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1752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602736"/>
            <a:ext cx="45720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657600"/>
            <a:ext cx="413308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70001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" y="4992624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ghost-text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6350" y="49926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Tab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8766" y="4992624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JetBrains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340096"/>
            <a:ext cx="599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A — самый зрелый и широкий по охвату уровень; лидер по охвату — Copilot-класс, но рост лидера остановился.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80448" y="4700016"/>
            <a:ext cx="4622703" cy="107899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6752" y="4736592"/>
            <a:ext cx="4330095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«Copilot — №1» — это охват, не динамика. Стагнация лидера ≠ «инструмент умер». На уровень A ставит режим tab-completion, а не логотип.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2788920" cy="42062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92224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92224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86000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286000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79776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5844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6393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1120140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982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41264"/>
            <a:ext cx="11201400" cy="122529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650992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" y="5943600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ChatGPT-чат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1484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Chat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3862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Cmd-K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6291072"/>
            <a:ext cx="599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чат-LLM — самый массовый способ применять AI к коду (не требует интеграции, доступен каждому).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80448" y="5650992"/>
            <a:ext cx="4622703" cy="100584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6752" y="5687568"/>
            <a:ext cx="4330095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Чат-LLM — строго уровень B (петля copy-paste, человек после каждого шага), даже если вендор обещает «агентно»: без обвязки «может агентно» — маркетинг.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481328"/>
            <a:ext cx="4480560" cy="14447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200" b="1" i="0">
                <a:solidFill>
                  <a:srgbClr val="21295C"/>
                </a:solidFill>
                <a:latin typeface="Arial"/>
              </a:rPr>
              <a:t>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176"/>
            <a:ext cx="6446520" cy="2871216"/>
          </a:xfrm>
          <a:prstGeom prst="roundRect">
            <a:avLst>
              <a:gd name="adj" fmla="val 106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554480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572768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~95–96%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51760"/>
            <a:ext cx="5971031" cy="384048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51760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~15–17 процентных пунктов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090672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10896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~69–80%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08176"/>
            <a:ext cx="4572000" cy="128016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517904"/>
            <a:ext cx="4096512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95%» на знакомом коде → «7–8 из 10»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798064"/>
            <a:ext cx="45720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907791"/>
            <a:ext cx="40965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4439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4865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541264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Claude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1484" y="5541264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Composer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8804" y="5541264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888736"/>
            <a:ext cx="599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C — самый быстрорастущий уровень; частый паттерн «связка инструментов» (редактор-агент + кодинг-агент).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448" y="5248656"/>
            <a:ext cx="4622703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6752" y="5285232"/>
            <a:ext cx="4330095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SWE-bench как доказательство автономии дыряв: высокая цифра ≠ «мерджить без senior-ревью». Уровень задаёт режим (сам итерирует и гоняет тесты), а не бренд.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мерило: набор реальных задач, на котором сравнивают модели; лидеры меняются почти еженедельно. Цифра без среза («Verified или Pro?») и без даты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1696" y="4169663"/>
            <a:ext cx="4773168" cy="32918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169663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Три категории инструментов — по тому, ГДЕ живёт агент.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Отдельная ось от лестницы A→D: та отвечает «сколько AI решает сам», эта — «в каком окружении».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3619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9304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Agentic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Desktop-редактор (форк VS Code) со встроенным агентом. Флагман — Cursor: Tab (A), Cmd-K (B), Composer/Agent Mode (C) — всё в одном продукте.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визуальный контроль (diff, файловое дерево) ценой привязки к редактору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9872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328" y="1536192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6256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CLI-агент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9328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Работает из терминала без GUI, в связке с любым редактором. Canonical пример — Claude Code: по умолчанию C, до D в режиме команд агентов.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328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гибкость в автоматизации (CI, hook) ценой отсутствия diff-UI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6823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xe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6279" y="1536192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03207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Фреймворк для агентов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79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готовый продукт, а библиотека/SDK для сборки своего агента под нестандартную задачу. Для полноты словаря — курс про пользователей готовых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79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инженер строит агента сам, а не выбирает из готовых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5254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407407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Категория важнее бренда — тот же принцип, что и для уровня автономии: agentic IDE выигрывает при визуальном контроле над многофайловым diff в одном редакторе; CLI-агент — при автоматизации, конвейере, headless-окружении, параллельных сессиях.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201400" cy="9692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66944"/>
            <a:ext cx="10762488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vs субагент в коде: основной агент делегирует субагенту узкий подшаг («прочитай 15 файлов миграций — составь сводку схемы БД»), экономя контекст и изолируя радиус поражения при работе с чужим PR. Независимые подшаги → субагент оправдан; зависимые — та же хрупкость мульти-агента, не апгрейд.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Skill = директория с коротким SKILL.md, который агент быстро сканирует.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349240" cy="3364992"/>
          </a:xfrm>
          <a:prstGeom prst="roundRect">
            <a:avLst>
              <a:gd name="adj" fmla="val 90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pboard-li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44751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463039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Формат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SKILL.md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YAML frontmatter (название/описание/когда) + тело-инструкция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87168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scripts/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24912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готовые скрипты, вызываются напрямую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090672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references/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32841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длинные справочные материалы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12463"/>
            <a:ext cx="4910327" cy="786384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85615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SKILL.md короткий и быстро читается моделью; тяжёлые детали подгружаются, только когда навык реально используется.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298448"/>
            <a:ext cx="5623560" cy="1444752"/>
          </a:xfrm>
          <a:prstGeom prst="roundRect">
            <a:avLst>
              <a:gd name="adj" fmla="val 2109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Project-level
(уровень проекта)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репозитории, коммитится в git — команда получает автоматически, та же дисциплина, что steering-файл.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Personal (личный)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конфигурации разработчика — все его проекты, личная продуктивность, не контракт команды.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2871215"/>
            <a:ext cx="5623560" cy="1792224"/>
          </a:xfrm>
          <a:prstGeom prst="roundRect">
            <a:avLst>
              <a:gd name="adj" fmla="val 1700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2944368"/>
            <a:ext cx="5184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3 конкретных SWE-примера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236976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«Оформить PR по конвенциям проекта» — точный формат: Summary / Test plan / Related issues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3712464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«Прогнать тесты» — точная команда этого проекта, отличить провал от известного нестабильного теста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4187952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«Сгенерировать changelog» — формат проекта + классификация по истории коммитов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28032"/>
            <a:ext cx="11201400" cy="1042415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882896"/>
            <a:ext cx="1076248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Skill не учит модель тому, чего она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+ constraints + tests.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5 категорий MCP-серверов разработчика — что каждая закрывает.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MCP (Model Context Protocol, Лекция 3) — единый способ подключить агента к внешним системам.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201400" cy="3511295"/>
          </a:xfrm>
          <a:prstGeom prst="roundRect">
            <a:avLst>
              <a:gd name="adj" fmla="val 8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pull-reque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39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61288" y="1444751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Репозиторий / issue-трекер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1755648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GitHub / GitLab / Jira — читать и писать issue, PR, комментарии напрямую. Делает возможным уровень 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8133" y="1371600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35961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1463039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44283" y="1444751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4283" y="1755648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доступ за пределами текущего проекта (документация, другой репозиторий в монорепо). Контекст, не помещающийся в один репозиторий.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8796" y="2435961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8833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61288" y="2670048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CI/CD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2980944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статусы сборки, логи конвейера. Агент итерирует по реальному логу CI, не по локальному прогону.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8133" y="2596896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661257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ayers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688336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44283" y="2670048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Базы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4283" y="2980944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чтение (реже запись) схемы и данных. Миграция, согласованная со схемой; причина медленного запроса.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68796" y="3661257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can-search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913631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1288" y="3895344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Документация / поиск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4206240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внутренняя вики, база знаний. Разрыв между общими знаниями модели и спецификой организации.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8133" y="3822191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hield-check-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023359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44283" y="3931920"/>
            <a:ext cx="46771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Общий принцип для всех пяти — ниже.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9262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992624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Каждое подключение — решение о scope (объёме доступа), не техническая деталь.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96128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650992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Least-privilege конкретно здесь: доступ к трекеру не обязан включать удаление issue · доступ к БД для аналитики не обязан включать запись в prod-таблицы · доступ к CI не обязан включать право менять секреты. «Какой сервер» и «с каким scope» — два разных решения.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Steering-файл: что агент должен знать ПЕРЕД запуском.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623560" cy="4901184"/>
          </a:xfrm>
          <a:prstGeom prst="roundRect">
            <a:avLst>
              <a:gd name="adj" fmla="val 62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min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Команды сборки/теста/линта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865376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точная команда ЭТОГО проекта, не «как обычно»: конкретный флаг, пакетный менеджер, порядок шагов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532888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st-check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67919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52728" y="2624328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Конвенции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990088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именование, предпочитаемые паттерны, структура директорий, которую агент должен уважать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3657599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803903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2728" y="3749039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Архитектурные ограничения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114800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инварианты: «модуль без сетевого доступа», «не менять публичный API без запроса»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4782312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492861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52728" y="4873752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Явное «что НЕ делать»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5239512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отдельно от позитивных инструкций — конкретный список запрещённого для этого проекта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280160"/>
            <a:ext cx="539496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426463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Steering-файл vs README/CONTRIBUTING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1883664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Аудитория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операционный контекст агента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2450592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Назначение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объяснить проект, онбординг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что нужно ПРЯМО СЕЙЧАС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3017520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Частота чтения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один раз, при онбординге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на каждый запуск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85616"/>
            <a:ext cx="5394960" cy="23957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3895344"/>
            <a:ext cx="49194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Версионирование как код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4224528"/>
            <a:ext cx="491947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Steering-файл коммитится в git и проходит ревью в pull request наравне с изменениями кода — если конвенция поменялась, это часть того же PR, что и код, который её демонстрирует.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5065775"/>
            <a:ext cx="5029200" cy="9875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138927"/>
            <a:ext cx="46634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«Presence paradox» (парадокс присутствия файла): само наличие — не гарантия пользы.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553212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89888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Gloaguen et al., arXiv:2602.11988,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3 условия: NONE / LLM-generated / developer-written. 2 постановки — SWE-bench-задачи и реальные repo-issue.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633472"/>
            <a:ext cx="5093208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724912"/>
            <a:ext cx="47640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Наличие файла не даёт статистически значимого прироста успеха; стоимость и число шагов, как правило, растут.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39312"/>
            <a:ext cx="509320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Arial"/>
              </a:rPr>
              <a:t>Исключение: LLM-файлы там, где не было другой документации вообще.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4261104"/>
            <a:ext cx="509320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4389120"/>
            <a:ext cx="50932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Honest Lying: риск самостоятельной правки агентом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882896"/>
            <a:ext cx="5093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Dixit, Kamal, Oates, arXiv:2605.29463, 2026 — заметки, написанные самим агентом (self-authored), могут не исправлять неверное убеждение, а закреплять его через повторные попытки.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4358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38988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12864" y="1408176"/>
            <a:ext cx="4590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Пример закрепления ошибки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847088"/>
            <a:ext cx="504748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на раннем шаге ошибочно записал в свой файл «тест X не проходит из-за Y». Следующая сессия унаследует эту запись как данность и не станет перепроверять её заново — даже когда реальная причина давно другая.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93008"/>
            <a:ext cx="5486400" cy="2231136"/>
          </a:xfrm>
          <a:prstGeom prst="roundRect">
            <a:avLst>
              <a:gd name="adj" fmla="val 13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3621024"/>
            <a:ext cx="5047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Тот же класс риска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931920"/>
            <a:ext cx="50474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агенту разрешено самому править свой steering-файл («запиши, что понял по итогам сессии») — это то же уязвимое место, что и написанные самим агентом заметки в целом: без человеческого ревью правки риск закрепления ошибки реален, а не гипотетичен.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521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9070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steering-файл НЕ нужен: нет названного информационного пробела — писать ритуально не даёт измеренной пользы. Альтернатива: писать только под названный пробел, ревьюить изменения как обычный код.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Git-конвенции как контракт для агента — не свободный текст, а формат.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commi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Conventional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`type(scope): описание` — фиксированный набор типов (feat/fix/docs/refactor…).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парсится автоматически: changelog, semver, фильтр истории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9872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it-branch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1463039"/>
            <a:ext cx="4206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41391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Именование веток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39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`feature/`, `fix/`, префикс номера задачи (`feature/TASK-123-…`).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11039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39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автосвязь ветки с трекером, без ручного указания номера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6823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991" y="1463039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48344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Структура секций PR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7991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Summary / Test Plan / Breaking Changes — по шаблону, не «своими словами».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17991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7991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машинно-проверяемый чек-лист вместо прозы, которую нужно интерпретировать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Формат парсится программой — не восстанавливается моделью из вольного текста на каждый запуск.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084064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138927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CI, генератор changelog, бот-линковщик читают формат напрямую. Тот же принцип, что и у steering-файла — конкретный формат вместо предположений.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Где хранить состояние задачи между сессиями агента — три паттерна.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417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 паттерна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48256" y="1097280"/>
            <a:ext cx="9656064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67712" y="1152144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steering-файл (проект целиком, живёт долго) и не заметки, написанные самим агентом внутри одной сессии (self-authored), — это межзадачное и межсессионное состояние на диске.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x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1. Nested per-task folder
(вложенная директория на задачу)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`tasks/TASK-123/` с notes.md, log.md, черновиками.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богатая структура на задачу — разные типы информации по файлам, план отдельно от лога выполнения.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директорий растёт линейно; без архивации — захламление, удаление ощущается как потеря истории.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9872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ordered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1993392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3104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2. Single unified log
(единый растущий файл)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1039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Один файл (`PROGRESS.md`), каждая сессия дописывает в конец.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1039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1039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одна точка входа — вся хронология без знания номера задачи заранее, проще всего восстановить контекст.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11039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1039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не помещается в контекст целиком (context rot — деградация точности при разрастании контекста); параллельные сессии в один хвост — магнит merge-конфликтов.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6823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out-grid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991" y="1993392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30055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3. Flat shared folder
(один файл на задачу без вложенности)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7991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`tasks/TASK-123.md` напрямую, без вложенности.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7991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7991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баланс — единая точка входа (`tasks/`), но состояние задачи изолировано в своём файле, не смешано.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17991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7991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список растёт без структуры; несколько артефактов на задачу требуют условности именования.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Нет единственно верного паттерна — решающая ось зависит от команды.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11201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261872"/>
            <a:ext cx="227685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61872"/>
            <a:ext cx="20939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Паттерн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2656" y="1261872"/>
            <a:ext cx="255117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4096" y="1261872"/>
            <a:ext cx="236829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Git-diff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1261872"/>
            <a:ext cx="264261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0136" y="1261872"/>
            <a:ext cx="245973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Параллельные сессии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5" y="1261872"/>
            <a:ext cx="351129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261872"/>
            <a:ext cx="33284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Обнаруживаемость / что ломается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" y="1755648"/>
            <a:ext cx="227685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1755648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1. Вложенная папка
на задачу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656" y="1755648"/>
            <a:ext cx="255117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1755648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конфликтов между задачами нет; растёт вложенно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68696" y="1755648"/>
            <a:ext cx="264261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0136" y="1755648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между задачами; директории «осиротевают»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5" y="1755648"/>
            <a:ext cx="351129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5" y="1755648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легко по номеру, трудно обзорно; захламление неархивированными директориями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" y="2651760"/>
            <a:ext cx="227685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2651760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2. Единый
журнал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656" y="2651760"/>
            <a:ext cx="25511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4096" y="2651760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append-only, одна точка записи для всех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68696" y="2651760"/>
            <a:ext cx="264261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0136" y="2651760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низкая — общий хвост = магнит конфликтов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66175" y="2651760"/>
            <a:ext cx="351129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5" y="2651760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обзорно, низкая точечно; не помещается в контекст целиком (context rot)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" y="3547872"/>
            <a:ext cx="227685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3547872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3. Плоская общая
папка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62656" y="3547872"/>
            <a:ext cx="255117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54096" y="3547872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конфликт только на одной и той же задаче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68696" y="3547872"/>
            <a:ext cx="264261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0136" y="3547872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между задачами (как 1, но без директорий)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6175" y="3547872"/>
            <a:ext cx="351129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5" y="3547872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обзорно и точечно; растёт без структуры, нужна условность именования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590288"/>
            <a:ext cx="11201400" cy="402336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4590288"/>
            <a:ext cx="107990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Нет единственно верного ответа — это следствие взвешивания осей под ситуацию команды, а не рекомендация в обход них.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84064"/>
            <a:ext cx="11201400" cy="13716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" y="5138927"/>
            <a:ext cx="10762488" cy="1261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Команда, работающая строго последовательно, — устойчивость к параллелизму не решающая ось, Паттерн 2 может быть валидным выбором. Малое число задач и низкая параллельность — Паттерн 1 не будет ошибкой. Регулярные параллельные сессии на разных задачах — решающая ось именно параллелизм, и здесь Паттерн 2 наиболее уязвим по построению.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17136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40096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449824"/>
            <a:ext cx="626345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742432"/>
            <a:ext cx="1175918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57424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Devin 2.0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8881" y="5742432"/>
            <a:ext cx="57607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Jules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6393" y="5742432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6089904"/>
            <a:ext cx="626345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D — самый молодой сегмент; мульти-агентные системы — верхняя кромка, emerging, а не мейнстрим.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0425" y="5449824"/>
            <a:ext cx="4352726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729" y="5486400"/>
            <a:ext cx="406011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«Полностью автономный инженер» (Devin) — overclaim, не факт. Copilot coding agent в проде = 5 отказов + «аварийный выключатель» → гейты обязательны.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511296"/>
            <a:ext cx="3017520" cy="1042415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21295C"/>
                </a:solidFill>
                <a:latin typeface="Arial"/>
              </a:rPr>
              <a:t>58%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AI-slop как DDoS на внимание сопровождающих.</a:t>
            </a:r>
          </a:p>
        </p:txBody>
      </p:sp>
      <p:pic>
        <p:nvPicPr>
          <p:cNvPr id="3" name="Picture 2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108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8229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curl — критичная open-source-библиотека, её ведёт небольшая команда. В её bug-bounty хлынул поток AI-сгенерированных «отчётов»: к июлю 2025 объём вырос ×8, доля валидных упала с ~15% до &lt;5% (пример — фиктивные GDB-дампы + ссылка на несуществующую функцию). Платный bounty закрыт 26.01.2026; полный мораторий на приём — 01.07–03.08.2026.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11475720" cy="1847088"/>
          </a:xfrm>
          <a:prstGeom prst="roundRect">
            <a:avLst>
              <a:gd name="adj" fmla="val 165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88366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Асимметрия стоимости — почему это атака, а не просто спам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Сгенерировать фейк-отчёт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секунды · почти ноль усилий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правдоподобный жаргон, дампы, ссылки — по форме не отличить от настоящего без ручной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5564" y="2295144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5564" y="2295144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× 1000+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92140" y="2642615"/>
            <a:ext cx="822960" cy="45720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55564" y="3154679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5564" y="3154679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разрыв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8252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4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Опровергнуть фейк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2844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часы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2844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понять сценарий · воспроизвести (или показать невоспроизводимость) · проверить смежный код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673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822191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Одна сторона дешевеет в тысячи раз, другая нет — процесс ломается. Атакуется не сервер, а невосполнимый ресурс — время разбора сопровождающих (DDoS на внимание). Закроют канал — реальные уязвимости утонут в шуме, риск уходит во всю supply-chain.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91456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846320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Виновата архитектура процесса, не «AI» (запрет неисполним). Чинить процесс, не-AI: приватное раскрытие (GitHub Security Advisories) · убрать junk-стимул · барьер воспроизводимого PoC на входе — машинный критерий вместо человеческой проверки правдоподобия.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Критерий «когда AI здесь опасен»: открытый процесс, принимающий правдоподобный текст от кого угодно, И дорогая валидация на людях. Конкретные доли уточняются, асимметрия стабильна.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69417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(~5000 команд) + ROI-отчёт (май 2026)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98678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подряд: «AI не чинит команду — он усиливает то, что уже есть».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40740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ROI-отчёт (2026): та же условность количественно — рост доли неудачных изменений 5%→6% ≈ −$344 000; J-кривая — временный провал стабильности без готовых gate заранее.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10912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065776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быстрее, и это теперь измеримо в долларах, а не только в абстрактной «стабильности».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547872"/>
            <a:ext cx="1481328" cy="310896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547872"/>
            <a:ext cx="1481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(~69–80%)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58064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740664"/>
            <a:ext cx="402336" cy="4023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6152" y="63093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996696"/>
            <a:ext cx="491032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47672"/>
            <a:ext cx="5806440" cy="1481328"/>
          </a:xfrm>
          <a:prstGeom prst="roundRect">
            <a:avLst>
              <a:gd name="adj" fmla="val 2057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057400"/>
            <a:ext cx="53309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87752"/>
            <a:ext cx="53309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30168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18888"/>
            <a:ext cx="5806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Семинар 4 — на следующей неделе. Дополнительные вопросы — на e-mail.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502920"/>
            <a:ext cx="5166360" cy="512064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2-replit-real-sou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517" y="630936"/>
            <a:ext cx="3265245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65976" y="5148072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X (Jason Lemkin) · 18 июля 2025 · архив Wayback Machine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5349240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Агент подтверждает: удалил прод-БД в code-freeze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