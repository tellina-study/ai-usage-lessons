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и здесь есть реальный переключатель — read-only режим, при котором write-инструменты пропускаются, даже если явно запрошены. Playwright MCP server даёт браузер для end-to-end проверки: агент получает не скриншот, а структурное accessibility-дерево — описание каждого интерактивного элемента текстом — и может сгенерировать Playwright-тест, воспроизводящий сделанное вручную. Filesystem MCP — не один сервер, а класс: доступ к файлам вне рабочей директории агента, другому репозиторию, общему диску.</a:t>
            </a:r>
          </a:p>
          <a:p>
            <a:r>
              <a:t>Короткий мост к безопасности — подробный разбор Lethal Trifecta будет в разделе про ревью дальше по лекции, здесь его не повторяем. Специфика именно MCP в том, что один сервер часто закрывает сразу два угла трифекты одним подключением: доступ к данным и канал действия наружу — а третий угол, недоверенный контент, прилетает через тот же сервер, когда агент читает чужой issue. Задокументированный пример: GitHub MCP server позволял добираться до приватных репозиториев через issues с инструкциями prompt injection, которые эксфильтровали данные через создаваемые pull request. Отсюда инженерное следствие: read-only MCP по умолчанию там, где запись не нужна, и write-доступ — осознанное решение о риске, а не настройка, которую никто не пересматривал.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и это создаёт ощущение, что задача почти готова [1]. Но последние двадцать-тридцать процентов — краевые случаи, обработка ошибок, безопасность, интеграция с остальной системой, поведение под нагрузкой — остаются ровно такими же трудными, как были, и требуют опытного надзора [1]. Критично понять: разрыв структурный, а не временный. Специфика именно вашей системы отсутствует в обучающих данных модели — это существенная сложность по Бруксу, и она не закроется следующей версией модели. Отсюда знакомая петля «два шага назад»: правишь одно — ломается другое [1].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сразу, вы его выбрасываете. «Почти правильный» проходит беглый взгляд, попадает в систему и ломается на краевом случае в проде, а работа смещается с приятного написания на неприятную отладку чужой правдоподобной логики, которую вы не писали и в голове не держите.</a:t>
            </a:r>
          </a:p>
          <a:p>
            <a:r>
              <a:t>Теперь измеренное следствие. GitClear проанализировал двести одиннадцать миллионов строк за двадцатый–двадцать четвёртый годы: доля клонов выросла с восьми и трёх десятых до двенадцати и трёх десятых процента, доля отрефакторенного и переиспользованного кода упала примерно с двадцати пяти до менее десяти процентов, а churn — код, переписанный в течение двух недель, — вырос с трёх и трёх до пяти и семи [2]. Оговорка о базе: это корреляция на большом массиве, не контролируемый эксперимент, но три маркера указывают в одну сторону — накопление техдолга [2]. И парадокс знания от Osmani: опытные оспаривают вывод AI, а начинающие принимают его как есть, строя карточный домик, — поэтому AI усиливает сильных больше, чем слабых [1]. Альтернатива — не «не использовать AI», а дисциплина предыдущих слайдов: малые проверяемые единицы, харнес и обязательное чтение diff до accept, плюс метрики дублирования и churn в CI как гейт. И неизменное правило: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Есть и измеренный смежный эффект — исследование CodeCrash показало, что вводящие в заблуждение комментарии в коде роняют качество рассуждения самой модели примерно на двадцать три процента на стандартных бенчмарках [3]. И база для трезвости про AI-ревью как таковой: его качество оценивают примерно в девятнадцать процентов F1 на SWR-Bench, и это число надо читать только против human-review baseline — то есть заметно ниже человека и с высоким уровнем ложных срабатываний.</a:t>
            </a:r>
          </a:p>
          <a:p>
            <a:r>
              <a:t>Второй провал самый поучительный, потому что он про экономику процесса, а не про качество модели. Проект curl, критическая инфраструктура интернета, ведёт программу bug-bounty. С распространением LLM в неё хлынул поток сгенерированных «отчётов об уязвимостях» — правдоподобных на вид, но пустых: доля валидных упала с более пятнадцати процентов до менее пяти, примерно один валидный на двадцать-тридцать, а объём вырос кратно, и программу временно приостановили, вернув на HackerOne в марте две тысячи двадцать шестого [2]. Ключ — асимметрия стоимости: сгенерировать правдоподобный фейковый отчёт стоит секунды, а опровергнуть его — часы работы сопровождающего, который обязан проверить каждый, потому что среди мусора может быть настоящий.</a:t>
            </a:r>
          </a:p>
          <a:p>
            <a:r>
              <a:t>Даниэль Стенберг, ведущий curl, подчёркивает важное: он не против AI — AI-анализаторы в правильных руках находят реальные баги; сломана не модель, а архитектура процесса, рассчитанная на старое соотношение стоимостей. Урок инженеру: AI не сделал спам злее, он изменил экономику — и защита тоже архитектурная: машинно-проверяемый барьер на входе процесса, например обязательный воспроизводимый proof-of-concept, а не ручной разбор каждого текста. Показательный payoff: после возврата на HackerOne, где на входе стоят барьеры и репутационные ставки, поток слопа схлынул почти сам собой — модель осталась той же, изменились стимул и барьер.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жёсткий человеческий продакшен-гейт: выкатка в прод необратима, и решение о ней остаётся человеческим.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И только последним, вторичным, намеренно приглушённым столбцом идёт вендор-иллюстрация.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строить; вендоры — Kiro, Spec-Kit, plan mode — идут последними и взаимозаменяемы.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компромисс; и характерно, что специализированного продукта тут нет вообще.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имена в последнем столбце, но ведущая практика, режим отказа и точка обязательного человека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код: на двухстах одиннадцати миллионах строк доля отрефакторенного и переиспользованного кода упала с двадцати пяти до менее десяти процентов, доля дубликатов выросла, churn вырос — три маркера накопления технического долга [2]; оговорка честная —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18.png"/><Relationship Id="rId5" Type="http://schemas.openxmlformats.org/officeDocument/2006/relationships/hyperlink" Target="https://martinfowler.com/articles/exploring-gen-ai.html" TargetMode="External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hyperlink" Target="https://agents.md/" TargetMode="External"/><Relationship Id="rId6" Type="http://schemas.openxmlformats.org/officeDocument/2006/relationships/hyperlink" Target="https://www.trychroma.com/research/context-rot" TargetMode="External"/><Relationship Id="rId7" Type="http://schemas.openxmlformats.org/officeDocument/2006/relationships/hyperlink" Target="https://www.anthropic.com/engineering/effective-context-engineering-for-ai-agents" TargetMode="Externa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ddyo.substack.com/p/the-70-problem-hard-truths-about" TargetMode="External"/><Relationship Id="rId3" Type="http://schemas.openxmlformats.org/officeDocument/2006/relationships/hyperlink" Target="https://www.gitclear.com/ai_assistant_code_quality_2025_research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hyperlink" Target="https://cognition.ai/blog/swe-bench-technical-report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2.png"/><Relationship Id="rId4" Type="http://schemas.openxmlformats.org/officeDocument/2006/relationships/hyperlink" Target="https://www.thoughtworks.com/radar/techniques/complacency-with-ai-generated-code" TargetMode="External"/><Relationship Id="rId5" Type="http://schemas.openxmlformats.org/officeDocument/2006/relationships/hyperlink" Target="https://www.theregister.com/2026/01/21/curl_ends_bug_bounty/" TargetMode="External"/><Relationship Id="rId6" Type="http://schemas.openxmlformats.org/officeDocument/2006/relationships/hyperlink" Target="https://arxiv.org/abs/2504.14119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8.png"/><Relationship Id="rId4" Type="http://schemas.openxmlformats.org/officeDocument/2006/relationships/hyperlink" Target="https://www.usenix.org/conference/usenixsecurity25/presentation/spracklen" TargetMode="External"/><Relationship Id="rId5" Type="http://schemas.openxmlformats.org/officeDocument/2006/relationships/hyperlink" Target="https://www.legitsecurity.com/blog/camoleak-critical-github-copilot-vulnerability-leaks-private-source-code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ortune.com/2025/07/23/ai-coding-tool-replit-wiped-database-called-it-a-catastrophic-failure/" TargetMode="Externa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2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RCT, n=16 опытных OSS-разработчиков,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принимает архитектурные решения; AI на периферии под человеческим выбором.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Постоянный слой памяти в репозитории — то, что агент читает каждую сессию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ight Arrow 15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context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(auto-changelog, auto-semver по типам коммитов),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81328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7393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32304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23744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GitClear · 211 млн строк, 2020–2024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16352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клоны 8,3% → 12,3%; отрефакторенного ~25% → &lt;10%; churn 3,3% → 5,7%. (Корреляция,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74720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566160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858768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GitClear — AI code quality 2025 (211 млн строк)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Ценность TDD — структура (спека-тест + гейт), а не ритуал форсить порядок агенту. Böckeler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445312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(arXiv:2504.14119)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 на CRUXEVAL / LIVECODEBENCH).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889504"/>
            <a:ext cx="4453127" cy="9144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0944"/>
            <a:ext cx="406907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AI-ревью ~19% F1 (SWR-Bench) — и это подаётся только против human-review baseline (низко + высокий уровень ложных срабатываний).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913632"/>
            <a:ext cx="4453127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389888"/>
            <a:ext cx="61264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2512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7296" y="2011680"/>
            <a:ext cx="56875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Поток LLM-сгенерированных «отчётов об уязвимостях» в bug-bounty curl.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7296" y="2578608"/>
            <a:ext cx="5687568" cy="96926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268833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250" b="1" i="0">
                <a:solidFill>
                  <a:srgbClr val="21295C"/>
                </a:solidFill>
                <a:latin typeface="DejaVu Sans"/>
              </a:rPr>
              <a:t>сгенерировать правдоподобный фейк — секунды; опровергнуть — часы сопровождающего.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657600"/>
            <a:ext cx="568756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Числа: доля валидных отчётов &gt;15% → &lt;5% (~1 на 20–30); объём вырос кратно; программа приостановлена и возвращена на HackerOne в марте 2026.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Complacency with AI-generated code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curl — конец bug-bounty (The Register)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CodeCrash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CamoLeak — CVE-2025-59145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81328"/>
            <a:ext cx="5093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560320"/>
            <a:ext cx="5093208" cy="51206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62432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Внутри — жёсткий человеческий прод-гейт (выкатка необратима).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163824"/>
            <a:ext cx="509320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931920"/>
            <a:ext cx="5093208" cy="98755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986784"/>
            <a:ext cx="43434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Матрица лекции: ведёт практика, вендор — сменяемый столбец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41732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3075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078992"/>
            <a:ext cx="28803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75104" y="1106424"/>
            <a:ext cx="27706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078992"/>
            <a:ext cx="251460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55464" y="1106424"/>
            <a:ext cx="2404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07899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106424"/>
            <a:ext cx="2313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60" y="1078992"/>
            <a:ext cx="1965960" cy="38404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3224" y="1106424"/>
            <a:ext cx="1856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Вендор (вторично)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0876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84198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23544" y="154533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150876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392" y="153619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50876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153619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50876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53619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150876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11512" y="153619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Kiro, Spec-Kit, plan mode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197967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511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3544" y="201625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197967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93392" y="2007107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197967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2007107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197967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88352" y="2007107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60" y="197967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007107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нет продукта; Structurizr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45059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526030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23544" y="248716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20240" y="245059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3392" y="247802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00600" y="245059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3752" y="247802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45059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88352" y="247802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38360" y="245059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247802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Cursor, Junie, Copilot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921508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2996946"/>
            <a:ext cx="292608" cy="2926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23544" y="2958084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20240" y="2921508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93392" y="2948940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00600" y="2921508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73752" y="2948940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0" y="2921508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352" y="2948940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60" y="2921508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11512" y="2948940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/test, Qodo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392424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67862"/>
            <a:ext cx="292608" cy="2926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23544" y="3429000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20240" y="3392424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93392" y="3419856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00600" y="3392424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73752" y="3419856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0" y="3392424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88352" y="3419856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38360" y="3392424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2" y="3419856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Copilot review; Big Sleep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386334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938778"/>
            <a:ext cx="292608" cy="29260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23544" y="389991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920240" y="386334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93392" y="389077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headless + прод-гейт (DORA-first)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800600" y="386334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73752" y="389077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15200" y="386334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88352" y="389077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продакшен-гейт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8360" y="386334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11512" y="389077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Actions; gh / CLI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33425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409694"/>
            <a:ext cx="292608" cy="2926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23544" y="437083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20240" y="433425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93392" y="4361688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00600" y="433425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73752" y="4361688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315200" y="433425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88352" y="4361688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738360" y="433425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11512" y="4361688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CloudWatch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2920" y="480517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4880609"/>
            <a:ext cx="292608" cy="29260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23544" y="484174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920240" y="480517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93392" y="483260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800600" y="480517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73752" y="483260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315200" y="480517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88352" y="483260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738360" y="480517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811512" y="483260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Confluence AI, Q /doc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5541264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2376" y="5596127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Заменится только столбец-иллюстрация. Ведущая практика, режим отказа и точка человека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(211 млн строк)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рефакторинг ~25% → &lt;10%; дубликаты 8,3% → 12,3%; churn вырос. Три маркера накопления техдолга. (Корреляция,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