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сопровождающие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course-scaffold-конструкт,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показывают около восьмидесяти восьми–восьмидесяти девяти процентов. Цифра близка к девяноста и звучит как «агент почти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 около шестидесяти четырёх процентов. Один и тот же класс систем: около восьмидесяти восьми на знакомом публичном коде и около шестидесяти четырёх на честном незнакомом. Разрыв примерно в двадцать четыре процентных пункта — это и есть главный инженерный факт уровня C.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90%» превращается в «примерно 2 из 3».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второй раз. 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Это операционализация навыка LO7: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четыре точки возврата центрального вопроса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риски были про то, как AI вредит вашему коду. Этот кейс — про другое: AI масштабирует и шум, и шум бьёт по людям-сопровождающим. curl — критически важная open-source-библиотека, встроенная буквально везде; её ведёт небольшая команда. В её программу bug-bounty хлынул поток сгенерированных моделями «отчётов об уязвимостях»: объём кратно вырос, доля валидных обрушилась. Характерный пример — правдоподобный отчёт с GDB-дампами, ссылавшийся на несуществующую функцию: чистая фикция, по форме неотличимая от настоящего без ручной проверки. С начала 2026 года curl свернул открытый приём заявок. `[FACT-CHECK: curl valid-rate &lt;5%, ×8 объём, дата сворачивания — recent news/analysis, corroborate]`</a:t>
            </a:r>
          </a:p>
          <a:p/>
          <a:p>
            <a:r>
              <a:t>Почему это атака, а не просто много спама. У валидации есть фундаментальная асимметрия стоимости: сгенерировать правдоподобный отчёт стоит атакующему секунды; опровергнуть его стоит сопровождающему часов — понять сценарий, воспроизвести или показать невоспроизводимость, проверить смежный код. До генеративного AI асимметрию ограничивало то, что фейк требовал времени и понимания от человека; AI снял этот ограничитель. Когда одна сторона дешевеет в тысячи раз, а другая нет, процесс ломается — это смена экономики процесса. Получается DDoS на внимание: атакуется не сервер, а самый невосполнимый ресурс open-source — время разбора сопровождающих. Если они закроют канал, реальные уязвимости утонут в шуме — риск переносится на всю supply-chain.</a:t>
            </a:r>
          </a:p>
          <a:p/>
          <a:p>
            <a:r>
              <a:t>Урок и альтернатива. Кейс не про то, что «AI вреден для безопасности»: AI-анализаторы в правильных руках находят реальные баги в curl. Проблема в том, что открытый процесс, принимающий правдоподобный ввод от кого угодно без барьера на входе, перестаёт работать, когда стоимость такого ввода падает до нуля. Виноват не «AI», виновата архитектура процесса; чинить надо процесс, а не запрещать AI. Альтернатива процессная, не-AI: приватное раскрытие через GitHub Security Advisories; убрать денежный стимул для junk; требовать воспроизводимый proof-of-concept на входе — машинный критерий вместо человеческой проверки правдоподобия, та же логика, что «тест как спецификация». Критерий «когда AI здесь опасен»: открытый процесс, где принимается правдоподобный текст от кого угодно и валидация дорога и лежит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четыре точки возврата центрального вопроса.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Точка первая, из раздела про уровни A и B: риск — «почти правильный» код; контроль — человеческое ревью плюс тест до того, как доверять фрагменту. Точка вторая,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Точка третья,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Точка четвёртая,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четыре точки возврата центрального вопроса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точка возврата центрального вопроса — и концептуальное ядро ответа на «что не делегируется».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следствие, и пятый возврат ребром.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шестидесяти четырёх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065A82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ircle-help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2" y="1536192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3568" y="1572768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perception-gap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2176272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разрыв между субъективным ощущением скорости («AI меня ускоряет») и объективно измеренным фактом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3822191"/>
            <a:ext cx="4572000" cy="1673352"/>
          </a:xfrm>
          <a:prstGeom prst="roundRect">
            <a:avLst>
              <a:gd name="adj" fmla="val 1821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8352" y="3986783"/>
            <a:ext cx="405993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Ускоряет ли AI лично вас — на сколько?
И откуда вы это знаете?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«Мне кажется, инструмент помогает» — это гипотеза, а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88,7%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−24 процентных пункта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4200" b="1" i="0">
                <a:solidFill>
                  <a:srgbClr val="F0AB00"/>
                </a:solidFill>
                <a:latin typeface="Arial"/>
              </a:rPr>
              <a:t>64,3%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90%» на знакомом коде → «примерно 2 из 3»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0AB00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206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F0AB00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F0AB00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F0AB00"/>
                </a:solidFill>
                <a:latin typeface="Arial"/>
              </a:rPr>
              <a:t>58%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AI-slop как DDoS на внимание сопровождающих.</a:t>
            </a:r>
          </a:p>
        </p:txBody>
      </p:sp>
      <p:pic>
        <p:nvPicPr>
          <p:cNvPr id="3" name="Picture 2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108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41248"/>
            <a:ext cx="10104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curl — критичная open-source-библиотека, её ведёт небольшая команда. В её bug-bounty хлынул поток AI-сгенерированных «отчётов об уязвимостях»: объём кратно вырос, доля валидных рухнула (пример — фиктивные GDB-дампы + ссылка на несуществующую функцию). Открытый приём свёрнут.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11475720" cy="1975104"/>
          </a:xfrm>
          <a:prstGeom prst="roundRect">
            <a:avLst>
              <a:gd name="adj" fmla="val 154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755648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Асимметрия стоимости — почему это атака, а не просто спам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121408"/>
            <a:ext cx="4978908" cy="13533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67712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Сгенерировать фейк-отчёт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96896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секунды · почти ноль усилий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99232"/>
            <a:ext cx="4649724" cy="365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правдоподобный жаргон, дампы, ссылки — по форме не отличить от настоящего без ручной проверки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5564" y="2231136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× 1000+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692140" y="2578608"/>
            <a:ext cx="822960" cy="45720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5564" y="3090672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F0AB00"/>
                </a:solidFill>
                <a:latin typeface="Arial"/>
              </a:rPr>
              <a:t>разрыв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8252" y="2121408"/>
            <a:ext cx="4978908" cy="13533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2844" y="2267712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Опровергнуть фейк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2844" y="2596896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часы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2844" y="2999232"/>
            <a:ext cx="4649724" cy="365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понять сценарий · воспроизвести (или показать невоспроизводимость) · проверить смежный код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673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822191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Одна сторона дешевеет в тысячи раз, другая нет — процесс ломается. Атакуется не сервер, а невосполнимый ресурс — время разбора сопровождающих (DDoS на внимание). Закроют канал — реальные уязвимости утонут в шуме, риск уходит во всю supply-chain.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846320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Виновата архитектура процесса, не «AI» (запрет неисполним). Чинить процесс, не-AI: приватное раскрытие (GitHub Security Advisories) · убрать junk-стимул · барьер воспроизводимого PoC на входе — машинный критерий вместо человеческой проверки правдоподобия.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Критерий «когда AI здесь опасен»: открытый процесс, принимающий правдоподобный текст от кого угодно, И дорогая валидация на людях. Конкретные доли уточняются, асимметрия стабильна.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712463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(опрос ~5000 команд)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023360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подряд. Вывод DORA: AI не чинит команду — он усиливает то, что уже есть.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01184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956048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быстрее. Поэтому исторические практики и управление командой не исчезают — они уточняются.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solo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(~64%)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77724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0744" y="667512"/>
            <a:ext cx="10104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0698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201400" cy="1691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85232"/>
            <a:ext cx="11201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89320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Семинар 4 — на следующей неделе.  Дополнительные вопросы — на e-mail.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