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разработку по фазам, стоит зафиксировать масштаб, на котором всё это происходит. По данным опроса Stack Overflow за две тысячи двадцать пятый год — это более сорока девяти тысяч разработчиков из ста семидесяти семи стран — восемьдесят четыре процента используют или планируют использовать AI-инструменты в своей работе. Годом раньше их было семьдесят шесть процентов: за год доля выросла на восемь процентных пунктов. Отчёт DORA за тот же год, на выборке более пяти тысяч человек, даёт девяносто процентов уже использующих — рост на четырнадцать процентных пунктов к предыдущей волне. Формулировки вопросов у двух опросов разные, поэтому числа нельзя складывать или считать одной шкалой, но порядок величины они дают одинаковый. Половина профессиональных разработчиков работает с такими инструментами ежедневно, а медианное время работы с ними — около двух часов в день, то есть примерно четверть рабочего дня.</a:t>
            </a:r>
          </a:p>
          <a:p>
            <a:r>
              <a:t>Важнее самих чисел то, что происходит с доверием. В том же опросе Stack Overflow доля тех, кто не доверяет точности выдаваемого AI-инструментами результата, выросла с тридцати одного до сорока шести процентов за год. У DORA картина того же знака: более восьмидесяти процентов респондентов говорят, что AI повысил их личную эффективность, но высоко доверяют результату лишь двадцать четыре процента. Ощущение пользы и доверие к конкретному выводу разошлись — и это ровно тот разрыв, который эта лекция разбирает по фазам.</a:t>
            </a:r>
          </a:p>
          <a:p>
            <a:r>
              <a:t>Практический вывод из двух наборов цифр один. Решение «применять AI в разработке или нет» индустрия уже приняла де-факто, и спорить о нём поздно: почти все внутри. Открытым остался вопрос другого класса — какой ценой, с какими рисками и какими мерами эти риски закрываются на каждой фазе жизненного цикла. Именно этот вопрос и есть предмет лекции; к нему же мы вернёмся в конце, когда будем считать допустимый уровень автономии и проходить чек-лист.</a:t>
            </a:r>
          </a:p>
          <a:p>
            <a:r>
              <a:t>Источники:</a:t>
            </a:r>
          </a:p>
          <a:p>
            <a:r>
              <a:t>[1] Stack Overflow — Developer Survey 2025, раздел AI — 84% используют или планируют использовать AI-инструменты против 76% годом ранее; 51% профессиональных разработчиков — ежедневно; не доверяют точности 46% против 31% годом ранее; n &gt; 49 000 разработчиков из 177 стран. https://survey.stackoverflow.co/2025/ai [VFY-day-of]</a:t>
            </a:r>
          </a:p>
          <a:p>
            <a:r>
              <a:t>[2] DORA — State of AI-assisted Software Development 2025 — 90% используют AI в работе (+14 п.п. к 2024); медиана — около двух часов в день; более 80% отмечают рост личной эффективности, при этом высоко доверяют результату 24%; n &gt; 5 000.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тех, кто работает в агентном режиме,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Эффект при этом не прослеживается —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история успеха — команда сознательно выбрала спека-first дисциплину с гейтами проверяемости ещё до старта и получила готовый к проду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успех в фарме и биотехе и Kiro-инцидент декабря 2025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триада риска Биргитты Бёкелер. Важно сразу снять лишний вопрос: она отвечает не «применять AI или нет» — в том или ином режиме он применяется почти всегда. Она считает другое: какой потолок автономии допустим на конкретной задаче и чем этот потолок оплачен. Триада сворачивает всё разобранное в три перемножаемые оси. Первая ось — вероятность ошибки: она растёт с незнакомостью задачи, на знакомом публичном коде ниже, на незнакомом приватном выше. Вторая — влияние ошибки: необратимость, безопасность, деньги, данные. Третья — обнаружимость: поймаем ли мы ошибку, если она случится, есть ли тест-оракул, скан, ревьюер.</a:t>
            </a:r>
          </a:p>
          <a:p>
            <a:r>
              <a:t>Оси перемножаются, а не складываются: достаточно одной высокой, чтобы задача стала рискованной. Отсюда правило: полная автономия, то есть доверие AI по ощущению без дисциплины, допустима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не означает «AI здесь нельзя»: она означает более низкий потолок автономии, а разница закрывается мерами из предыдущих разделов.</a:t>
            </a:r>
          </a:p>
          <a:p>
            <a:r>
              <a:t>И главная практическая ценность триады — она называет цену: чем именно оплачивается каждый следующий уровень автономии. Высокое влияние — жёсткий человеческий гейт и потолок автономии ниже. Низкая обнаружимость — машинный оракул. Высокая вероятность — опытный ревьюер. Бёкелер формулирует это как установку: использование генеративного AI — это постоянная оценка риска, а не разовое решение «мы за AI» или «мы против» [1]. Решение принимается не один раз и не про инструмент целиком, а на каждой задаче. Провал, который триада описывает, — это vibe-coding по ощущению, при котором ни одна из трёх осей не посчитана; именно в нём сходятся все кейсы лекции: Replit — отказ по оси влияния, curl-slop по оси обнаружимости, уязвимый код по оси вероятности. И привязка к оси вероятности: не переносите вендорскую цифру на свою задачу — на вашем незнакомом коде она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задаче до того, как дать её AI. Сразу о том, на какой вопрос он отвечает: не «применять AI или нет» — этот спор в отрасли закрыт, цифры мы видели в начале. Он отвечает, как и с каким контролем применить: какой режим и какой потолок автономии уместны здесь. Первый пункт — какая это фаза: она задаёт режим отказа. Второй — что решается детерминированно: эту часть пишет обычный код, AI остаётся на разбор. Третий — существенная или привнесённая сложность: существенную решает человек. Четвёртый и особый — обратимо ли последствие: необратимое требует жёсткого гейта, и это вето-ось, одна высокая необратимость перевешивает всё остальное. Пятый — есть ли машинный оракул: нет, значит сначала оракул. Шестой — секреты или недоверенный контент: да, значит минимум прав и изоляция. Седьмой — кто ревьюит и мержит: слияние и ответственность всегда человек. Восьмой — цель артефакт или навык. Чек-лист распределяет бремя доказательства, а не требует «всегда меньше AI»: для подходящей задачи он приведёт к высокой автономии, для неподходящей опустит потолок и назовёт меры.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пятьдесят процентов против шестидесяти семи без AI — около минус семнадцати пунктов [1]. Расщепление ключевое: делегировавшие генерацию просели сильнее, а спрашивавшие концепции «как это работает, почему» деградации не показали [1]; ускорение статистически не подтвердилось. Навык формируется через активное извлечение решения из памяти: прося AI написать код, вы получаете правильный результат, минуя усилие, которое этот навык и формирует. Для студента цена делегирования выше, чем для эксперта METR: эксперт теряет время, обучающийся — компетенцию. Вывод восьмого пункта: при обучении не делегируется само прохождение через задачу — роль AI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триада риска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hyperlink" Target="https://survey.stackoverflow.co/2025/ai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12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4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1.png"/><Relationship Id="rId6" Type="http://schemas.openxmlformats.org/officeDocument/2006/relationships/image" Target="../media/image37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4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hyperlink" Target="https://agents.md/" TargetMode="External"/><Relationship Id="rId7" Type="http://schemas.openxmlformats.org/officeDocument/2006/relationships/hyperlink" Target="https://www.trychroma.com/research/context-rot" TargetMode="External"/><Relationship Id="rId8" Type="http://schemas.openxmlformats.org/officeDocument/2006/relationships/hyperlink" Target="https://www.anthropic.com/engineering/effective-context-engineering-for-ai-agents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52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50.png"/><Relationship Id="rId4" Type="http://schemas.openxmlformats.org/officeDocument/2006/relationships/image" Target="../media/image63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0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hyperlink" Target="https://cognition.ai/blog/swe-bench-technical-report" TargetMode="External"/><Relationship Id="rId5" Type="http://schemas.openxmlformats.org/officeDocument/2006/relationships/hyperlink" Target="https://model-spec.openai.com/" TargetMode="Externa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19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68.png"/><Relationship Id="rId6" Type="http://schemas.openxmlformats.org/officeDocument/2006/relationships/image" Target="../media/image79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2.png"/><Relationship Id="rId4" Type="http://schemas.openxmlformats.org/officeDocument/2006/relationships/image" Target="../media/image81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42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50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88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50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90.png"/><Relationship Id="rId4" Type="http://schemas.openxmlformats.org/officeDocument/2006/relationships/image" Target="../media/image64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27.png"/><Relationship Id="rId4" Type="http://schemas.openxmlformats.org/officeDocument/2006/relationships/image" Target="../media/image12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40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83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10.png"/><Relationship Id="rId4" Type="http://schemas.openxmlformats.org/officeDocument/2006/relationships/image" Target="../media/image99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Вопрос «применять или нет» индустрия уже закрыла — открытым остался вопрос надёжности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603504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44751"/>
            <a:ext cx="50840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Масштаб: почти вся отрасль уже внутри</a:t>
            </a:r>
          </a:p>
        </p:txBody>
      </p:sp>
      <p:pic>
        <p:nvPicPr>
          <p:cNvPr id="6" name="Picture 5" descr="c03b-ado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94" y="1847088"/>
            <a:ext cx="5172891" cy="19751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" y="39502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51% профессиональных разработчиков работают с AI-инструментами ежедневно; медиана времени работы с ними — около двух часов в день, примерно четверть рабочего дня.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553712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Опросы разные: Stack Overflow спрашивает «используют или планируют» (более 49 000 человек из 177 стран), DORA — «используют» (более 5 000). Порядок величины совпадает.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298448"/>
            <a:ext cx="49834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hel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7" y="1408176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1444751"/>
            <a:ext cx="40325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Доверие при этом падает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01952"/>
            <a:ext cx="4617720" cy="120700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2" y="201168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21295C"/>
                </a:solidFill>
                <a:latin typeface="DejaVu Sans"/>
              </a:rP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2029967"/>
            <a:ext cx="28803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доверяют точности того, что выдают AI-инструменты — против 31% годом ранее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6" y="3236976"/>
            <a:ext cx="45445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Более 80% при этом отмечают рост личной эффективности — а высоко доверяют результату лишь 24%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Ощущение пользы и доверие к выводу разошлись.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059935"/>
            <a:ext cx="4617720" cy="89611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33087"/>
            <a:ext cx="42519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Пользуются почти все — доверяют меньше половины. Спорить «включать ли AI» уже не о чем; инженерный вопрос — чем закрыть этот разрыв.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201400" cy="62179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321807"/>
            <a:ext cx="1076248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84–90% отрасли уже внутри, и доля растёт второй год подряд. Значит полезный вопрос не «применять AI или нет», а какой ценой, с какими рисками и какими мерами они закрываются — по фазам разработки.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Stack Overflow — Developer Survey 2025, раздел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DORA — State of AI-assisted Software Development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pic>
        <p:nvPicPr>
          <p:cNvPr id="30" name="Picture 29" descr="band-monkey-pupp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Anthropic — context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SWE-bench (эталонный бенчмарк на реальных GitHub issues): 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pic>
        <p:nvPicPr>
          <p:cNvPr id="20" name="Picture 19" descr="band-mocking-spongeb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5852491"/>
            <a:ext cx="2688336" cy="5845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OpenAI — Model 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Ценность TDD (test-driven development, разработка через тестирование) — структура (спека-тест + гейт), а не ритуал форсить порядок агенту. 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BDD (Behavior-Driven Development) — 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Масштаб внедрения — ещё не эффект: решает не бренд и не охват, а применённая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56815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Масштаб внедрения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0932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агентные практики 32% → 84% за месяц (рост в 2,6 раза) · 95% инженеров ежемесячно · 70% закоммиченного кода — от AI · $500–2000 на инженера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962656"/>
            <a:ext cx="5093208" cy="133502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035808"/>
            <a:ext cx="47640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Эффект: не прослеживается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46704"/>
            <a:ext cx="47640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21295C"/>
                </a:solidFill>
                <a:latin typeface="DejaVu Sans"/>
              </a:rPr>
              <a:t>«Трудно провести связь между растущим использованием Claude Code и инновациями, которые реально служат потребителю… этой связи пока просто нет»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005072"/>
            <a:ext cx="4764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5B6678"/>
                </a:solidFill>
                <a:latin typeface="DejaVu Sans"/>
              </a:rPr>
              <a:t>— Эндрю Макдональд, президент и операционный директор Uber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407408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Реакция: потолок $1500 на сотрудника в месяц — постфактум, после того как годовой бюджет сгорел за 4 месяца.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8" name="Picture 17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фарма и биотех (life sciences)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дисциплина: здесь исход измерим в обе стороны — в отличие от масштаба без критерия слева.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5230368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Рост внедрения сам по себе не является результатом: 2,6× за месяц без заранее заданного критерия дали рост расходов и неподтверждённый эффект. Решение о масштабе AI — измеримое инженерное решение с критерием, заданным заранее, а не культурная инерция.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Вопрос не «AI или нет», а какой уровень автономии: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1201400" cy="4572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7008"/>
            <a:ext cx="107624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 том или ином режиме применяется почти всегда — триада отвечает не «да / нет», а какой потолок автономии допустим и чем он оплачен.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73936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19456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696712" y="214884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35915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322576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16352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0779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23697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96712" y="319125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40156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6499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95020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79392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696712" y="4233672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44398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40740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773936"/>
            <a:ext cx="4983480" cy="155448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0296" y="186537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потолок автономии самый высокий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296" y="2212848"/>
            <a:ext cx="45445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Полный vibe-coding — только при сочетании низкая × низкая × высокая: низкая вероятность ошибки, низкое влияние, высокая обнаружимость. Любая другая комбинация — не запрет AI, а потолок ниже и обязательные меры. Оси перемножаются, не складываются.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401568"/>
            <a:ext cx="498348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0296" y="349300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Чем оплачивается более высокий уровень: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858768"/>
            <a:ext cx="45445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машинный оракул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построчное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74336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029200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риска»: решение принимается не один раз и не про инструмент целиком, а на каждой задаче. Провал — vibe-coding «по ощущению»: ни одна из трёх осей не посчитана.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Восемь вопросов — не «AI или нет», а как, где и с каким контролем его применить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5448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1. Какая это фаза жизненного цикла? Она задаёт режим отказа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7568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029968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2. Что здесь решается детерминированно? Эту часть пишет обычный код, AI — на разбор и проверку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5117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50545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— решает человек, AI на периферии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62656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26664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2980944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потолок автономии вниз, жёсткий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0215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3456432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сначала оракул, потом автономия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97764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93192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минимум прав и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53128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4407407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7. Кто ревьюит и кто мержит? Слияние и ответственность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928616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88289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генерацию не делегировать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912" y="1499616"/>
            <a:ext cx="2968534" cy="18470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19856"/>
            <a:ext cx="4087368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7496" y="4846320"/>
            <a:ext cx="40873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Когда цель — навык, пишете вы; AI объясняет и проверяет.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8640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4126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не решает «применять AI или нет» — он выдаёт режим: для подходящей задачи приведёт к высокой автономии, для неподходящей — опустит потолок и назовёт обязательные меры. Это распределение бремени доказательства, а не «всегда меньше AI». Необратимость и влияние — вето-ось.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761488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6080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56432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41985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6849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68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93192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444398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92624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926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956048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